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176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CFE0F0"/>
                </a:solidFill>
                <a:latin typeface="Calibri"/>
              </a:rPr>
              <a:t>UNIVERSIDAD NACIONAL DE COLOMBIA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FC6DC"/>
                </a:solidFill>
                <a:latin typeface="Calibri"/>
              </a:rPr>
              <a:t>Saneamiento Ambiental · Proyecto CivicPet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1127729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MODELO FÍSICO DE 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0C84A"/>
                </a:solidFill>
                <a:latin typeface="Calibri"/>
              </a:rPr>
              <a:t>Prototipo de baja fidelidad · Punto CivicPet, Señalización y CivicClip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CFE0F0"/>
                </a:solidFill>
                <a:latin typeface="Calibri"/>
              </a:rPr>
              <a:t>Gestión integral de excretas caninas en espacios públicos de Bogotá D.C.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FC6DC"/>
                </a:solidFill>
                <a:latin typeface="Calibri"/>
              </a:rPr>
              <a:t>Grupo 1 · Bogotá D.C.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8E84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¿Qué es el modelo físico?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675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7665F"/>
                </a:solidFill>
                <a:latin typeface="Calibri"/>
              </a:rPr>
              <a:t>Prototipo de BAJA FIDELIDAD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6126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Maqueta construida en cartón y materiales económicos.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No busca representar los materiales definitivos.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Su objetivo es probar la idea de forma rápida y barata.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Evalúa comprensión, ergonomía, visibilidad y uso.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Permite iterar antes de una versión más avanzada.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554480"/>
            <a:ext cx="4114800" cy="4480560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3749039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Pregunta central: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¿La gente entiende cómo usar la solución y el pedal resuelve el problema de las manos ocupadas?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A70"/>
                </a:solidFill>
                <a:latin typeface="Calibri"/>
              </a:rPr>
              <a:t>CivicPet · Modelo físico (Prototipado)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5F6A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8E84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Componentes de la maqueta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611880" cy="914400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611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P1 · Punto CivicPet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154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3B63"/>
                </a:solidFill>
                <a:latin typeface="Calibri"/>
              </a:rPr>
              <a:t>Contenedor con pedal, dispensador de bolsas e indicador de nivel.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3611880" cy="914400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45920"/>
            <a:ext cx="3611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P2 · Señalización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154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3B63"/>
                </a:solidFill>
                <a:latin typeface="Calibri"/>
              </a:rPr>
              <a:t>Panel que orienta al usuario hacia el punto más cercano.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611880" cy="914400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45920"/>
            <a:ext cx="3611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P3 · CivicClip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3154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3B63"/>
                </a:solidFill>
                <a:latin typeface="Calibri"/>
              </a:rPr>
              <a:t>Accesorio portátil para recoger sin soltar las correas.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A70"/>
                </a:solidFill>
                <a:latin typeface="Calibri"/>
              </a:rPr>
              <a:t>CivicPet · Modelo físico (Prototipado)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5F6A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8E84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P1 · Contenedor "Punto CivicPet"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solidFill>
            <a:srgbClr val="EAF2F0"/>
          </a:solidFill>
          <a:ln w="19050">
            <a:solidFill>
              <a:srgbClr val="2A8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7665F"/>
                </a:solidFill>
                <a:latin typeface="Calibri"/>
              </a:rPr>
              <a:t>[  Inserta aquí tu FOTO real 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F6A70"/>
                </a:solidFill>
                <a:latin typeface="Calibri"/>
              </a:rPr>
              <a:t>Foto frontal del contenedor (17,5 × 12,5 cm)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Tapa con apertura mediante PEDAL (manos libres).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Mecanismo de palanca: pedal, pivote, varilla y liga.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Dispensador lateral de bolsas.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Indicador de nivel tipo semáforo (verde / amarillo / rojo).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Escala 1:5 respecto al contenedor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A70"/>
                </a:solidFill>
                <a:latin typeface="Calibri"/>
              </a:rPr>
              <a:t>CivicPet · Modelo físico (Prototipado)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5F6A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8E84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P2 · Señalización de proximidad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solidFill>
            <a:srgbClr val="EAF2F0"/>
          </a:solidFill>
          <a:ln w="19050">
            <a:solidFill>
              <a:srgbClr val="2A8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7665F"/>
                </a:solidFill>
                <a:latin typeface="Calibri"/>
              </a:rPr>
              <a:t>[  Inserta aquí tu FOTO real 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F6A70"/>
                </a:solidFill>
                <a:latin typeface="Calibri"/>
              </a:rPr>
              <a:t>Foto de la señal "Punto CivicPet · A 50 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Panel direccional con flecha y distancia ("A 50 m").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Se ubica lejos del contenedor, sobre el recorrido.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Prueba si el usuario la ve mientras camina.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Ayuda a evitar que abandone la bolsa por no hallar dónde botarla.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A70"/>
                </a:solidFill>
                <a:latin typeface="Calibri"/>
              </a:rPr>
              <a:t>CivicPet · Modelo físico (Prototipado)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5F6A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8E84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P3 · Kit portátil "CivicClip"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solidFill>
            <a:srgbClr val="EAF2F0"/>
          </a:solidFill>
          <a:ln w="19050">
            <a:solidFill>
              <a:srgbClr val="2A8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7665F"/>
                </a:solidFill>
                <a:latin typeface="Calibri"/>
              </a:rPr>
              <a:t>[  Inserta aquí tu FOTO real 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F6A70"/>
                </a:solidFill>
                <a:latin typeface="Calibri"/>
              </a:rPr>
              <a:t>Foto del CivicClip colgado en la correa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Accesorio que se engancha a la correa con un mosquetón.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Compartimento para bolsas limpias.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Compartimento para transportar el residuo temporalmente.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Pensado para el paseador con muchos perros.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73B63"/>
                </a:solidFill>
                <a:latin typeface="Calibri"/>
              </a:rPr>
              <a:t>•  Escala 1:2 respecto al accesorio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A70"/>
                </a:solidFill>
                <a:latin typeface="Calibri"/>
              </a:rPr>
              <a:t>CivicPet · Modelo físico (Prototipado)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5F6A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8E84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Escalas del modelo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2011680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94560"/>
                <a:gridCol w="2194560"/>
                <a:gridCol w="1371600"/>
              </a:tblGrid>
              <a:tr h="9753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Maqueta</a:t>
                      </a:r>
                    </a:p>
                  </a:txBody>
                  <a:tcPr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Real (ref.)</a:t>
                      </a:r>
                    </a:p>
                  </a:txBody>
                  <a:tcPr>
                    <a:solidFill>
                      <a:srgbClr val="17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Escala</a:t>
                      </a:r>
                    </a:p>
                  </a:txBody>
                  <a:tcPr>
                    <a:solidFill>
                      <a:srgbClr val="173B63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Contenedor "Punto CivicPet"</a:t>
                      </a:r>
                    </a:p>
                  </a:txBody>
                  <a:tcP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17,5 × 12,5 cm</a:t>
                      </a:r>
                    </a:p>
                  </a:txBody>
                  <a:tcP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87,5 × 62,5 cm</a:t>
                      </a:r>
                    </a:p>
                  </a:txBody>
                  <a:tcP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1:5</a:t>
                      </a:r>
                    </a:p>
                  </a:txBody>
                  <a:tcPr>
                    <a:solidFill>
                      <a:srgbClr val="EAF2F0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Kit portátil "CivicClip"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8 × 5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16 × 10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B63"/>
                          </a:solidFill>
                          <a:latin typeface="Calibri"/>
                        </a:rPr>
                        <a:t>1:2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12064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7665F"/>
                </a:solidFill>
                <a:latin typeface="Calibri"/>
              </a:rPr>
              <a:t>Escala = medida de la maqueta ÷ medida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A70"/>
                </a:solidFill>
                <a:latin typeface="Calibri"/>
              </a:rPr>
              <a:t>CivicPet · Modelo físico (Prototipado)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5F6A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2A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8E84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Preguntas de aprendizaje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173B63"/>
                </a:solidFill>
                <a:latin typeface="Calibri"/>
              </a:rPr>
              <a:t>•  ¿La apertura con pedal permite depositar la bolsa sin usar las manos?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73B63"/>
                </a:solidFill>
                <a:latin typeface="Calibri"/>
              </a:rPr>
              <a:t>•  ¿El usuario comprende el funcionamiento del dispensador de bolsas?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73B63"/>
                </a:solidFill>
                <a:latin typeface="Calibri"/>
              </a:rPr>
              <a:t>•  ¿La señalización se reconoce y orienta durante el recorrido?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73B63"/>
                </a:solidFill>
                <a:latin typeface="Calibri"/>
              </a:rPr>
              <a:t>•  ¿Los colores del indicador de nivel se interpretan con facilidad?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73B63"/>
                </a:solidFill>
                <a:latin typeface="Calibri"/>
              </a:rPr>
              <a:t>•  ¿El CivicClip permite recoger y transportar sin soltar las correas?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73B63"/>
                </a:solidFill>
                <a:latin typeface="Calibri"/>
              </a:rPr>
              <a:t>•  ¿Qué ajustes de tamaño o forma deberían hacerse antes de una versión mayor?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A70"/>
                </a:solidFill>
                <a:latin typeface="Calibri"/>
              </a:rPr>
              <a:t>CivicPet · Modelo físico (Prototipado)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5F6A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76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112772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966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6EEF4"/>
                </a:solidFill>
                <a:latin typeface="Calibri"/>
              </a:rPr>
              <a:t>Cada parte de la maqueta responde a un dolor real del usuario: el pedal resuelve las manos ocupadas, la señal orienta y el CivicClip facilita al paseador.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0C84A"/>
                </a:solidFill>
                <a:latin typeface="Calibri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