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0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21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28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4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072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99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2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20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878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989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393880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1290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69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63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364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49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846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1155700" y="496389"/>
            <a:ext cx="8824913" cy="796833"/>
          </a:xfrm>
        </p:spPr>
        <p:txBody>
          <a:bodyPr/>
          <a:lstStyle/>
          <a:p>
            <a:pPr algn="ctr"/>
            <a:r>
              <a:rPr lang="es-ES" sz="3200" b="1" dirty="0" smtClean="0">
                <a:solidFill>
                  <a:schemeClr val="tx1"/>
                </a:solidFill>
              </a:rPr>
              <a:t>PRONOMBRES MASCULINO - FEMENINO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222069" y="1924334"/>
            <a:ext cx="11704319" cy="412162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sz="3200" dirty="0" smtClean="0"/>
              <a:t>KUE              [</a:t>
            </a:r>
            <a:r>
              <a:rPr lang="es-ES" sz="3200" cap="none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yo, mi, mío</a:t>
            </a:r>
            <a:r>
              <a:rPr lang="es-ES" sz="3200" dirty="0" smtClean="0"/>
              <a:t>]          </a:t>
            </a:r>
            <a:r>
              <a:rPr lang="es-ES" sz="3200" dirty="0" smtClean="0">
                <a:solidFill>
                  <a:srgbClr val="FF0000"/>
                </a:solidFill>
              </a:rPr>
              <a:t>KUENGO              </a:t>
            </a:r>
            <a:r>
              <a:rPr lang="es-ES" sz="3200" dirty="0" smtClean="0">
                <a:solidFill>
                  <a:schemeClr val="tx2"/>
                </a:solidFill>
              </a:rPr>
              <a:t>[ </a:t>
            </a:r>
            <a:r>
              <a:rPr lang="es-ES" sz="3200" cap="none" dirty="0" smtClean="0">
                <a:solidFill>
                  <a:schemeClr val="tx2"/>
                </a:solidFill>
              </a:rPr>
              <a:t>mi, </a:t>
            </a:r>
            <a:r>
              <a:rPr lang="es-ES" sz="3200" cap="none" dirty="0" err="1" smtClean="0">
                <a:solidFill>
                  <a:schemeClr val="tx2"/>
                </a:solidFill>
              </a:rPr>
              <a:t>mia</a:t>
            </a:r>
            <a:r>
              <a:rPr lang="es-ES" sz="3200" cap="none" dirty="0" smtClean="0">
                <a:solidFill>
                  <a:schemeClr val="tx2"/>
                </a:solidFill>
              </a:rPr>
              <a:t> 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  <a:p>
            <a:r>
              <a:rPr lang="es-ES" sz="3200" dirty="0" smtClean="0"/>
              <a:t>O                  [</a:t>
            </a:r>
            <a:r>
              <a:rPr lang="es-ES" sz="3200" cap="none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ud</a:t>
            </a:r>
            <a:r>
              <a:rPr lang="es-ES" sz="3200" dirty="0" smtClean="0"/>
              <a:t>]                       </a:t>
            </a:r>
            <a:r>
              <a:rPr lang="es-ES" sz="3200" dirty="0" smtClean="0">
                <a:solidFill>
                  <a:srgbClr val="FF0000"/>
                </a:solidFill>
              </a:rPr>
              <a:t>ONGO            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suyo/a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OMO+         [</a:t>
            </a:r>
            <a:r>
              <a:rPr lang="es-ES" sz="3200" cap="none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uds</a:t>
            </a:r>
            <a:r>
              <a:rPr lang="es-ES" sz="3200" cap="none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] </a:t>
            </a:r>
            <a:r>
              <a:rPr lang="es-ES" sz="3200" cap="none" dirty="0" smtClean="0">
                <a:solidFill>
                  <a:schemeClr val="tx2"/>
                </a:solidFill>
              </a:rPr>
              <a:t>                     </a:t>
            </a:r>
            <a:r>
              <a:rPr lang="es-ES" sz="3200" cap="none" dirty="0" smtClean="0">
                <a:solidFill>
                  <a:srgbClr val="FF0000"/>
                </a:solidFill>
              </a:rPr>
              <a:t>OMONGO           </a:t>
            </a:r>
            <a:r>
              <a:rPr lang="es-ES" sz="3200" cap="none" dirty="0" smtClean="0">
                <a:solidFill>
                  <a:schemeClr val="tx1"/>
                </a:solidFill>
              </a:rPr>
              <a:t>[</a:t>
            </a:r>
            <a:r>
              <a:rPr lang="es-ES" sz="3200" cap="none" dirty="0" err="1" smtClean="0">
                <a:solidFill>
                  <a:schemeClr val="tx1"/>
                </a:solidFill>
              </a:rPr>
              <a:t>uds</a:t>
            </a:r>
            <a:r>
              <a:rPr lang="es-ES" sz="3200" cap="none" dirty="0" smtClean="0">
                <a:solidFill>
                  <a:schemeClr val="tx1"/>
                </a:solidFill>
              </a:rPr>
              <a:t>]</a:t>
            </a:r>
          </a:p>
          <a:p>
            <a:r>
              <a:rPr lang="es-ES" sz="3200" cap="none" dirty="0" smtClean="0"/>
              <a:t>AFEM+E       [</a:t>
            </a:r>
            <a:r>
              <a:rPr lang="es-ES" sz="3200" cap="none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él</a:t>
            </a:r>
            <a:r>
              <a:rPr lang="es-ES" sz="3200" cap="none" dirty="0" smtClean="0"/>
              <a:t>]                          </a:t>
            </a:r>
            <a:r>
              <a:rPr lang="es-ES" sz="3200" dirty="0" smtClean="0">
                <a:solidFill>
                  <a:srgbClr val="FF0000"/>
                </a:solidFill>
              </a:rPr>
              <a:t>AFENGO          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ella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/>
              <a:t>AFEMAK+     </a:t>
            </a:r>
            <a:r>
              <a:rPr lang="es-ES" sz="3200" dirty="0" smtClean="0"/>
              <a:t>[</a:t>
            </a:r>
            <a:r>
              <a:rPr lang="es-ES" sz="3200" cap="none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ellos</a:t>
            </a:r>
            <a:r>
              <a:rPr lang="es-ES" sz="3200" dirty="0" smtClean="0"/>
              <a:t>]                     </a:t>
            </a:r>
            <a:r>
              <a:rPr lang="es-ES" sz="3200" dirty="0" smtClean="0">
                <a:solidFill>
                  <a:srgbClr val="FF0000"/>
                </a:solidFill>
              </a:rPr>
              <a:t>AFENGOA</a:t>
            </a:r>
            <a:r>
              <a:rPr lang="es-ES" sz="3200" dirty="0">
                <a:solidFill>
                  <a:srgbClr val="FF0000"/>
                </a:solidFill>
              </a:rPr>
              <a:t>+ </a:t>
            </a:r>
            <a:r>
              <a:rPr lang="es-ES" sz="3200" dirty="0" smtClean="0">
                <a:solidFill>
                  <a:srgbClr val="FF0000"/>
                </a:solidFill>
              </a:rPr>
              <a:t>    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ellas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 smtClean="0">
                <a:solidFill>
                  <a:schemeClr val="tx2"/>
                </a:solidFill>
              </a:rPr>
              <a:t>KA+               [</a:t>
            </a:r>
            <a:r>
              <a:rPr lang="es-ES" sz="3200" cap="none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nosotros/</a:t>
            </a:r>
            <a:r>
              <a:rPr lang="es-ES" sz="3200" cap="none" dirty="0" smtClean="0">
                <a:solidFill>
                  <a:srgbClr val="FFFF00"/>
                </a:solidFill>
              </a:rPr>
              <a:t>dual</a:t>
            </a:r>
            <a:r>
              <a:rPr lang="es-ES" sz="3200" dirty="0" smtClean="0">
                <a:solidFill>
                  <a:schemeClr val="tx2"/>
                </a:solidFill>
              </a:rPr>
              <a:t>]     </a:t>
            </a:r>
            <a:r>
              <a:rPr lang="es-ES" sz="3200" dirty="0" smtClean="0">
                <a:solidFill>
                  <a:srgbClr val="FF0000"/>
                </a:solidFill>
              </a:rPr>
              <a:t>ka+ngoa+     </a:t>
            </a:r>
            <a:r>
              <a:rPr lang="es-ES" sz="3200" dirty="0" smtClean="0">
                <a:solidFill>
                  <a:schemeClr val="tx2"/>
                </a:solidFill>
              </a:rPr>
              <a:t>    [</a:t>
            </a:r>
            <a:r>
              <a:rPr lang="es-ES" sz="3200" cap="none" dirty="0" smtClean="0">
                <a:solidFill>
                  <a:schemeClr val="tx2"/>
                </a:solidFill>
              </a:rPr>
              <a:t>ellas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  <a:p>
            <a:r>
              <a:rPr lang="es-ES" sz="3200" dirty="0" smtClean="0"/>
              <a:t>KA+MAK+     [</a:t>
            </a:r>
            <a:r>
              <a:rPr lang="es-ES" sz="3200" cap="none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nosotros</a:t>
            </a:r>
            <a:r>
              <a:rPr lang="es-ES" sz="3200" dirty="0" smtClean="0"/>
              <a:t>]              </a:t>
            </a:r>
            <a:r>
              <a:rPr lang="es-ES" sz="3200" dirty="0" smtClean="0">
                <a:solidFill>
                  <a:srgbClr val="FF0000"/>
                </a:solidFill>
              </a:rPr>
              <a:t>KA+MAK+NGO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nosotras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46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DABD1-AFA5-27D4-96B1-93DF7349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5" y="452718"/>
            <a:ext cx="10476412" cy="853568"/>
          </a:xfrm>
        </p:spPr>
        <p:txBody>
          <a:bodyPr/>
          <a:lstStyle/>
          <a:p>
            <a:pPr algn="ctr"/>
            <a:r>
              <a:rPr lang="es-CO" sz="4400" dirty="0"/>
              <a:t> </a:t>
            </a:r>
            <a:r>
              <a:rPr lang="es-CO" sz="3600" dirty="0">
                <a:solidFill>
                  <a:schemeClr val="tx1"/>
                </a:solidFill>
              </a:rPr>
              <a:t>EL VERBO </a:t>
            </a:r>
            <a:r>
              <a:rPr lang="es-CO" sz="3600" dirty="0" smtClean="0">
                <a:solidFill>
                  <a:schemeClr val="tx1"/>
                </a:solidFill>
              </a:rPr>
              <a:t>SER O ESTAR EN </a:t>
            </a:r>
            <a:r>
              <a:rPr lang="es-CO" sz="3600" dirty="0">
                <a:solidFill>
                  <a:schemeClr val="tx1"/>
                </a:solidFill>
              </a:rPr>
              <a:t>Presente: </a:t>
            </a:r>
            <a:r>
              <a:rPr lang="es-CO" sz="3600" b="1" dirty="0" smtClean="0">
                <a:solidFill>
                  <a:srgbClr val="FFFF00"/>
                </a:solidFill>
              </a:rPr>
              <a:t>ITE</a:t>
            </a:r>
            <a:endParaRPr lang="es-CO" sz="3600" b="1" dirty="0">
              <a:solidFill>
                <a:srgbClr val="FFFF00"/>
              </a:solidFill>
            </a:endParaRPr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222069" y="1489166"/>
            <a:ext cx="11704319" cy="50683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s-ES" sz="3200" dirty="0" smtClean="0"/>
          </a:p>
          <a:p>
            <a:r>
              <a:rPr lang="es-ES" sz="3200" dirty="0" smtClean="0"/>
              <a:t>KUE                      </a:t>
            </a:r>
            <a:r>
              <a:rPr lang="es-ES" sz="3200" b="1" dirty="0" smtClean="0">
                <a:solidFill>
                  <a:srgbClr val="FFFF00"/>
                </a:solidFill>
              </a:rPr>
              <a:t>IYA</a:t>
            </a:r>
            <a:r>
              <a:rPr lang="es-ES" sz="3200" dirty="0" smtClean="0">
                <a:solidFill>
                  <a:srgbClr val="FF0000"/>
                </a:solidFill>
              </a:rPr>
              <a:t>                </a:t>
            </a:r>
            <a:r>
              <a:rPr lang="es-ES" sz="3200" dirty="0" smtClean="0">
                <a:solidFill>
                  <a:schemeClr val="tx2"/>
                </a:solidFill>
              </a:rPr>
              <a:t>[ </a:t>
            </a:r>
            <a:r>
              <a:rPr lang="es-ES" sz="3200" cap="none" dirty="0" smtClean="0">
                <a:solidFill>
                  <a:schemeClr val="tx2"/>
                </a:solidFill>
              </a:rPr>
              <a:t>yo estoy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  <a:p>
            <a:r>
              <a:rPr lang="es-ES" sz="3200" dirty="0" smtClean="0"/>
              <a:t>O                         </a:t>
            </a:r>
            <a:r>
              <a:rPr lang="es-ES" sz="3200" b="1" dirty="0" smtClean="0">
                <a:solidFill>
                  <a:srgbClr val="FFFF00"/>
                </a:solidFill>
              </a:rPr>
              <a:t>IT+O</a:t>
            </a: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         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err="1" smtClean="0">
                <a:solidFill>
                  <a:schemeClr val="tx2"/>
                </a:solidFill>
              </a:rPr>
              <a:t>ud.</a:t>
            </a:r>
            <a:r>
              <a:rPr lang="es-ES" sz="3200" cap="none" dirty="0" smtClean="0">
                <a:solidFill>
                  <a:schemeClr val="tx2"/>
                </a:solidFill>
              </a:rPr>
              <a:t> está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 smtClean="0"/>
              <a:t>OMO+                 </a:t>
            </a:r>
            <a:r>
              <a:rPr lang="es-ES" sz="3200" b="1" dirty="0" smtClean="0">
                <a:solidFill>
                  <a:srgbClr val="FFFF00"/>
                </a:solidFill>
              </a:rPr>
              <a:t>IT+OMO+</a:t>
            </a:r>
            <a:r>
              <a:rPr lang="es-ES" sz="32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   </a:t>
            </a:r>
            <a:r>
              <a:rPr lang="es-ES" sz="3200" dirty="0" smtClean="0">
                <a:solidFill>
                  <a:srgbClr val="FF0000"/>
                </a:solidFill>
              </a:rPr>
              <a:t>  </a:t>
            </a:r>
            <a:r>
              <a:rPr lang="es-ES" sz="3200" dirty="0" smtClean="0">
                <a:solidFill>
                  <a:schemeClr val="tx1"/>
                </a:solidFill>
              </a:rPr>
              <a:t>[</a:t>
            </a:r>
            <a:r>
              <a:rPr lang="es-ES" sz="3200" cap="none" dirty="0" err="1" smtClean="0">
                <a:solidFill>
                  <a:schemeClr val="tx1"/>
                </a:solidFill>
              </a:rPr>
              <a:t>uds.</a:t>
            </a:r>
            <a:r>
              <a:rPr lang="es-ES" sz="3200" cap="none" dirty="0" smtClean="0">
                <a:solidFill>
                  <a:schemeClr val="tx1"/>
                </a:solidFill>
              </a:rPr>
              <a:t> están</a:t>
            </a:r>
            <a:r>
              <a:rPr lang="es-ES" sz="3200" dirty="0" smtClean="0">
                <a:solidFill>
                  <a:schemeClr val="tx1"/>
                </a:solidFill>
              </a:rPr>
              <a:t>]</a:t>
            </a:r>
          </a:p>
          <a:p>
            <a:r>
              <a:rPr lang="es-ES" sz="3200" dirty="0" smtClean="0"/>
              <a:t>AFEM+E               </a:t>
            </a:r>
            <a:r>
              <a:rPr lang="es-ES" sz="3200" b="1" dirty="0" smtClean="0">
                <a:solidFill>
                  <a:srgbClr val="FFFF00"/>
                </a:solidFill>
              </a:rPr>
              <a:t>ITE </a:t>
            </a:r>
            <a:r>
              <a:rPr lang="es-ES" sz="3200" dirty="0" smtClean="0">
                <a:solidFill>
                  <a:srgbClr val="FFFF00"/>
                </a:solidFill>
              </a:rPr>
              <a:t> </a:t>
            </a:r>
            <a:r>
              <a:rPr lang="es-ES" sz="3200" dirty="0" smtClean="0"/>
              <a:t>      </a:t>
            </a:r>
            <a:r>
              <a:rPr lang="es-ES" sz="3200" dirty="0" smtClean="0">
                <a:solidFill>
                  <a:srgbClr val="FF0000"/>
                </a:solidFill>
              </a:rPr>
              <a:t>     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el/ella está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/>
              <a:t>AFEMAK+      </a:t>
            </a:r>
            <a:r>
              <a:rPr lang="es-ES" sz="3200" dirty="0" smtClean="0"/>
              <a:t>      </a:t>
            </a:r>
            <a:r>
              <a:rPr lang="es-ES" sz="3200" b="1" dirty="0">
                <a:solidFill>
                  <a:srgbClr val="FFFF00"/>
                </a:solidFill>
              </a:rPr>
              <a:t>IT+MAK+</a:t>
            </a:r>
            <a:r>
              <a:rPr lang="es-ES" sz="3200" dirty="0"/>
              <a:t>  </a:t>
            </a:r>
            <a:r>
              <a:rPr lang="es-ES" sz="3200" dirty="0">
                <a:solidFill>
                  <a:srgbClr val="FF0000"/>
                </a:solidFill>
              </a:rPr>
              <a:t>  </a:t>
            </a:r>
            <a:r>
              <a:rPr lang="es-ES" sz="3200" dirty="0" smtClean="0">
                <a:solidFill>
                  <a:srgbClr val="FF0000"/>
                </a:solidFill>
              </a:rPr>
              <a:t>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ellos/as están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 smtClean="0">
                <a:solidFill>
                  <a:schemeClr val="tx2"/>
                </a:solidFill>
              </a:rPr>
              <a:t>KA+                      </a:t>
            </a:r>
            <a:r>
              <a:rPr lang="es-ES" sz="3200" b="1" dirty="0" smtClean="0">
                <a:solidFill>
                  <a:srgbClr val="FFFF00"/>
                </a:solidFill>
              </a:rPr>
              <a:t>IT+KA+      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están (</a:t>
            </a:r>
            <a:r>
              <a:rPr lang="es-ES" sz="3200" cap="none" dirty="0" smtClean="0">
                <a:solidFill>
                  <a:srgbClr val="FFFF00"/>
                </a:solidFill>
              </a:rPr>
              <a:t>dual</a:t>
            </a:r>
            <a:r>
              <a:rPr lang="es-ES" sz="3200" cap="none" dirty="0" smtClean="0">
                <a:solidFill>
                  <a:schemeClr val="tx2"/>
                </a:solidFill>
              </a:rPr>
              <a:t>)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  <a:p>
            <a:r>
              <a:rPr lang="es-ES" sz="3200" dirty="0" smtClean="0"/>
              <a:t>KA+MAK+            </a:t>
            </a:r>
            <a:r>
              <a:rPr lang="es-ES" sz="3200" b="1" dirty="0" smtClean="0">
                <a:solidFill>
                  <a:srgbClr val="FFFF00"/>
                </a:solidFill>
              </a:rPr>
              <a:t>ITiAo+</a:t>
            </a:r>
            <a:r>
              <a:rPr lang="es-ES" sz="3200" dirty="0" smtClean="0"/>
              <a:t>     </a:t>
            </a:r>
            <a:r>
              <a:rPr lang="es-ES" sz="3200" dirty="0" smtClean="0">
                <a:solidFill>
                  <a:srgbClr val="FF0000"/>
                </a:solidFill>
              </a:rPr>
              <a:t> 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nosotros/as estamos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9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393E0-D9CC-2737-FFF2-1ACCC323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22939"/>
          </a:xfrm>
        </p:spPr>
        <p:txBody>
          <a:bodyPr>
            <a:normAutofit/>
          </a:bodyPr>
          <a:lstStyle/>
          <a:p>
            <a:pPr algn="ctr"/>
            <a:r>
              <a:rPr lang="es-CO" sz="3200" dirty="0"/>
              <a:t> </a:t>
            </a:r>
            <a:r>
              <a:rPr lang="es-CO" sz="3200" dirty="0">
                <a:solidFill>
                  <a:schemeClr val="tx1"/>
                </a:solidFill>
              </a:rPr>
              <a:t>EL VERBO </a:t>
            </a:r>
            <a:r>
              <a:rPr lang="es-CO" sz="3200" dirty="0" smtClean="0">
                <a:solidFill>
                  <a:schemeClr val="tx1"/>
                </a:solidFill>
              </a:rPr>
              <a:t>TRABAJAR EN </a:t>
            </a:r>
            <a:r>
              <a:rPr lang="es-CO" sz="3200" dirty="0">
                <a:solidFill>
                  <a:schemeClr val="tx1"/>
                </a:solidFill>
              </a:rPr>
              <a:t>Presente: </a:t>
            </a:r>
            <a:r>
              <a:rPr lang="es-CO" sz="3200" b="1" dirty="0" smtClean="0">
                <a:solidFill>
                  <a:srgbClr val="FF0000"/>
                </a:solidFill>
              </a:rPr>
              <a:t>TA+J+DE</a:t>
            </a:r>
            <a:endParaRPr lang="es-CO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222069" y="1580606"/>
            <a:ext cx="11704319" cy="49769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s-ES" sz="3200" dirty="0" smtClean="0"/>
          </a:p>
          <a:p>
            <a:endParaRPr lang="es-ES" sz="2800" dirty="0" smtClean="0">
              <a:solidFill>
                <a:srgbClr val="FF0000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6283234" y="1985554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rcador de contenido 2"/>
          <p:cNvSpPr txBox="1">
            <a:spLocks/>
          </p:cNvSpPr>
          <p:nvPr/>
        </p:nvSpPr>
        <p:spPr>
          <a:xfrm>
            <a:off x="1" y="1580606"/>
            <a:ext cx="12192000" cy="49769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sz="3200" dirty="0"/>
              <a:t> </a:t>
            </a:r>
            <a:r>
              <a:rPr lang="es-ES" sz="3200" dirty="0" smtClean="0"/>
              <a:t> KUE                </a:t>
            </a:r>
            <a:r>
              <a:rPr lang="es-ES" sz="3200" b="1" dirty="0" smtClean="0">
                <a:solidFill>
                  <a:srgbClr val="00B0F0"/>
                </a:solidFill>
              </a:rPr>
              <a:t>TA+J+A</a:t>
            </a:r>
            <a:r>
              <a:rPr lang="es-ES" sz="3200" dirty="0" smtClean="0">
                <a:solidFill>
                  <a:srgbClr val="00B0F0"/>
                </a:solidFill>
              </a:rPr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              </a:t>
            </a:r>
            <a:r>
              <a:rPr lang="es-ES" sz="3200" dirty="0" smtClean="0">
                <a:solidFill>
                  <a:schemeClr val="tx2"/>
                </a:solidFill>
              </a:rPr>
              <a:t>[ </a:t>
            </a:r>
            <a:r>
              <a:rPr lang="es-ES" sz="3200" cap="none" dirty="0" smtClean="0">
                <a:solidFill>
                  <a:schemeClr val="tx2"/>
                </a:solidFill>
              </a:rPr>
              <a:t>yo trabajo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  <a:p>
            <a:r>
              <a:rPr lang="es-ES" sz="3200" dirty="0" smtClean="0"/>
              <a:t>  O                   </a:t>
            </a:r>
            <a:r>
              <a:rPr lang="es-ES" sz="3200" b="1" dirty="0" smtClean="0">
                <a:solidFill>
                  <a:srgbClr val="00B0F0"/>
                </a:solidFill>
              </a:rPr>
              <a:t>TA+J+D+O</a:t>
            </a: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         </a:t>
            </a:r>
            <a:r>
              <a:rPr lang="es-ES" sz="3200" dirty="0" smtClean="0">
                <a:solidFill>
                  <a:schemeClr val="tx2"/>
                </a:solidFill>
              </a:rPr>
              <a:t>[UD TRABAJA]</a:t>
            </a:r>
          </a:p>
          <a:p>
            <a:r>
              <a:rPr lang="es-ES" sz="3200" dirty="0" smtClean="0"/>
              <a:t>  OMO+           </a:t>
            </a:r>
            <a:r>
              <a:rPr lang="es-ES" sz="3200" b="1" dirty="0" smtClean="0">
                <a:solidFill>
                  <a:srgbClr val="00B0F0"/>
                </a:solidFill>
              </a:rPr>
              <a:t>TA+J+D+OMO</a:t>
            </a:r>
            <a:r>
              <a:rPr lang="es-ES" sz="3200" b="1" dirty="0" smtClean="0">
                <a:solidFill>
                  <a:srgbClr val="00B0F0"/>
                </a:solidFill>
              </a:rPr>
              <a:t>+</a:t>
            </a:r>
            <a:r>
              <a:rPr lang="es-ES" sz="3200" dirty="0" smtClean="0">
                <a:solidFill>
                  <a:srgbClr val="00B0F0"/>
                </a:solidFill>
              </a:rPr>
              <a:t>    </a:t>
            </a:r>
            <a:r>
              <a:rPr lang="es-ES" sz="3200" dirty="0" smtClean="0">
                <a:solidFill>
                  <a:schemeClr val="tx1"/>
                </a:solidFill>
              </a:rPr>
              <a:t>[</a:t>
            </a:r>
            <a:r>
              <a:rPr lang="es-ES" sz="3200" cap="none" dirty="0" err="1" smtClean="0">
                <a:solidFill>
                  <a:schemeClr val="tx1"/>
                </a:solidFill>
              </a:rPr>
              <a:t>uds</a:t>
            </a:r>
            <a:r>
              <a:rPr lang="es-ES" sz="3200" cap="none" dirty="0" smtClean="0">
                <a:solidFill>
                  <a:schemeClr val="tx1"/>
                </a:solidFill>
              </a:rPr>
              <a:t> trabajan</a:t>
            </a:r>
            <a:r>
              <a:rPr lang="es-ES" sz="3200" dirty="0" smtClean="0">
                <a:solidFill>
                  <a:schemeClr val="tx1"/>
                </a:solidFill>
              </a:rPr>
              <a:t>]</a:t>
            </a:r>
          </a:p>
          <a:p>
            <a:r>
              <a:rPr lang="es-ES" sz="3200" dirty="0" smtClean="0"/>
              <a:t>  AFEM+E         </a:t>
            </a:r>
            <a:r>
              <a:rPr lang="es-ES" sz="3200" b="1" dirty="0" smtClean="0">
                <a:solidFill>
                  <a:srgbClr val="00B0F0"/>
                </a:solidFill>
              </a:rPr>
              <a:t>TA+J+DE </a:t>
            </a:r>
            <a:r>
              <a:rPr lang="es-ES" sz="3200" dirty="0" smtClean="0">
                <a:solidFill>
                  <a:srgbClr val="FFFF00"/>
                </a:solidFill>
              </a:rPr>
              <a:t> </a:t>
            </a:r>
            <a:r>
              <a:rPr lang="es-ES" sz="3200" dirty="0" smtClean="0"/>
              <a:t>      </a:t>
            </a:r>
            <a:r>
              <a:rPr lang="es-ES" sz="3200" dirty="0" smtClean="0">
                <a:solidFill>
                  <a:srgbClr val="FF0000"/>
                </a:solidFill>
              </a:rPr>
              <a:t>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el/ella trabaja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  <a:p>
            <a:r>
              <a:rPr lang="es-ES" sz="3200" dirty="0" smtClean="0"/>
              <a:t>  KA+MAK+      </a:t>
            </a:r>
            <a:r>
              <a:rPr lang="es-ES" sz="3200" b="1" dirty="0" smtClean="0">
                <a:solidFill>
                  <a:srgbClr val="00B0F0"/>
                </a:solidFill>
              </a:rPr>
              <a:t>TA+J+Diao+</a:t>
            </a:r>
            <a:r>
              <a:rPr lang="es-ES" sz="3200" b="1" dirty="0" smtClean="0">
                <a:solidFill>
                  <a:srgbClr val="FFFF00"/>
                </a:solidFill>
              </a:rPr>
              <a:t> </a:t>
            </a:r>
            <a:r>
              <a:rPr lang="es-ES" sz="3200" dirty="0" smtClean="0"/>
              <a:t>  </a:t>
            </a:r>
            <a:r>
              <a:rPr lang="es-ES" sz="3200" dirty="0" smtClean="0">
                <a:solidFill>
                  <a:srgbClr val="FF0000"/>
                </a:solidFill>
              </a:rPr>
              <a:t>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nosotros/as trabajamos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>
                <a:solidFill>
                  <a:schemeClr val="tx2"/>
                </a:solidFill>
              </a:rPr>
              <a:t> </a:t>
            </a:r>
            <a:r>
              <a:rPr lang="es-ES" sz="3200" dirty="0" smtClean="0">
                <a:solidFill>
                  <a:schemeClr val="tx2"/>
                </a:solidFill>
              </a:rPr>
              <a:t> KA+ (</a:t>
            </a:r>
            <a:r>
              <a:rPr lang="es-ES" sz="3200" cap="none" dirty="0" smtClean="0">
                <a:solidFill>
                  <a:srgbClr val="FFFF00"/>
                </a:solidFill>
              </a:rPr>
              <a:t>dual</a:t>
            </a:r>
            <a:r>
              <a:rPr lang="es-ES" sz="3200" dirty="0" smtClean="0">
                <a:solidFill>
                  <a:schemeClr val="tx2"/>
                </a:solidFill>
              </a:rPr>
              <a:t>)     TA+J+D+KA+     [</a:t>
            </a:r>
            <a:r>
              <a:rPr lang="es-ES" sz="3200" cap="none" dirty="0" smtClean="0">
                <a:solidFill>
                  <a:schemeClr val="tx2"/>
                </a:solidFill>
              </a:rPr>
              <a:t>nosotros/as trabajamos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  <a:p>
            <a:r>
              <a:rPr lang="es-ES" sz="3200" dirty="0" smtClean="0"/>
              <a:t>  AFEMAK</a:t>
            </a:r>
            <a:r>
              <a:rPr lang="es-ES" sz="3200" smtClean="0"/>
              <a:t>+     </a:t>
            </a:r>
            <a:r>
              <a:rPr lang="es-ES" sz="3200"/>
              <a:t> </a:t>
            </a:r>
            <a:r>
              <a:rPr lang="es-ES" sz="3200" smtClean="0"/>
              <a:t> </a:t>
            </a:r>
            <a:r>
              <a:rPr lang="es-ES" sz="3200" b="1" smtClean="0">
                <a:solidFill>
                  <a:srgbClr val="00B0F0"/>
                </a:solidFill>
              </a:rPr>
              <a:t>TA+J+D+MAK</a:t>
            </a:r>
            <a:r>
              <a:rPr lang="es-ES" sz="3200" b="1" dirty="0" smtClean="0">
                <a:solidFill>
                  <a:srgbClr val="00B0F0"/>
                </a:solidFill>
              </a:rPr>
              <a:t>+</a:t>
            </a:r>
            <a:r>
              <a:rPr lang="es-ES" sz="3200" dirty="0" smtClean="0"/>
              <a:t>  </a:t>
            </a:r>
            <a:r>
              <a:rPr lang="es-ES" sz="3200" dirty="0" smtClean="0">
                <a:solidFill>
                  <a:srgbClr val="FF0000"/>
                </a:solidFill>
              </a:rPr>
              <a:t>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ellos/as trabajan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6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895DB-BA18-CB2F-46FA-DAF53EDB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195" y="452718"/>
            <a:ext cx="9802640" cy="827442"/>
          </a:xfrm>
        </p:spPr>
        <p:txBody>
          <a:bodyPr/>
          <a:lstStyle/>
          <a:p>
            <a:pPr algn="ctr"/>
            <a:r>
              <a:rPr lang="es-CO" sz="3600" dirty="0">
                <a:solidFill>
                  <a:schemeClr val="tx1"/>
                </a:solidFill>
              </a:rPr>
              <a:t>EL VERBO </a:t>
            </a:r>
            <a:r>
              <a:rPr lang="es-CO" sz="3600" dirty="0" smtClean="0">
                <a:solidFill>
                  <a:schemeClr val="tx1"/>
                </a:solidFill>
              </a:rPr>
              <a:t>CAMINAR </a:t>
            </a:r>
            <a:r>
              <a:rPr lang="es-CO" sz="3600" dirty="0">
                <a:solidFill>
                  <a:schemeClr val="tx1"/>
                </a:solidFill>
              </a:rPr>
              <a:t>EN Presente: </a:t>
            </a:r>
            <a:r>
              <a:rPr lang="es-CO" sz="3600" b="1" dirty="0" smtClean="0">
                <a:solidFill>
                  <a:srgbClr val="FF0000"/>
                </a:solidFill>
              </a:rPr>
              <a:t>MAKADE</a:t>
            </a:r>
            <a:endParaRPr lang="es-CO" sz="3600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143692" y="1580606"/>
            <a:ext cx="11821886" cy="415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sz="3200" dirty="0" smtClean="0"/>
              <a:t>KUE                  </a:t>
            </a:r>
            <a:r>
              <a:rPr lang="es-ES" sz="3200" b="1" dirty="0" smtClean="0">
                <a:solidFill>
                  <a:srgbClr val="FF0000"/>
                </a:solidFill>
              </a:rPr>
              <a:t>MAKAJA</a:t>
            </a:r>
            <a:r>
              <a:rPr lang="es-ES" sz="3200" dirty="0" smtClean="0">
                <a:solidFill>
                  <a:srgbClr val="00B0F0"/>
                </a:solidFill>
              </a:rPr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             </a:t>
            </a:r>
            <a:r>
              <a:rPr lang="es-ES" sz="3200" dirty="0" smtClean="0">
                <a:solidFill>
                  <a:schemeClr val="tx2"/>
                </a:solidFill>
              </a:rPr>
              <a:t>[ </a:t>
            </a:r>
            <a:r>
              <a:rPr lang="es-ES" sz="3200" cap="none" dirty="0" smtClean="0">
                <a:solidFill>
                  <a:schemeClr val="tx2"/>
                </a:solidFill>
              </a:rPr>
              <a:t>yo camino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  <a:p>
            <a:r>
              <a:rPr lang="es-ES" sz="3200" dirty="0" smtClean="0"/>
              <a:t>O                     </a:t>
            </a:r>
            <a:r>
              <a:rPr lang="es-ES" sz="3200" b="1" dirty="0" smtClean="0">
                <a:solidFill>
                  <a:srgbClr val="FF0000"/>
                </a:solidFill>
              </a:rPr>
              <a:t>MAKAD+O</a:t>
            </a: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     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err="1" smtClean="0">
                <a:solidFill>
                  <a:schemeClr val="tx2"/>
                </a:solidFill>
              </a:rPr>
              <a:t>ud</a:t>
            </a:r>
            <a:r>
              <a:rPr lang="es-ES" sz="3200" cap="none" dirty="0" smtClean="0">
                <a:solidFill>
                  <a:schemeClr val="tx2"/>
                </a:solidFill>
              </a:rPr>
              <a:t> camina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 smtClean="0"/>
              <a:t>OMO+             </a:t>
            </a:r>
            <a:r>
              <a:rPr lang="es-ES" sz="3200" b="1" dirty="0" smtClean="0">
                <a:solidFill>
                  <a:srgbClr val="FF0000"/>
                </a:solidFill>
              </a:rPr>
              <a:t>MAKaD+OMO+</a:t>
            </a:r>
            <a:r>
              <a:rPr lang="es-ES" sz="3200" dirty="0" smtClean="0">
                <a:solidFill>
                  <a:srgbClr val="00B0F0"/>
                </a:solidFill>
              </a:rPr>
              <a:t>  </a:t>
            </a:r>
            <a:r>
              <a:rPr lang="es-ES" sz="3200" dirty="0" smtClean="0">
                <a:solidFill>
                  <a:schemeClr val="tx1"/>
                </a:solidFill>
              </a:rPr>
              <a:t>[</a:t>
            </a:r>
            <a:r>
              <a:rPr lang="es-ES" sz="3200" cap="none" dirty="0" err="1" smtClean="0">
                <a:solidFill>
                  <a:schemeClr val="tx1"/>
                </a:solidFill>
              </a:rPr>
              <a:t>uds</a:t>
            </a:r>
            <a:r>
              <a:rPr lang="es-ES" sz="3200" cap="none" dirty="0" smtClean="0">
                <a:solidFill>
                  <a:schemeClr val="tx1"/>
                </a:solidFill>
              </a:rPr>
              <a:t> caminan</a:t>
            </a:r>
            <a:r>
              <a:rPr lang="es-ES" sz="3200" dirty="0" smtClean="0">
                <a:solidFill>
                  <a:schemeClr val="tx1"/>
                </a:solidFill>
              </a:rPr>
              <a:t>]</a:t>
            </a:r>
          </a:p>
          <a:p>
            <a:r>
              <a:rPr lang="es-ES" sz="3200" dirty="0" smtClean="0"/>
              <a:t>AFEM+E           </a:t>
            </a:r>
            <a:r>
              <a:rPr lang="es-ES" sz="3200" b="1" dirty="0" smtClean="0">
                <a:solidFill>
                  <a:srgbClr val="FF0000"/>
                </a:solidFill>
              </a:rPr>
              <a:t>MAKADE </a:t>
            </a:r>
            <a:r>
              <a:rPr lang="es-ES" sz="3200" dirty="0" smtClean="0">
                <a:solidFill>
                  <a:srgbClr val="FFFF00"/>
                </a:solidFill>
              </a:rPr>
              <a:t> </a:t>
            </a:r>
            <a:r>
              <a:rPr lang="es-ES" sz="3200" dirty="0" smtClean="0"/>
              <a:t>      </a:t>
            </a:r>
            <a:r>
              <a:rPr lang="es-ES" sz="3200" dirty="0" smtClean="0">
                <a:solidFill>
                  <a:srgbClr val="FF0000"/>
                </a:solidFill>
              </a:rPr>
              <a:t> 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él camina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/>
              <a:t>AFEMAK+      </a:t>
            </a:r>
            <a:r>
              <a:rPr lang="es-ES" sz="3200" dirty="0" smtClean="0"/>
              <a:t>  </a:t>
            </a:r>
            <a:r>
              <a:rPr lang="es-ES" sz="3200" b="1" dirty="0" smtClean="0">
                <a:solidFill>
                  <a:srgbClr val="FF0000"/>
                </a:solidFill>
              </a:rPr>
              <a:t>MAKAD+MAK+ </a:t>
            </a: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dirty="0">
                <a:solidFill>
                  <a:schemeClr val="tx2"/>
                </a:solidFill>
              </a:rPr>
              <a:t>ellos CAMINAN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</a:p>
          <a:p>
            <a:r>
              <a:rPr lang="es-ES" sz="3200" dirty="0" smtClean="0">
                <a:solidFill>
                  <a:schemeClr val="tx2"/>
                </a:solidFill>
              </a:rPr>
              <a:t>KA+ (</a:t>
            </a:r>
            <a:r>
              <a:rPr lang="es-ES" sz="3200" cap="none" dirty="0" smtClean="0">
                <a:solidFill>
                  <a:srgbClr val="FFFF00"/>
                </a:solidFill>
              </a:rPr>
              <a:t>dual</a:t>
            </a:r>
            <a:r>
              <a:rPr lang="es-ES" sz="3200" dirty="0" smtClean="0">
                <a:solidFill>
                  <a:schemeClr val="tx2"/>
                </a:solidFill>
              </a:rPr>
              <a:t>)       </a:t>
            </a:r>
            <a:r>
              <a:rPr lang="es-ES" sz="3200" smtClean="0">
                <a:solidFill>
                  <a:schemeClr val="tx2"/>
                </a:solidFill>
              </a:rPr>
              <a:t>MAKAD+kA</a:t>
            </a:r>
            <a:r>
              <a:rPr lang="es-ES" sz="3200" dirty="0" smtClean="0">
                <a:solidFill>
                  <a:schemeClr val="tx2"/>
                </a:solidFill>
              </a:rPr>
              <a:t>+      [</a:t>
            </a:r>
            <a:r>
              <a:rPr lang="es-ES" sz="3200" cap="none" dirty="0" smtClean="0">
                <a:solidFill>
                  <a:schemeClr val="tx2"/>
                </a:solidFill>
              </a:rPr>
              <a:t>ellos caminan</a:t>
            </a:r>
            <a:r>
              <a:rPr lang="es-ES" sz="3200" dirty="0" smtClean="0">
                <a:solidFill>
                  <a:schemeClr val="tx2"/>
                </a:solidFill>
              </a:rPr>
              <a:t>]</a:t>
            </a:r>
            <a:endParaRPr lang="es-ES" sz="3200" dirty="0" smtClean="0">
              <a:solidFill>
                <a:srgbClr val="FF0000"/>
              </a:solidFill>
            </a:endParaRPr>
          </a:p>
          <a:p>
            <a:r>
              <a:rPr lang="es-ES" sz="3200" dirty="0" smtClean="0"/>
              <a:t>KA+MAK+        </a:t>
            </a:r>
            <a:r>
              <a:rPr lang="es-ES" sz="3200" b="1" dirty="0" err="1" smtClean="0">
                <a:solidFill>
                  <a:srgbClr val="FF0000"/>
                </a:solidFill>
              </a:rPr>
              <a:t>MAKADiAO</a:t>
            </a:r>
            <a:r>
              <a:rPr lang="es-ES" sz="3200" b="1" dirty="0" smtClean="0">
                <a:solidFill>
                  <a:srgbClr val="FF0000"/>
                </a:solidFill>
              </a:rPr>
              <a:t>+</a:t>
            </a:r>
            <a:r>
              <a:rPr lang="es-ES" sz="3200" b="1" dirty="0" smtClean="0">
                <a:solidFill>
                  <a:srgbClr val="FFFF00"/>
                </a:solidFill>
              </a:rPr>
              <a:t> </a:t>
            </a:r>
            <a:r>
              <a:rPr lang="es-ES" sz="3200" dirty="0" smtClean="0"/>
              <a:t>  </a:t>
            </a:r>
            <a:r>
              <a:rPr lang="es-ES" sz="3200" dirty="0" smtClean="0">
                <a:solidFill>
                  <a:srgbClr val="FF0000"/>
                </a:solidFill>
              </a:rPr>
              <a:t>     </a:t>
            </a:r>
            <a:r>
              <a:rPr lang="es-ES" sz="3200" dirty="0" smtClean="0">
                <a:solidFill>
                  <a:schemeClr val="tx2"/>
                </a:solidFill>
              </a:rPr>
              <a:t>[</a:t>
            </a:r>
            <a:r>
              <a:rPr lang="es-ES" sz="3200" cap="none" dirty="0" smtClean="0">
                <a:solidFill>
                  <a:schemeClr val="tx2"/>
                </a:solidFill>
              </a:rPr>
              <a:t>nosotros caminamos</a:t>
            </a:r>
            <a:r>
              <a:rPr lang="es-ES" sz="3200" dirty="0" smtClean="0">
                <a:solidFill>
                  <a:schemeClr val="tx2"/>
                </a:solidFill>
              </a:rPr>
              <a:t>] </a:t>
            </a:r>
            <a:endParaRPr lang="es-ES" sz="32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01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31800" y="247650"/>
            <a:ext cx="10698163" cy="679813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 smtClean="0">
                <a:solidFill>
                  <a:schemeClr val="bg1"/>
                </a:solidFill>
              </a:rPr>
              <a:t>VERBOS EN UITOTO MURUY MYUNA 1.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496390" y="836023"/>
            <a:ext cx="11351621" cy="5852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s-ES" sz="1400" dirty="0" smtClean="0"/>
              <a:t>         </a:t>
            </a:r>
          </a:p>
          <a:p>
            <a:r>
              <a:rPr lang="es-ES" sz="1400" dirty="0" smtClean="0"/>
              <a:t>           </a:t>
            </a:r>
            <a:r>
              <a:rPr lang="es-ES" sz="1600" dirty="0" smtClean="0"/>
              <a:t>1.</a:t>
            </a:r>
            <a:r>
              <a:rPr lang="es-ES" sz="1600" dirty="0" smtClean="0">
                <a:solidFill>
                  <a:srgbClr val="FF0000"/>
                </a:solidFill>
              </a:rPr>
              <a:t>  </a:t>
            </a:r>
            <a:r>
              <a:rPr lang="es-ES" sz="1600" b="1" dirty="0" smtClean="0">
                <a:solidFill>
                  <a:srgbClr val="FF0000"/>
                </a:solidFill>
              </a:rPr>
              <a:t>TUITE</a:t>
            </a:r>
            <a:r>
              <a:rPr lang="es-ES" sz="1600" dirty="0" smtClean="0"/>
              <a:t>: [ABRIR]:                                      15.  </a:t>
            </a:r>
            <a:r>
              <a:rPr lang="es-ES" sz="1600" b="1" dirty="0" smtClean="0">
                <a:solidFill>
                  <a:srgbClr val="FF0000"/>
                </a:solidFill>
              </a:rPr>
              <a:t>TÁ+J+DE</a:t>
            </a:r>
            <a:r>
              <a:rPr lang="es-ES" sz="1600" dirty="0" smtClean="0"/>
              <a:t>: [TRABAJAR]                      29.  </a:t>
            </a:r>
            <a:r>
              <a:rPr lang="es-ES" sz="1600" b="1" dirty="0" smtClean="0">
                <a:solidFill>
                  <a:srgbClr val="FF0000"/>
                </a:solidFill>
              </a:rPr>
              <a:t>EGAIDE</a:t>
            </a:r>
            <a:r>
              <a:rPr lang="es-ES" sz="1600" dirty="0" smtClean="0">
                <a:solidFill>
                  <a:srgbClr val="FF0000"/>
                </a:solidFill>
              </a:rPr>
              <a:t>:</a:t>
            </a:r>
            <a:r>
              <a:rPr lang="es-ES" sz="1600" dirty="0" smtClean="0"/>
              <a:t> [ALUMBRAR]</a:t>
            </a:r>
          </a:p>
          <a:p>
            <a:r>
              <a:rPr lang="es-ES" sz="1600" dirty="0" smtClean="0"/>
              <a:t>           2.</a:t>
            </a:r>
            <a:r>
              <a:rPr lang="es-ES" sz="1600" dirty="0" smtClean="0">
                <a:solidFill>
                  <a:srgbClr val="FF0000"/>
                </a:solidFill>
              </a:rPr>
              <a:t>  </a:t>
            </a:r>
            <a:r>
              <a:rPr lang="es-ES" sz="1600" b="1" dirty="0" smtClean="0">
                <a:solidFill>
                  <a:srgbClr val="FF0000"/>
                </a:solidFill>
              </a:rPr>
              <a:t>ÓYAKADE</a:t>
            </a:r>
            <a:r>
              <a:rPr lang="es-ES" sz="1600" dirty="0" smtClean="0"/>
              <a:t>: [QUERER]                          16.  </a:t>
            </a:r>
            <a:r>
              <a:rPr lang="es-ES" sz="1600" b="1" dirty="0" smtClean="0">
                <a:solidFill>
                  <a:srgbClr val="FF0000"/>
                </a:solidFill>
              </a:rPr>
              <a:t>NITE</a:t>
            </a:r>
            <a:r>
              <a:rPr lang="es-ES" sz="1600" dirty="0" smtClean="0"/>
              <a:t>: [TEJER]                                      30.  </a:t>
            </a:r>
            <a:r>
              <a:rPr lang="es-ES" sz="1600" b="1" dirty="0" smtClean="0">
                <a:solidFill>
                  <a:srgbClr val="FF0000"/>
                </a:solidFill>
              </a:rPr>
              <a:t>K+ODE</a:t>
            </a:r>
            <a:r>
              <a:rPr lang="es-ES" sz="1600" dirty="0" smtClean="0"/>
              <a:t>: [VER]                                  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 </a:t>
            </a:r>
            <a:r>
              <a:rPr lang="es-ES" sz="1600" dirty="0" smtClean="0"/>
              <a:t>3.</a:t>
            </a:r>
            <a:r>
              <a:rPr lang="es-ES" sz="1600" dirty="0" smtClean="0">
                <a:solidFill>
                  <a:srgbClr val="FF0000"/>
                </a:solidFill>
              </a:rPr>
              <a:t>  </a:t>
            </a:r>
            <a:r>
              <a:rPr lang="es-ES" sz="1600" b="1" dirty="0" smtClean="0">
                <a:solidFill>
                  <a:srgbClr val="FF0000"/>
                </a:solidFill>
              </a:rPr>
              <a:t>MÁKADE</a:t>
            </a:r>
            <a:r>
              <a:rPr lang="es-ES" sz="1600" dirty="0" smtClean="0">
                <a:solidFill>
                  <a:srgbClr val="00B0F0"/>
                </a:solidFill>
              </a:rPr>
              <a:t>: </a:t>
            </a:r>
            <a:r>
              <a:rPr lang="es-ES" sz="1600" dirty="0" smtClean="0"/>
              <a:t>[CAMINAR]</a:t>
            </a:r>
            <a:r>
              <a:rPr lang="es-ES" sz="1600" dirty="0" smtClean="0">
                <a:solidFill>
                  <a:srgbClr val="00B0F0"/>
                </a:solidFill>
              </a:rPr>
              <a:t>                         </a:t>
            </a:r>
            <a:r>
              <a:rPr lang="es-ES" sz="1600" dirty="0" smtClean="0"/>
              <a:t>17. </a:t>
            </a:r>
            <a:r>
              <a:rPr lang="es-ES" sz="1600" dirty="0" smtClean="0">
                <a:solidFill>
                  <a:srgbClr val="00B0F0"/>
                </a:solidFill>
              </a:rPr>
              <a:t> </a:t>
            </a:r>
            <a:r>
              <a:rPr lang="es-ES" sz="1600" b="1" dirty="0" smtClean="0">
                <a:solidFill>
                  <a:srgbClr val="FF0000"/>
                </a:solidFill>
              </a:rPr>
              <a:t>JIRODE</a:t>
            </a:r>
            <a:r>
              <a:rPr lang="es-ES" sz="1600" dirty="0" smtClean="0"/>
              <a:t>: [TOMAR]                             31. </a:t>
            </a:r>
            <a:r>
              <a:rPr lang="es-ES" sz="1600" b="1" dirty="0" smtClean="0">
                <a:solidFill>
                  <a:srgbClr val="FF0000"/>
                </a:solidFill>
              </a:rPr>
              <a:t>J+FAIDE</a:t>
            </a:r>
            <a:r>
              <a:rPr lang="es-ES" sz="1600" dirty="0" smtClean="0">
                <a:solidFill>
                  <a:srgbClr val="00B0F0"/>
                </a:solidFill>
              </a:rPr>
              <a:t>: </a:t>
            </a:r>
            <a:r>
              <a:rPr lang="es-ES" sz="1600" dirty="0" smtClean="0"/>
              <a:t>[EMBRIAGAR]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 </a:t>
            </a:r>
            <a:r>
              <a:rPr lang="es-ES" sz="1600" dirty="0" smtClean="0"/>
              <a:t>4</a:t>
            </a:r>
            <a:r>
              <a:rPr lang="es-ES" sz="1600" b="1" dirty="0" smtClean="0"/>
              <a:t>.</a:t>
            </a:r>
            <a:r>
              <a:rPr lang="es-ES" sz="1600" b="1" dirty="0" smtClean="0">
                <a:solidFill>
                  <a:srgbClr val="FF0000"/>
                </a:solidFill>
              </a:rPr>
              <a:t>  ROKADE</a:t>
            </a:r>
            <a:r>
              <a:rPr lang="es-ES" sz="1600" dirty="0" smtClean="0"/>
              <a:t>: [CARGAR]                           18.  </a:t>
            </a:r>
            <a:r>
              <a:rPr lang="es-ES" sz="1600" b="1" dirty="0" smtClean="0">
                <a:solidFill>
                  <a:srgbClr val="FF0000"/>
                </a:solidFill>
              </a:rPr>
              <a:t>BE+DE</a:t>
            </a:r>
            <a:r>
              <a:rPr lang="es-ES" sz="1600" dirty="0" smtClean="0"/>
              <a:t>: [TOSTAR]                               32</a:t>
            </a:r>
            <a:r>
              <a:rPr lang="es-ES" sz="1600" b="1" dirty="0" smtClean="0"/>
              <a:t>.  </a:t>
            </a:r>
            <a:r>
              <a:rPr lang="es-ES" sz="1600" b="1" dirty="0" smtClean="0">
                <a:solidFill>
                  <a:srgbClr val="FF0000"/>
                </a:solidFill>
              </a:rPr>
              <a:t>NOIDE</a:t>
            </a:r>
            <a:r>
              <a:rPr lang="es-ES" sz="1600" dirty="0" smtClean="0"/>
              <a:t>: [BAÑAR]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 </a:t>
            </a:r>
            <a:r>
              <a:rPr lang="es-ES" sz="1600" dirty="0" smtClean="0"/>
              <a:t>5.</a:t>
            </a:r>
            <a:r>
              <a:rPr lang="es-ES" sz="1600" dirty="0" smtClean="0">
                <a:solidFill>
                  <a:srgbClr val="FF0000"/>
                </a:solidFill>
              </a:rPr>
              <a:t>  </a:t>
            </a:r>
            <a:r>
              <a:rPr lang="es-ES" sz="1600" b="1" dirty="0" smtClean="0">
                <a:solidFill>
                  <a:srgbClr val="FF0000"/>
                </a:solidFill>
              </a:rPr>
              <a:t>RÁOTE</a:t>
            </a:r>
            <a:r>
              <a:rPr lang="es-ES" sz="1600" dirty="0" smtClean="0"/>
              <a:t>: [CAZAR]                                  19.  </a:t>
            </a:r>
            <a:r>
              <a:rPr lang="es-ES" sz="1600" b="1" dirty="0" smtClean="0">
                <a:solidFill>
                  <a:srgbClr val="FF0000"/>
                </a:solidFill>
              </a:rPr>
              <a:t>T+EDE</a:t>
            </a:r>
            <a:r>
              <a:rPr lang="es-ES" sz="1600" dirty="0" smtClean="0"/>
              <a:t>: [TUMBAR]                              33.  </a:t>
            </a:r>
            <a:r>
              <a:rPr lang="es-ES" sz="1600" b="1" dirty="0" smtClean="0">
                <a:solidFill>
                  <a:srgbClr val="FF0000"/>
                </a:solidFill>
              </a:rPr>
              <a:t>JAIDE</a:t>
            </a:r>
            <a:r>
              <a:rPr lang="es-ES" sz="1600" dirty="0" smtClean="0"/>
              <a:t>: [IR]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 </a:t>
            </a:r>
            <a:r>
              <a:rPr lang="es-ES" sz="1600" dirty="0" smtClean="0"/>
              <a:t>6.</a:t>
            </a:r>
            <a:r>
              <a:rPr lang="es-ES" sz="1600" dirty="0" smtClean="0">
                <a:solidFill>
                  <a:srgbClr val="FF0000"/>
                </a:solidFill>
              </a:rPr>
              <a:t>  </a:t>
            </a:r>
            <a:r>
              <a:rPr lang="es-ES" sz="1600" b="1" dirty="0" smtClean="0">
                <a:solidFill>
                  <a:srgbClr val="FF0000"/>
                </a:solidFill>
              </a:rPr>
              <a:t>GUITE</a:t>
            </a:r>
            <a:r>
              <a:rPr lang="es-ES" sz="1600" dirty="0" smtClean="0"/>
              <a:t>: [COMER]                                   20.  </a:t>
            </a:r>
            <a:r>
              <a:rPr lang="es-ES" sz="1600" b="1" dirty="0" smtClean="0">
                <a:solidFill>
                  <a:srgbClr val="FF0000"/>
                </a:solidFill>
              </a:rPr>
              <a:t>J+TADE</a:t>
            </a:r>
            <a:r>
              <a:rPr lang="es-ES" sz="1600" dirty="0" smtClean="0"/>
              <a:t> : [VESTIR]                             34.  </a:t>
            </a:r>
            <a:r>
              <a:rPr lang="es-ES" sz="1600" b="1" dirty="0" smtClean="0">
                <a:solidFill>
                  <a:srgbClr val="FF0000"/>
                </a:solidFill>
              </a:rPr>
              <a:t>JAKAIDE</a:t>
            </a:r>
            <a:r>
              <a:rPr lang="es-ES" sz="1600" dirty="0" smtClean="0"/>
              <a:t>: [CICATRIZAR]</a:t>
            </a:r>
            <a:endParaRPr lang="en-US" sz="1600" dirty="0" smtClean="0"/>
          </a:p>
          <a:p>
            <a:r>
              <a:rPr lang="es-ES" sz="1600" dirty="0" smtClean="0">
                <a:solidFill>
                  <a:srgbClr val="FF0000"/>
                </a:solidFill>
              </a:rPr>
              <a:t>           </a:t>
            </a:r>
            <a:r>
              <a:rPr lang="es-ES" sz="1600" dirty="0" smtClean="0"/>
              <a:t>7.</a:t>
            </a:r>
            <a:r>
              <a:rPr lang="es-ES" sz="1600" dirty="0" smtClean="0">
                <a:solidFill>
                  <a:srgbClr val="FF0000"/>
                </a:solidFill>
              </a:rPr>
              <a:t>  </a:t>
            </a:r>
            <a:r>
              <a:rPr lang="es-ES" sz="1600" b="1" dirty="0" smtClean="0">
                <a:solidFill>
                  <a:srgbClr val="FF0000"/>
                </a:solidFill>
              </a:rPr>
              <a:t>AIZ+DE</a:t>
            </a:r>
            <a:r>
              <a:rPr lang="es-ES" sz="1600" dirty="0" smtClean="0">
                <a:solidFill>
                  <a:srgbClr val="FF0000"/>
                </a:solidFill>
              </a:rPr>
              <a:t> </a:t>
            </a:r>
            <a:r>
              <a:rPr lang="es-ES" sz="1600" dirty="0" smtClean="0"/>
              <a:t>: [CORRER] </a:t>
            </a:r>
            <a:r>
              <a:rPr lang="es-ES" sz="1600" dirty="0" smtClean="0">
                <a:solidFill>
                  <a:srgbClr val="00B0F0"/>
                </a:solidFill>
              </a:rPr>
              <a:t>                              </a:t>
            </a:r>
            <a:r>
              <a:rPr lang="es-ES" sz="1600" dirty="0" smtClean="0"/>
              <a:t>21. </a:t>
            </a:r>
            <a:r>
              <a:rPr lang="es-ES" sz="1600" dirty="0" smtClean="0">
                <a:solidFill>
                  <a:srgbClr val="00B0F0"/>
                </a:solidFill>
              </a:rPr>
              <a:t> </a:t>
            </a:r>
            <a:r>
              <a:rPr lang="es-ES" sz="1600" b="1" dirty="0" smtClean="0">
                <a:solidFill>
                  <a:srgbClr val="FF0000"/>
                </a:solidFill>
              </a:rPr>
              <a:t>ITE</a:t>
            </a:r>
            <a:r>
              <a:rPr lang="es-ES" sz="1600" dirty="0" smtClean="0">
                <a:solidFill>
                  <a:srgbClr val="00B0F0"/>
                </a:solidFill>
              </a:rPr>
              <a:t> : </a:t>
            </a:r>
            <a:r>
              <a:rPr lang="es-ES" sz="1600" dirty="0" smtClean="0"/>
              <a:t>[SER/ESTAR]                              35. </a:t>
            </a:r>
            <a:r>
              <a:rPr lang="es-ES" sz="1600" dirty="0" smtClean="0">
                <a:solidFill>
                  <a:srgbClr val="00B0F0"/>
                </a:solidFill>
              </a:rPr>
              <a:t> </a:t>
            </a:r>
            <a:r>
              <a:rPr lang="es-ES" sz="1600" b="1" dirty="0" smtClean="0">
                <a:solidFill>
                  <a:srgbClr val="FF0000"/>
                </a:solidFill>
              </a:rPr>
              <a:t>ROTE</a:t>
            </a:r>
            <a:r>
              <a:rPr lang="es-ES" sz="1600" dirty="0" smtClean="0"/>
              <a:t>: [CANTAR]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 </a:t>
            </a:r>
            <a:r>
              <a:rPr lang="es-ES" sz="1600" dirty="0" smtClean="0"/>
              <a:t>8.</a:t>
            </a:r>
            <a:r>
              <a:rPr lang="es-ES" sz="1600" dirty="0" smtClean="0">
                <a:solidFill>
                  <a:srgbClr val="FF0000"/>
                </a:solidFill>
              </a:rPr>
              <a:t>  </a:t>
            </a:r>
            <a:r>
              <a:rPr lang="es-ES" sz="1600" b="1" dirty="0" smtClean="0">
                <a:solidFill>
                  <a:srgbClr val="FF0000"/>
                </a:solidFill>
              </a:rPr>
              <a:t>RAFODE</a:t>
            </a:r>
            <a:r>
              <a:rPr lang="es-ES" sz="1600" dirty="0" smtClean="0"/>
              <a:t>: [BARRER]                                22.  </a:t>
            </a:r>
            <a:r>
              <a:rPr lang="es-ES" sz="1600" b="1" dirty="0" smtClean="0">
                <a:solidFill>
                  <a:srgbClr val="FF0000"/>
                </a:solidFill>
              </a:rPr>
              <a:t>RITE</a:t>
            </a:r>
            <a:r>
              <a:rPr lang="es-ES" sz="1600" dirty="0" smtClean="0"/>
              <a:t>: [SEMBRAR]                              36.  </a:t>
            </a:r>
            <a:r>
              <a:rPr lang="es-ES" sz="1600" b="1" dirty="0" smtClean="0">
                <a:solidFill>
                  <a:srgbClr val="FF0000"/>
                </a:solidFill>
              </a:rPr>
              <a:t>KURUDE</a:t>
            </a:r>
            <a:r>
              <a:rPr lang="es-ES" sz="1600" dirty="0" smtClean="0"/>
              <a:t>: [DESYERBAR]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 </a:t>
            </a:r>
            <a:r>
              <a:rPr lang="es-ES" sz="1600" dirty="0" smtClean="0"/>
              <a:t>9.</a:t>
            </a:r>
            <a:r>
              <a:rPr lang="es-ES" sz="1600" dirty="0" smtClean="0">
                <a:solidFill>
                  <a:srgbClr val="FF0000"/>
                </a:solidFill>
              </a:rPr>
              <a:t>  </a:t>
            </a:r>
            <a:r>
              <a:rPr lang="es-ES" sz="1600" b="1" dirty="0" smtClean="0">
                <a:solidFill>
                  <a:srgbClr val="FF0000"/>
                </a:solidFill>
              </a:rPr>
              <a:t>KUETE</a:t>
            </a:r>
            <a:r>
              <a:rPr lang="es-ES" sz="1600" dirty="0" smtClean="0"/>
              <a:t>: [ESCRIBIR]                                  23.  </a:t>
            </a:r>
            <a:r>
              <a:rPr lang="es-ES" sz="1600" b="1" dirty="0" smtClean="0">
                <a:solidFill>
                  <a:srgbClr val="FF0000"/>
                </a:solidFill>
              </a:rPr>
              <a:t>RA+NADE</a:t>
            </a:r>
            <a:r>
              <a:rPr lang="es-ES" sz="1600" dirty="0" smtClean="0"/>
              <a:t>: [SENTAR]                        37. </a:t>
            </a:r>
            <a:r>
              <a:rPr lang="es-ES" sz="1600" b="1" smtClean="0">
                <a:solidFill>
                  <a:srgbClr val="FF0000"/>
                </a:solidFill>
              </a:rPr>
              <a:t>KURUITE</a:t>
            </a:r>
            <a:r>
              <a:rPr lang="es-ES" sz="1600" dirty="0" smtClean="0"/>
              <a:t>: [CULTIVAR]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</a:t>
            </a:r>
            <a:r>
              <a:rPr lang="es-ES" sz="1600" dirty="0" smtClean="0"/>
              <a:t>10.</a:t>
            </a:r>
            <a:r>
              <a:rPr lang="es-ES" sz="1600" dirty="0" smtClean="0">
                <a:solidFill>
                  <a:srgbClr val="FF0000"/>
                </a:solidFill>
              </a:rPr>
              <a:t> </a:t>
            </a:r>
            <a:r>
              <a:rPr lang="es-ES" sz="1600" b="1" dirty="0" smtClean="0">
                <a:solidFill>
                  <a:srgbClr val="FF0000"/>
                </a:solidFill>
              </a:rPr>
              <a:t>J+FANOTE</a:t>
            </a:r>
            <a:r>
              <a:rPr lang="es-ES" sz="1600" dirty="0" smtClean="0"/>
              <a:t>: [JUGAR]                             24.  </a:t>
            </a:r>
            <a:r>
              <a:rPr lang="es-ES" sz="1600" b="1" dirty="0" smtClean="0">
                <a:solidFill>
                  <a:srgbClr val="FF0000"/>
                </a:solidFill>
              </a:rPr>
              <a:t>FAKODE</a:t>
            </a:r>
            <a:r>
              <a:rPr lang="es-ES" sz="1600" dirty="0" smtClean="0"/>
              <a:t>: [PESCAR]                          38. </a:t>
            </a:r>
            <a:r>
              <a:rPr lang="es-ES" sz="1600" b="1" dirty="0" smtClean="0">
                <a:solidFill>
                  <a:srgbClr val="FF0000"/>
                </a:solidFill>
              </a:rPr>
              <a:t>FEKADE</a:t>
            </a:r>
            <a:r>
              <a:rPr lang="es-ES" sz="1600" dirty="0" smtClean="0"/>
              <a:t>: [REPARTIR]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</a:t>
            </a:r>
            <a:r>
              <a:rPr lang="es-ES" sz="1600" dirty="0" smtClean="0"/>
              <a:t>11.</a:t>
            </a:r>
            <a:r>
              <a:rPr lang="es-ES" sz="1600" dirty="0" smtClean="0">
                <a:solidFill>
                  <a:srgbClr val="FF0000"/>
                </a:solidFill>
              </a:rPr>
              <a:t> </a:t>
            </a:r>
            <a:r>
              <a:rPr lang="es-ES" sz="1600" b="1" dirty="0" smtClean="0">
                <a:solidFill>
                  <a:srgbClr val="FF0000"/>
                </a:solidFill>
              </a:rPr>
              <a:t>KA+Y+DE</a:t>
            </a:r>
            <a:r>
              <a:rPr lang="es-ES" sz="1600" dirty="0" smtClean="0"/>
              <a:t>: [GRITAR]                              25.  </a:t>
            </a:r>
            <a:r>
              <a:rPr lang="es-ES" sz="1600" b="1" dirty="0" smtClean="0">
                <a:solidFill>
                  <a:srgbClr val="FF0000"/>
                </a:solidFill>
              </a:rPr>
              <a:t>EROIDE</a:t>
            </a:r>
            <a:r>
              <a:rPr lang="es-ES" sz="1600" dirty="0" smtClean="0"/>
              <a:t>: [MIRAR]                              39.  </a:t>
            </a:r>
            <a:r>
              <a:rPr lang="es-ES" sz="1600" b="1" dirty="0" smtClean="0">
                <a:solidFill>
                  <a:srgbClr val="FF0000"/>
                </a:solidFill>
              </a:rPr>
              <a:t>MER+DE</a:t>
            </a:r>
            <a:r>
              <a:rPr lang="es-ES" sz="1600" dirty="0" smtClean="0"/>
              <a:t>: [ROBAR]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</a:t>
            </a:r>
            <a:r>
              <a:rPr lang="es-ES" sz="1600" dirty="0" smtClean="0"/>
              <a:t>12.</a:t>
            </a:r>
            <a:r>
              <a:rPr lang="es-ES" sz="1600" dirty="0" smtClean="0">
                <a:solidFill>
                  <a:srgbClr val="FF0000"/>
                </a:solidFill>
              </a:rPr>
              <a:t> </a:t>
            </a:r>
            <a:r>
              <a:rPr lang="es-ES" sz="1600" b="1" dirty="0" smtClean="0">
                <a:solidFill>
                  <a:srgbClr val="FF0000"/>
                </a:solidFill>
              </a:rPr>
              <a:t>ZADAIDE</a:t>
            </a:r>
            <a:r>
              <a:rPr lang="es-ES" sz="1600" dirty="0" smtClean="0"/>
              <a:t>: [REIR]                                     26.  </a:t>
            </a:r>
            <a:r>
              <a:rPr lang="es-ES" sz="1600" b="1" dirty="0" smtClean="0">
                <a:solidFill>
                  <a:srgbClr val="FF0000"/>
                </a:solidFill>
              </a:rPr>
              <a:t>BOTADE</a:t>
            </a:r>
            <a:r>
              <a:rPr lang="es-ES" sz="1600" dirty="0" smtClean="0"/>
              <a:t>: [HUIR]                               40. </a:t>
            </a:r>
            <a:r>
              <a:rPr lang="es-ES" sz="1600" b="1" dirty="0" smtClean="0">
                <a:solidFill>
                  <a:srgbClr val="FF0000"/>
                </a:solidFill>
              </a:rPr>
              <a:t>OKUIDE</a:t>
            </a:r>
            <a:r>
              <a:rPr lang="es-ES" sz="1600" dirty="0" smtClean="0"/>
              <a:t>: [MANDAR]</a:t>
            </a:r>
          </a:p>
          <a:p>
            <a:r>
              <a:rPr lang="es-ES" sz="1600" dirty="0" smtClean="0">
                <a:solidFill>
                  <a:srgbClr val="FF0000"/>
                </a:solidFill>
              </a:rPr>
              <a:t>          </a:t>
            </a:r>
            <a:r>
              <a:rPr lang="es-ES" sz="1600" dirty="0" smtClean="0"/>
              <a:t>13.</a:t>
            </a:r>
            <a:r>
              <a:rPr lang="es-ES" sz="1600" dirty="0" smtClean="0">
                <a:solidFill>
                  <a:srgbClr val="FF0000"/>
                </a:solidFill>
              </a:rPr>
              <a:t> </a:t>
            </a:r>
            <a:r>
              <a:rPr lang="es-ES" sz="1600" b="1" dirty="0" smtClean="0">
                <a:solidFill>
                  <a:srgbClr val="FF0000"/>
                </a:solidFill>
              </a:rPr>
              <a:t>JA+TE</a:t>
            </a:r>
            <a:r>
              <a:rPr lang="es-ES" sz="1600" dirty="0" smtClean="0"/>
              <a:t>: [REMAR]                                     27.  </a:t>
            </a:r>
            <a:r>
              <a:rPr lang="es-ES" sz="1600" b="1" dirty="0" smtClean="0">
                <a:solidFill>
                  <a:srgbClr val="FF0000"/>
                </a:solidFill>
              </a:rPr>
              <a:t>DUTE:</a:t>
            </a:r>
            <a:r>
              <a:rPr lang="es-ES" sz="1600" dirty="0" smtClean="0"/>
              <a:t> [MAMBEAR]                           41. </a:t>
            </a:r>
            <a:r>
              <a:rPr lang="es-ES" sz="1600" b="1" dirty="0" smtClean="0">
                <a:solidFill>
                  <a:srgbClr val="FF0000"/>
                </a:solidFill>
              </a:rPr>
              <a:t>T+IDE</a:t>
            </a:r>
            <a:r>
              <a:rPr lang="es-ES" sz="1600" dirty="0" smtClean="0"/>
              <a:t>: [MORIR]</a:t>
            </a:r>
          </a:p>
          <a:p>
            <a:r>
              <a:rPr lang="es-ES" sz="1600" dirty="0" smtClean="0"/>
              <a:t>          14. </a:t>
            </a:r>
            <a:r>
              <a:rPr lang="es-ES" sz="1600" b="1" dirty="0" smtClean="0">
                <a:solidFill>
                  <a:srgbClr val="FF0000"/>
                </a:solidFill>
              </a:rPr>
              <a:t>A+R+D</a:t>
            </a:r>
            <a:r>
              <a:rPr lang="es-ES" sz="1600" dirty="0" smtClean="0">
                <a:solidFill>
                  <a:srgbClr val="FF0000"/>
                </a:solidFill>
              </a:rPr>
              <a:t>E</a:t>
            </a:r>
            <a:r>
              <a:rPr lang="es-ES" sz="1600" dirty="0" smtClean="0"/>
              <a:t>: [SOCOLAR]                             28. </a:t>
            </a:r>
            <a:r>
              <a:rPr lang="es-ES" sz="1600" b="1" dirty="0" smtClean="0">
                <a:solidFill>
                  <a:srgbClr val="FF0000"/>
                </a:solidFill>
              </a:rPr>
              <a:t>JÍYODE</a:t>
            </a:r>
            <a:r>
              <a:rPr lang="es-ES" sz="1600" dirty="0" smtClean="0"/>
              <a:t>: [SANAR]                             42. </a:t>
            </a:r>
            <a:r>
              <a:rPr lang="es-ES" sz="1600" b="1" dirty="0" smtClean="0">
                <a:solidFill>
                  <a:srgbClr val="FF0000"/>
                </a:solidFill>
              </a:rPr>
              <a:t>KUINADE</a:t>
            </a:r>
            <a:r>
              <a:rPr lang="es-ES" sz="1600" dirty="0" smtClean="0"/>
              <a:t>: [AMARRAR]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0609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156754"/>
            <a:ext cx="9404723" cy="653143"/>
          </a:xfrm>
        </p:spPr>
        <p:txBody>
          <a:bodyPr/>
          <a:lstStyle/>
          <a:p>
            <a:pPr algn="ctr"/>
            <a:r>
              <a:rPr lang="es-ES" sz="3200" b="1" dirty="0">
                <a:solidFill>
                  <a:schemeClr val="bg1"/>
                </a:solidFill>
              </a:rPr>
              <a:t>VERBOS EN UITOTO MURUY MYUNA </a:t>
            </a:r>
            <a:r>
              <a:rPr lang="es-ES" sz="3200" b="1" dirty="0" smtClean="0">
                <a:solidFill>
                  <a:schemeClr val="bg1"/>
                </a:solidFill>
              </a:rPr>
              <a:t>2.</a:t>
            </a:r>
            <a:endParaRPr lang="en-US" sz="32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2881" y="953589"/>
            <a:ext cx="11900262" cy="5747657"/>
          </a:xfrm>
        </p:spPr>
        <p:txBody>
          <a:bodyPr>
            <a:normAutofit fontScale="85000" lnSpcReduction="10000"/>
          </a:bodyPr>
          <a:lstStyle/>
          <a:p>
            <a:r>
              <a:rPr lang="es-ES" sz="1900" dirty="0"/>
              <a:t>43. </a:t>
            </a:r>
            <a:r>
              <a:rPr lang="es-ES" sz="1900" dirty="0" smtClean="0"/>
              <a:t> </a:t>
            </a:r>
            <a:r>
              <a:rPr lang="en-US" sz="1900" b="1" dirty="0" smtClean="0">
                <a:solidFill>
                  <a:srgbClr val="FF0000"/>
                </a:solidFill>
              </a:rPr>
              <a:t>BÓIDE</a:t>
            </a:r>
            <a:r>
              <a:rPr lang="en-US" sz="1900" dirty="0"/>
              <a:t>: [HERIR]                             </a:t>
            </a:r>
            <a:r>
              <a:rPr lang="en-US" sz="1900" dirty="0" smtClean="0"/>
              <a:t>     </a:t>
            </a:r>
            <a:r>
              <a:rPr lang="en-US" sz="1900" dirty="0"/>
              <a:t>59. </a:t>
            </a:r>
            <a:r>
              <a:rPr lang="en-US" sz="1900" dirty="0" smtClean="0"/>
              <a:t> </a:t>
            </a:r>
            <a:r>
              <a:rPr lang="en-US" sz="1900" b="1" dirty="0" smtClean="0">
                <a:solidFill>
                  <a:srgbClr val="FF0000"/>
                </a:solidFill>
              </a:rPr>
              <a:t>+</a:t>
            </a:r>
            <a:r>
              <a:rPr lang="en-US" sz="1900" b="1" dirty="0">
                <a:solidFill>
                  <a:srgbClr val="FF0000"/>
                </a:solidFill>
              </a:rPr>
              <a:t>BAIDE</a:t>
            </a:r>
            <a:r>
              <a:rPr lang="en-US" sz="1900" dirty="0"/>
              <a:t>: [CERRAR]                           </a:t>
            </a:r>
            <a:r>
              <a:rPr lang="en-US" sz="1900" dirty="0" smtClean="0"/>
              <a:t> </a:t>
            </a:r>
            <a:r>
              <a:rPr lang="en-US" sz="1900" dirty="0"/>
              <a:t>75</a:t>
            </a:r>
            <a:r>
              <a:rPr lang="en-US" sz="1900" dirty="0" smtClean="0"/>
              <a:t>.  </a:t>
            </a:r>
            <a:r>
              <a:rPr lang="en-US" sz="1900" b="1" dirty="0">
                <a:solidFill>
                  <a:srgbClr val="FF0000"/>
                </a:solidFill>
              </a:rPr>
              <a:t>A+NIDE</a:t>
            </a:r>
            <a:r>
              <a:rPr lang="en-US" sz="1900" dirty="0"/>
              <a:t>: [MORDER] </a:t>
            </a:r>
          </a:p>
          <a:p>
            <a:r>
              <a:rPr lang="es-ES" sz="1900" dirty="0"/>
              <a:t>44.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Z+R+DE</a:t>
            </a:r>
            <a:r>
              <a:rPr lang="es-ES" sz="1900" dirty="0"/>
              <a:t>: [RESBALAR]                        </a:t>
            </a:r>
            <a:r>
              <a:rPr lang="es-ES" sz="1900" dirty="0" smtClean="0"/>
              <a:t> 60.  </a:t>
            </a:r>
            <a:r>
              <a:rPr lang="es-ES" sz="1900" b="1" dirty="0">
                <a:solidFill>
                  <a:srgbClr val="FF0000"/>
                </a:solidFill>
              </a:rPr>
              <a:t>+BADE</a:t>
            </a:r>
            <a:r>
              <a:rPr lang="es-ES" sz="1900" dirty="0"/>
              <a:t>: [COMPRAR]                         </a:t>
            </a:r>
            <a:r>
              <a:rPr lang="es-ES" sz="1900" dirty="0" smtClean="0"/>
              <a:t>76.  </a:t>
            </a:r>
            <a:r>
              <a:rPr lang="es-ES" sz="1900" b="1" dirty="0" smtClean="0">
                <a:solidFill>
                  <a:srgbClr val="FF0000"/>
                </a:solidFill>
              </a:rPr>
              <a:t>R+AITE</a:t>
            </a:r>
            <a:r>
              <a:rPr lang="es-ES" sz="1900" dirty="0"/>
              <a:t>: [MOJAR]</a:t>
            </a:r>
          </a:p>
          <a:p>
            <a:r>
              <a:rPr lang="es-ES" sz="1900" dirty="0"/>
              <a:t>45.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JOKODE</a:t>
            </a:r>
            <a:r>
              <a:rPr lang="es-ES" sz="1900" dirty="0"/>
              <a:t>: [LAVAR]                             </a:t>
            </a:r>
            <a:r>
              <a:rPr lang="es-ES" sz="1900" dirty="0" smtClean="0"/>
              <a:t>61</a:t>
            </a:r>
            <a:r>
              <a:rPr lang="es-ES" sz="1900" dirty="0"/>
              <a:t>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ZETE</a:t>
            </a:r>
            <a:r>
              <a:rPr lang="es-ES" sz="1900" dirty="0"/>
              <a:t>: [COCINAR]                              </a:t>
            </a:r>
            <a:r>
              <a:rPr lang="es-ES" sz="1900" dirty="0" smtClean="0"/>
              <a:t>77.  </a:t>
            </a:r>
            <a:r>
              <a:rPr lang="es-ES" sz="1900" b="1" dirty="0">
                <a:solidFill>
                  <a:srgbClr val="FF0000"/>
                </a:solidFill>
              </a:rPr>
              <a:t>KAKADE</a:t>
            </a:r>
            <a:r>
              <a:rPr lang="es-ES" sz="1900" dirty="0"/>
              <a:t>: [ESCUCHAR]</a:t>
            </a:r>
          </a:p>
          <a:p>
            <a:r>
              <a:rPr lang="es-ES" sz="1900" dirty="0"/>
              <a:t>46.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DOTE</a:t>
            </a:r>
            <a:r>
              <a:rPr lang="es-ES" sz="1900" dirty="0"/>
              <a:t>: [LIMPIAR]                                62.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T+FODE</a:t>
            </a:r>
            <a:r>
              <a:rPr lang="es-ES" sz="1900" dirty="0"/>
              <a:t>: [COSER]                              78</a:t>
            </a:r>
            <a:r>
              <a:rPr lang="es-ES" sz="1900" dirty="0" smtClean="0"/>
              <a:t>.  </a:t>
            </a:r>
            <a:r>
              <a:rPr lang="es-ES" sz="1900" b="1" dirty="0">
                <a:solidFill>
                  <a:srgbClr val="FF0000"/>
                </a:solidFill>
              </a:rPr>
              <a:t>KÚIDODE</a:t>
            </a:r>
            <a:r>
              <a:rPr lang="es-ES" sz="1900" dirty="0"/>
              <a:t>: [PELAR/RASPAR]</a:t>
            </a:r>
          </a:p>
          <a:p>
            <a:r>
              <a:rPr lang="es-ES" sz="1900" dirty="0"/>
              <a:t>47.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ÓKOZINAIDE</a:t>
            </a:r>
            <a:r>
              <a:rPr lang="es-ES" sz="1900" dirty="0"/>
              <a:t>: [CANSAR]                  </a:t>
            </a:r>
            <a:r>
              <a:rPr lang="es-ES" sz="1900" dirty="0" smtClean="0"/>
              <a:t>63.  </a:t>
            </a:r>
            <a:r>
              <a:rPr lang="es-ES" sz="1900" b="1" dirty="0">
                <a:solidFill>
                  <a:srgbClr val="FF0000"/>
                </a:solidFill>
              </a:rPr>
              <a:t>KÓMUIDE</a:t>
            </a:r>
            <a:r>
              <a:rPr lang="es-ES" sz="1900" dirty="0"/>
              <a:t>: [CRECER]                        </a:t>
            </a:r>
            <a:r>
              <a:rPr lang="es-ES" sz="1900" dirty="0" smtClean="0"/>
              <a:t>79.  </a:t>
            </a:r>
            <a:r>
              <a:rPr lang="es-ES" sz="1900" b="1" dirty="0">
                <a:solidFill>
                  <a:srgbClr val="FF0000"/>
                </a:solidFill>
              </a:rPr>
              <a:t>FUIRIDE</a:t>
            </a:r>
            <a:r>
              <a:rPr lang="es-ES" sz="1900" dirty="0">
                <a:solidFill>
                  <a:srgbClr val="FF0000"/>
                </a:solidFill>
              </a:rPr>
              <a:t>:</a:t>
            </a:r>
            <a:r>
              <a:rPr lang="es-ES" sz="1900" dirty="0"/>
              <a:t> [PELEAR]</a:t>
            </a:r>
          </a:p>
          <a:p>
            <a:r>
              <a:rPr lang="es-ES" sz="1900" dirty="0"/>
              <a:t>48.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AGUIRITE</a:t>
            </a:r>
            <a:r>
              <a:rPr lang="es-ES" sz="1900" dirty="0"/>
              <a:t>: [BALANCEAR]                  </a:t>
            </a:r>
            <a:r>
              <a:rPr lang="es-ES" sz="1900" dirty="0" smtClean="0"/>
              <a:t>64</a:t>
            </a:r>
            <a:r>
              <a:rPr lang="es-ES" sz="1900" b="1" dirty="0"/>
              <a:t>. </a:t>
            </a:r>
            <a:r>
              <a:rPr lang="es-ES" sz="1900" b="1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F+EDE</a:t>
            </a:r>
            <a:r>
              <a:rPr lang="es-ES" sz="1900" dirty="0"/>
              <a:t>: [DEJAR]                                 80</a:t>
            </a:r>
            <a:r>
              <a:rPr lang="es-ES" sz="1900" b="1" dirty="0"/>
              <a:t>. </a:t>
            </a:r>
            <a:r>
              <a:rPr lang="es-ES" sz="1900" b="1" dirty="0" smtClean="0"/>
              <a:t> </a:t>
            </a:r>
            <a:r>
              <a:rPr lang="es-ES" sz="1900" b="1" dirty="0" smtClean="0">
                <a:solidFill>
                  <a:schemeClr val="bg1"/>
                </a:solidFill>
              </a:rPr>
              <a:t>R+IDOTE</a:t>
            </a:r>
            <a:r>
              <a:rPr lang="es-ES" sz="1900" dirty="0"/>
              <a:t>: [MEZQUINAR]</a:t>
            </a:r>
          </a:p>
          <a:p>
            <a:r>
              <a:rPr lang="es-ES" sz="1900" dirty="0"/>
              <a:t>49</a:t>
            </a:r>
            <a:r>
              <a:rPr lang="es-ES" sz="1900" dirty="0" smtClean="0"/>
              <a:t>.  </a:t>
            </a:r>
            <a:r>
              <a:rPr lang="es-ES" sz="1900" b="1" dirty="0">
                <a:solidFill>
                  <a:srgbClr val="FF0000"/>
                </a:solidFill>
              </a:rPr>
              <a:t>GÉTADE</a:t>
            </a:r>
            <a:r>
              <a:rPr lang="es-ES" sz="1900" dirty="0"/>
              <a:t>: [TOCAR]                             </a:t>
            </a:r>
            <a:r>
              <a:rPr lang="es-ES" sz="1900" dirty="0" smtClean="0"/>
              <a:t>65</a:t>
            </a:r>
            <a:r>
              <a:rPr lang="es-ES" sz="1900" dirty="0"/>
              <a:t>. </a:t>
            </a:r>
            <a:r>
              <a:rPr lang="es-ES" sz="1900" dirty="0" smtClean="0"/>
              <a:t> </a:t>
            </a:r>
            <a:r>
              <a:rPr lang="es-ES" sz="1900" b="1" smtClean="0">
                <a:solidFill>
                  <a:srgbClr val="FF0000"/>
                </a:solidFill>
              </a:rPr>
              <a:t>FÉIDE</a:t>
            </a:r>
            <a:r>
              <a:rPr lang="es-ES" sz="1900" dirty="0"/>
              <a:t>: [OLVIDAR]                       </a:t>
            </a:r>
            <a:r>
              <a:rPr lang="es-ES" sz="1900" dirty="0" smtClean="0"/>
              <a:t>        81</a:t>
            </a:r>
            <a:r>
              <a:rPr lang="es-ES" sz="1900" dirty="0"/>
              <a:t>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D+TADE</a:t>
            </a:r>
            <a:r>
              <a:rPr lang="es-ES" sz="1900" dirty="0"/>
              <a:t>: [QUEBRAR]</a:t>
            </a:r>
          </a:p>
          <a:p>
            <a:r>
              <a:rPr lang="es-ES" sz="1900" dirty="0"/>
              <a:t>50.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ÍOBITE</a:t>
            </a:r>
            <a:r>
              <a:rPr lang="es-ES" sz="1900" dirty="0"/>
              <a:t>: [ALEGRAR]                            </a:t>
            </a:r>
            <a:r>
              <a:rPr lang="es-ES" sz="1900" dirty="0" smtClean="0"/>
              <a:t>66.  </a:t>
            </a:r>
            <a:r>
              <a:rPr lang="es-ES" sz="1900" b="1" dirty="0">
                <a:solidFill>
                  <a:srgbClr val="FF0000"/>
                </a:solidFill>
              </a:rPr>
              <a:t>TOTADE</a:t>
            </a:r>
            <a:r>
              <a:rPr lang="es-ES" sz="1900" dirty="0"/>
              <a:t>: [REGAR]                              82. </a:t>
            </a:r>
            <a:r>
              <a:rPr lang="es-ES" sz="1900" b="1" dirty="0" smtClean="0">
                <a:solidFill>
                  <a:srgbClr val="FF0000"/>
                </a:solidFill>
              </a:rPr>
              <a:t>F+EDE</a:t>
            </a:r>
            <a:r>
              <a:rPr lang="es-ES" sz="1900" dirty="0"/>
              <a:t>: [QUEDAR]</a:t>
            </a:r>
          </a:p>
          <a:p>
            <a:r>
              <a:rPr lang="es-ES" sz="1900" dirty="0"/>
              <a:t>51</a:t>
            </a:r>
            <a:r>
              <a:rPr lang="es-ES" sz="1900" dirty="0" smtClean="0"/>
              <a:t>.  </a:t>
            </a:r>
            <a:r>
              <a:rPr lang="es-ES" sz="1900" b="1" dirty="0">
                <a:solidFill>
                  <a:srgbClr val="FF0000"/>
                </a:solidFill>
              </a:rPr>
              <a:t>ÍZIRUITE</a:t>
            </a:r>
            <a:r>
              <a:rPr lang="es-ES" sz="1900" dirty="0"/>
              <a:t>: [</a:t>
            </a:r>
            <a:r>
              <a:rPr lang="es-ES" sz="1900" dirty="0" smtClean="0"/>
              <a:t>ESTIMAR]                            67</a:t>
            </a:r>
            <a:r>
              <a:rPr lang="es-ES" sz="1900" dirty="0"/>
              <a:t>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ÚITE</a:t>
            </a:r>
            <a:r>
              <a:rPr lang="es-ES" sz="1900" dirty="0"/>
              <a:t>: [LLEVAR]                                    83. </a:t>
            </a:r>
            <a:r>
              <a:rPr lang="es-ES" sz="1900" b="1" dirty="0">
                <a:solidFill>
                  <a:srgbClr val="FF0000"/>
                </a:solidFill>
              </a:rPr>
              <a:t>ZAITE</a:t>
            </a:r>
            <a:r>
              <a:rPr lang="es-ES" sz="1900" dirty="0"/>
              <a:t>: [BAILAR]</a:t>
            </a:r>
          </a:p>
          <a:p>
            <a:r>
              <a:rPr lang="es-ES" sz="1900" dirty="0"/>
              <a:t>52</a:t>
            </a:r>
            <a:r>
              <a:rPr lang="es-ES" sz="1900" dirty="0" smtClean="0"/>
              <a:t>.  </a:t>
            </a:r>
            <a:r>
              <a:rPr lang="es-ES" sz="1900" b="1" dirty="0">
                <a:solidFill>
                  <a:srgbClr val="FF0000"/>
                </a:solidFill>
              </a:rPr>
              <a:t>DÚITATE</a:t>
            </a:r>
            <a:r>
              <a:rPr lang="es-ES" sz="1900" dirty="0"/>
              <a:t>: [APAGAR]                         </a:t>
            </a:r>
            <a:r>
              <a:rPr lang="es-ES" sz="1900" dirty="0" smtClean="0"/>
              <a:t> </a:t>
            </a:r>
            <a:r>
              <a:rPr lang="es-ES" sz="1900" dirty="0"/>
              <a:t>68.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FUITADE</a:t>
            </a:r>
            <a:r>
              <a:rPr lang="es-ES" sz="1900" dirty="0"/>
              <a:t>: [TERMINAR]                         </a:t>
            </a:r>
            <a:r>
              <a:rPr lang="es-ES" sz="1900" dirty="0" smtClean="0"/>
              <a:t>84</a:t>
            </a:r>
            <a:r>
              <a:rPr lang="es-ES" sz="1900" dirty="0"/>
              <a:t>. </a:t>
            </a:r>
            <a:r>
              <a:rPr lang="es-ES" sz="1900" b="1" dirty="0">
                <a:solidFill>
                  <a:srgbClr val="FF0000"/>
                </a:solidFill>
              </a:rPr>
              <a:t>BA+RODE</a:t>
            </a:r>
            <a:r>
              <a:rPr lang="es-ES" sz="1900" dirty="0"/>
              <a:t>: [QUITAR]</a:t>
            </a:r>
          </a:p>
          <a:p>
            <a:r>
              <a:rPr lang="es-ES" sz="1900" dirty="0"/>
              <a:t>53.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chemeClr val="bg1"/>
                </a:solidFill>
              </a:rPr>
              <a:t>JERUIDE</a:t>
            </a:r>
            <a:r>
              <a:rPr lang="es-ES" sz="1900" dirty="0"/>
              <a:t>:[MEZQUINAR]                      </a:t>
            </a:r>
            <a:r>
              <a:rPr lang="es-ES" sz="1900" dirty="0" smtClean="0"/>
              <a:t>69</a:t>
            </a:r>
            <a:r>
              <a:rPr lang="es-ES" sz="1900" dirty="0"/>
              <a:t>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DÓRITATE</a:t>
            </a:r>
            <a:r>
              <a:rPr lang="es-ES" sz="1900" dirty="0"/>
              <a:t>: [DISPARAR]                     </a:t>
            </a:r>
            <a:r>
              <a:rPr lang="es-ES" sz="1900" dirty="0" smtClean="0"/>
              <a:t> </a:t>
            </a:r>
            <a:r>
              <a:rPr lang="es-ES" sz="1900" dirty="0"/>
              <a:t>85. </a:t>
            </a:r>
            <a:r>
              <a:rPr lang="es-ES" sz="1900" b="1" dirty="0">
                <a:solidFill>
                  <a:srgbClr val="FF0000"/>
                </a:solidFill>
              </a:rPr>
              <a:t>KUAIDE</a:t>
            </a:r>
            <a:r>
              <a:rPr lang="es-ES" sz="1900" dirty="0"/>
              <a:t>: [ROMPER]</a:t>
            </a:r>
          </a:p>
          <a:p>
            <a:r>
              <a:rPr lang="es-ES" sz="1900" dirty="0"/>
              <a:t>54.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MAMEDE</a:t>
            </a:r>
            <a:r>
              <a:rPr lang="es-ES" sz="1900" dirty="0"/>
              <a:t>: [APUNTAR]                        </a:t>
            </a:r>
            <a:r>
              <a:rPr lang="es-ES" sz="1900" dirty="0" smtClean="0"/>
              <a:t>70</a:t>
            </a:r>
            <a:r>
              <a:rPr lang="es-ES" sz="1900" dirty="0"/>
              <a:t>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J+FUETE</a:t>
            </a:r>
            <a:r>
              <a:rPr lang="es-ES" sz="1900" dirty="0"/>
              <a:t>: [ENGAÑAR]                      </a:t>
            </a:r>
            <a:r>
              <a:rPr lang="es-ES" sz="1900" dirty="0" smtClean="0"/>
              <a:t>  </a:t>
            </a:r>
            <a:r>
              <a:rPr lang="es-ES" sz="1900" dirty="0"/>
              <a:t>86. </a:t>
            </a:r>
            <a:r>
              <a:rPr lang="es-ES" sz="1900" b="1" dirty="0">
                <a:solidFill>
                  <a:srgbClr val="FF0000"/>
                </a:solidFill>
              </a:rPr>
              <a:t>OTE</a:t>
            </a:r>
            <a:r>
              <a:rPr lang="es-ES" sz="1900" dirty="0"/>
              <a:t>: [SACAR]</a:t>
            </a:r>
          </a:p>
          <a:p>
            <a:r>
              <a:rPr lang="es-ES" sz="1900" dirty="0"/>
              <a:t>55.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KUIÑODE</a:t>
            </a:r>
            <a:r>
              <a:rPr lang="es-ES" sz="1900" dirty="0"/>
              <a:t>: [RASGUÑAR]                    </a:t>
            </a:r>
            <a:r>
              <a:rPr lang="es-ES" sz="1900" dirty="0" smtClean="0"/>
              <a:t>71</a:t>
            </a:r>
            <a:r>
              <a:rPr lang="es-ES" sz="1900" dirty="0"/>
              <a:t>.</a:t>
            </a:r>
            <a:r>
              <a:rPr lang="es-ES" sz="1900" dirty="0">
                <a:solidFill>
                  <a:srgbClr val="FF0000"/>
                </a:solidFill>
              </a:rPr>
              <a:t> </a:t>
            </a:r>
            <a:r>
              <a:rPr lang="es-ES" sz="1900" dirty="0" smtClean="0">
                <a:solidFill>
                  <a:srgbClr val="FF0000"/>
                </a:solidFill>
              </a:rPr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ÚRITE </a:t>
            </a:r>
            <a:r>
              <a:rPr lang="es-ES" sz="1900" dirty="0"/>
              <a:t>: [HABLAR]                                87. </a:t>
            </a:r>
            <a:r>
              <a:rPr lang="es-ES" sz="1900" b="1" dirty="0">
                <a:solidFill>
                  <a:srgbClr val="FF0000"/>
                </a:solidFill>
              </a:rPr>
              <a:t>NITE</a:t>
            </a:r>
            <a:r>
              <a:rPr lang="es-ES" sz="1900" dirty="0">
                <a:solidFill>
                  <a:srgbClr val="FF0000"/>
                </a:solidFill>
              </a:rPr>
              <a:t>:</a:t>
            </a:r>
            <a:r>
              <a:rPr lang="es-ES" sz="1900" dirty="0"/>
              <a:t> [TEJER]</a:t>
            </a:r>
          </a:p>
          <a:p>
            <a:r>
              <a:rPr lang="es-ES" sz="1900" dirty="0"/>
              <a:t>56.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RUITE</a:t>
            </a:r>
            <a:r>
              <a:rPr lang="es-ES" sz="1900" dirty="0"/>
              <a:t>: [ASAR]                                   </a:t>
            </a:r>
            <a:r>
              <a:rPr lang="es-ES" sz="1900" dirty="0" smtClean="0"/>
              <a:t>   </a:t>
            </a:r>
            <a:r>
              <a:rPr lang="es-ES" sz="1900" dirty="0"/>
              <a:t>72.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F+NODE</a:t>
            </a:r>
            <a:r>
              <a:rPr lang="es-ES" sz="1900" dirty="0"/>
              <a:t>: [HACER]                          </a:t>
            </a:r>
            <a:r>
              <a:rPr lang="es-ES" sz="1900" dirty="0" smtClean="0"/>
              <a:t>   88</a:t>
            </a:r>
            <a:r>
              <a:rPr lang="es-ES" sz="1900" dirty="0"/>
              <a:t>. </a:t>
            </a:r>
            <a:r>
              <a:rPr lang="es-ES" sz="1900" b="1" dirty="0">
                <a:solidFill>
                  <a:srgbClr val="FF0000"/>
                </a:solidFill>
              </a:rPr>
              <a:t>N+KA+RITE</a:t>
            </a:r>
            <a:r>
              <a:rPr lang="es-ES" sz="1900" dirty="0"/>
              <a:t>: [SOÑAR]</a:t>
            </a:r>
          </a:p>
          <a:p>
            <a:r>
              <a:rPr lang="es-ES" sz="1900" dirty="0"/>
              <a:t>57</a:t>
            </a:r>
            <a:r>
              <a:rPr lang="es-ES" sz="1900" dirty="0" smtClean="0"/>
              <a:t>.  </a:t>
            </a:r>
            <a:r>
              <a:rPr lang="es-ES" sz="1900" b="1" dirty="0" smtClean="0">
                <a:solidFill>
                  <a:srgbClr val="FF0000"/>
                </a:solidFill>
              </a:rPr>
              <a:t>MONAIDE</a:t>
            </a:r>
            <a:r>
              <a:rPr lang="es-ES" sz="1900" dirty="0"/>
              <a:t>: </a:t>
            </a:r>
            <a:r>
              <a:rPr lang="es-ES" sz="1900" dirty="0" smtClean="0"/>
              <a:t>[AMANECER]                   </a:t>
            </a:r>
            <a:r>
              <a:rPr lang="es-ES" sz="1900" dirty="0"/>
              <a:t>73</a:t>
            </a:r>
            <a:r>
              <a:rPr lang="es-ES" sz="1900" dirty="0" smtClean="0"/>
              <a:t>.  </a:t>
            </a:r>
            <a:r>
              <a:rPr lang="es-ES" sz="1900" b="1" dirty="0" smtClean="0">
                <a:solidFill>
                  <a:srgbClr val="FF0000"/>
                </a:solidFill>
              </a:rPr>
              <a:t>JA+NADE</a:t>
            </a:r>
            <a:r>
              <a:rPr lang="es-ES" sz="1900" dirty="0"/>
              <a:t>: [JALAR]               </a:t>
            </a:r>
            <a:r>
              <a:rPr lang="es-ES" sz="1900" dirty="0" smtClean="0"/>
              <a:t>            </a:t>
            </a:r>
            <a:r>
              <a:rPr lang="es-ES" sz="1900" dirty="0"/>
              <a:t>89. </a:t>
            </a:r>
            <a:r>
              <a:rPr lang="es-ES" sz="1900" b="1" dirty="0">
                <a:solidFill>
                  <a:srgbClr val="FF0000"/>
                </a:solidFill>
              </a:rPr>
              <a:t>ÓNODE</a:t>
            </a:r>
            <a:r>
              <a:rPr lang="es-ES" sz="1900" dirty="0"/>
              <a:t>: [SABER]</a:t>
            </a:r>
          </a:p>
          <a:p>
            <a:r>
              <a:rPr lang="es-ES" sz="1900" dirty="0"/>
              <a:t>58.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BA+IDE</a:t>
            </a:r>
            <a:r>
              <a:rPr lang="es-ES" sz="1900" dirty="0"/>
              <a:t>: [CAER]                                  74. </a:t>
            </a:r>
            <a:r>
              <a:rPr lang="es-ES" sz="1900" dirty="0" smtClean="0"/>
              <a:t> </a:t>
            </a:r>
            <a:r>
              <a:rPr lang="es-ES" sz="1900" b="1" dirty="0" smtClean="0">
                <a:solidFill>
                  <a:srgbClr val="FF0000"/>
                </a:solidFill>
              </a:rPr>
              <a:t>T+TADE</a:t>
            </a:r>
            <a:r>
              <a:rPr lang="es-ES" sz="1900" dirty="0"/>
              <a:t>: [MATAR]                           </a:t>
            </a:r>
            <a:r>
              <a:rPr lang="es-ES" sz="1900" dirty="0" smtClean="0"/>
              <a:t>   </a:t>
            </a:r>
            <a:r>
              <a:rPr lang="es-ES" sz="1900" dirty="0"/>
              <a:t>90. </a:t>
            </a:r>
            <a:r>
              <a:rPr lang="es-ES" sz="1900" b="1" dirty="0">
                <a:solidFill>
                  <a:srgbClr val="FF0000"/>
                </a:solidFill>
              </a:rPr>
              <a:t>AB+/ROKADE</a:t>
            </a:r>
            <a:r>
              <a:rPr lang="es-ES" sz="1900" dirty="0"/>
              <a:t>: [CARGAR </a:t>
            </a:r>
            <a:r>
              <a:rPr lang="es-ES" sz="1600" dirty="0" smtClean="0"/>
              <a:t>ESPALDA</a:t>
            </a:r>
            <a:r>
              <a:rPr lang="es-ES" sz="1900" dirty="0" smtClean="0"/>
              <a:t>]</a:t>
            </a:r>
            <a:endParaRPr lang="es-ES" sz="19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40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822960"/>
            <a:ext cx="8946541" cy="54254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ES" sz="4000" dirty="0" smtClean="0"/>
          </a:p>
          <a:p>
            <a:pPr marL="0" indent="0" algn="ctr">
              <a:buNone/>
            </a:pPr>
            <a:r>
              <a:rPr lang="es-ES" sz="4000" b="1" dirty="0" smtClean="0">
                <a:solidFill>
                  <a:srgbClr val="FF0000"/>
                </a:solidFill>
              </a:rPr>
              <a:t>F+GORA</a:t>
            </a:r>
          </a:p>
          <a:p>
            <a:pPr marL="0" indent="0" algn="ctr">
              <a:buNone/>
            </a:pPr>
            <a:r>
              <a:rPr lang="es-ES" sz="4000" dirty="0" smtClean="0"/>
              <a:t>Gracias</a:t>
            </a:r>
            <a:endParaRPr lang="en-US" sz="4000" dirty="0" smtClean="0"/>
          </a:p>
          <a:p>
            <a:pPr marL="0" indent="0" algn="ctr">
              <a:buNone/>
            </a:pPr>
            <a:r>
              <a:rPr lang="es-ES" sz="4000" b="1" dirty="0" smtClean="0">
                <a:solidFill>
                  <a:srgbClr val="FF0000"/>
                </a:solidFill>
              </a:rPr>
              <a:t>KA+MAREDE</a:t>
            </a:r>
          </a:p>
          <a:p>
            <a:pPr marL="0" indent="0" algn="ctr">
              <a:buNone/>
            </a:pPr>
            <a:r>
              <a:rPr lang="es-ES" sz="4000" dirty="0" smtClean="0"/>
              <a:t>Muy sabroso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835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2192</TotalTime>
  <Words>931</Words>
  <Application>Microsoft Office PowerPoint</Application>
  <PresentationFormat>Panorámica</PresentationFormat>
  <Paragraphs>71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PRONOMBRES MASCULINO - FEMENINO</vt:lpstr>
      <vt:lpstr> EL VERBO SER O ESTAR EN Presente: ITE</vt:lpstr>
      <vt:lpstr> EL VERBO TRABAJAR EN Presente: TA+J+DE</vt:lpstr>
      <vt:lpstr>EL VERBO CAMINAR EN Presente: MAKADE</vt:lpstr>
      <vt:lpstr>VERBOS EN UITOTO MURUY MYUNA 1.</vt:lpstr>
      <vt:lpstr>VERBOS EN UITOTO MURUY MYUNA 2.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C0NSEJERIA MACROTERRITORIAL-MACROAMAZONIA-ONIC </dc:title>
  <dc:creator>user</dc:creator>
  <cp:lastModifiedBy>NORFARMAR</cp:lastModifiedBy>
  <cp:revision>47</cp:revision>
  <dcterms:created xsi:type="dcterms:W3CDTF">2023-12-12T23:21:56Z</dcterms:created>
  <dcterms:modified xsi:type="dcterms:W3CDTF">2025-10-22T20:14:36Z</dcterms:modified>
</cp:coreProperties>
</file>