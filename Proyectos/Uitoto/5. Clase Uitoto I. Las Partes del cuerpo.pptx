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  <p:sldId id="256" r:id="rId3"/>
    <p:sldId id="258" r:id="rId4"/>
    <p:sldId id="260" r:id="rId5"/>
    <p:sldId id="259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40" autoAdjust="0"/>
    <p:restoredTop sz="94660"/>
  </p:normalViewPr>
  <p:slideViewPr>
    <p:cSldViewPr snapToGrid="0">
      <p:cViewPr varScale="1">
        <p:scale>
          <a:sx n="70" d="100"/>
          <a:sy n="70" d="100"/>
        </p:scale>
        <p:origin x="57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787138" y="119354"/>
            <a:ext cx="9261565" cy="1138254"/>
          </a:xfrm>
        </p:spPr>
        <p:txBody>
          <a:bodyPr/>
          <a:lstStyle/>
          <a:p>
            <a:pPr algn="ctr"/>
            <a:r>
              <a:rPr lang="es-ES" sz="3200" dirty="0" smtClean="0">
                <a:solidFill>
                  <a:schemeClr val="tx1"/>
                </a:solidFill>
              </a:rPr>
              <a:t>PARTES DEL CUERPO HUMANO: </a:t>
            </a:r>
            <a:r>
              <a:rPr lang="es-ES" sz="3200" dirty="0" smtClean="0">
                <a:solidFill>
                  <a:srgbClr val="FF0000"/>
                </a:solidFill>
              </a:rPr>
              <a:t>AB+ MAMEK+</a:t>
            </a:r>
            <a:br>
              <a:rPr lang="es-ES" sz="3200" dirty="0" smtClean="0">
                <a:solidFill>
                  <a:srgbClr val="FF0000"/>
                </a:solidFill>
              </a:rPr>
            </a:br>
            <a:endParaRPr lang="en-US" sz="3200" dirty="0">
              <a:solidFill>
                <a:srgbClr val="FF0000"/>
              </a:solidFill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6674" y="1463040"/>
            <a:ext cx="3132473" cy="5172891"/>
          </a:xfrm>
          <a:prstGeom prst="rect">
            <a:avLst/>
          </a:prstGeom>
        </p:spPr>
      </p:pic>
      <p:cxnSp>
        <p:nvCxnSpPr>
          <p:cNvPr id="8" name="Conector recto de flecha 7"/>
          <p:cNvCxnSpPr>
            <a:stCxn id="9" idx="1"/>
          </p:cNvCxnSpPr>
          <p:nvPr/>
        </p:nvCxnSpPr>
        <p:spPr>
          <a:xfrm flipH="1">
            <a:off x="5390535" y="1972491"/>
            <a:ext cx="16546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uadroTexto 8"/>
          <p:cNvSpPr txBox="1"/>
          <p:nvPr/>
        </p:nvSpPr>
        <p:spPr>
          <a:xfrm>
            <a:off x="7045199" y="1787825"/>
            <a:ext cx="1902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smtClean="0">
                <a:solidFill>
                  <a:srgbClr val="FF0000"/>
                </a:solidFill>
              </a:rPr>
              <a:t>+</a:t>
            </a:r>
            <a:r>
              <a:rPr lang="es-ES" b="1" dirty="0" err="1" smtClean="0">
                <a:solidFill>
                  <a:srgbClr val="FF0000"/>
                </a:solidFill>
              </a:rPr>
              <a:t>fok</a:t>
            </a:r>
            <a:r>
              <a:rPr lang="es-ES" b="1" dirty="0" smtClean="0">
                <a:solidFill>
                  <a:srgbClr val="FF0000"/>
                </a:solidFill>
              </a:rPr>
              <a:t>+ </a:t>
            </a:r>
            <a:r>
              <a:rPr lang="es-ES" dirty="0" smtClean="0"/>
              <a:t>[cabeza]</a:t>
            </a:r>
            <a:endParaRPr lang="en-US" dirty="0"/>
          </a:p>
        </p:txBody>
      </p:sp>
      <p:cxnSp>
        <p:nvCxnSpPr>
          <p:cNvPr id="11" name="Conector recto de flecha 10"/>
          <p:cNvCxnSpPr/>
          <p:nvPr/>
        </p:nvCxnSpPr>
        <p:spPr>
          <a:xfrm flipH="1">
            <a:off x="5390535" y="2677886"/>
            <a:ext cx="1663408" cy="1436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uadroTexto 13"/>
          <p:cNvSpPr txBox="1"/>
          <p:nvPr/>
        </p:nvSpPr>
        <p:spPr>
          <a:xfrm>
            <a:off x="7053943" y="2495006"/>
            <a:ext cx="2116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err="1">
                <a:solidFill>
                  <a:srgbClr val="FF0000"/>
                </a:solidFill>
              </a:rPr>
              <a:t>k</a:t>
            </a:r>
            <a:r>
              <a:rPr lang="es-ES" b="1" dirty="0" err="1" smtClean="0">
                <a:solidFill>
                  <a:srgbClr val="FF0000"/>
                </a:solidFill>
              </a:rPr>
              <a:t>omek</a:t>
            </a:r>
            <a:r>
              <a:rPr lang="es-ES" b="1" dirty="0" smtClean="0">
                <a:solidFill>
                  <a:srgbClr val="FF0000"/>
                </a:solidFill>
              </a:rPr>
              <a:t>+</a:t>
            </a:r>
            <a:r>
              <a:rPr lang="es-ES" dirty="0" smtClean="0"/>
              <a:t> [corazón]</a:t>
            </a:r>
            <a:endParaRPr lang="en-US" dirty="0"/>
          </a:p>
        </p:txBody>
      </p:sp>
      <p:cxnSp>
        <p:nvCxnSpPr>
          <p:cNvPr id="16" name="Conector recto de flecha 15"/>
          <p:cNvCxnSpPr/>
          <p:nvPr/>
        </p:nvCxnSpPr>
        <p:spPr>
          <a:xfrm flipH="1" flipV="1">
            <a:off x="5786846" y="6387737"/>
            <a:ext cx="1258353" cy="130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uadroTexto 16"/>
          <p:cNvSpPr txBox="1"/>
          <p:nvPr/>
        </p:nvSpPr>
        <p:spPr>
          <a:xfrm>
            <a:off x="7053942" y="6257109"/>
            <a:ext cx="2664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>
                <a:solidFill>
                  <a:srgbClr val="FF0000"/>
                </a:solidFill>
              </a:rPr>
              <a:t>+</a:t>
            </a:r>
            <a:r>
              <a:rPr lang="es-ES" dirty="0" err="1" smtClean="0">
                <a:solidFill>
                  <a:srgbClr val="FF0000"/>
                </a:solidFill>
              </a:rPr>
              <a:t>daka</a:t>
            </a:r>
            <a:r>
              <a:rPr lang="es-ES" dirty="0" smtClean="0">
                <a:solidFill>
                  <a:srgbClr val="FF0000"/>
                </a:solidFill>
              </a:rPr>
              <a:t>+</a:t>
            </a:r>
            <a:r>
              <a:rPr lang="es-ES" dirty="0" smtClean="0"/>
              <a:t>[dedos del pie]</a:t>
            </a:r>
            <a:endParaRPr lang="en-US" dirty="0"/>
          </a:p>
        </p:txBody>
      </p:sp>
      <p:cxnSp>
        <p:nvCxnSpPr>
          <p:cNvPr id="19" name="Conector recto de flecha 18"/>
          <p:cNvCxnSpPr/>
          <p:nvPr/>
        </p:nvCxnSpPr>
        <p:spPr>
          <a:xfrm flipH="1">
            <a:off x="5669280" y="6113417"/>
            <a:ext cx="1384662" cy="1436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uadroTexto 19"/>
          <p:cNvSpPr txBox="1"/>
          <p:nvPr/>
        </p:nvSpPr>
        <p:spPr>
          <a:xfrm>
            <a:off x="7053942" y="5930537"/>
            <a:ext cx="22200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smtClean="0">
                <a:solidFill>
                  <a:srgbClr val="FF0000"/>
                </a:solidFill>
              </a:rPr>
              <a:t>+da+</a:t>
            </a:r>
            <a:r>
              <a:rPr lang="es-ES" dirty="0" smtClean="0">
                <a:solidFill>
                  <a:srgbClr val="FF0000"/>
                </a:solidFill>
              </a:rPr>
              <a:t> </a:t>
            </a:r>
            <a:r>
              <a:rPr lang="es-ES" dirty="0" smtClean="0"/>
              <a:t>[pie]</a:t>
            </a:r>
            <a:endParaRPr lang="en-US" dirty="0"/>
          </a:p>
        </p:txBody>
      </p:sp>
      <p:cxnSp>
        <p:nvCxnSpPr>
          <p:cNvPr id="22" name="Conector recto de flecha 21"/>
          <p:cNvCxnSpPr/>
          <p:nvPr/>
        </p:nvCxnSpPr>
        <p:spPr>
          <a:xfrm flipH="1">
            <a:off x="5904411" y="4271554"/>
            <a:ext cx="12801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uadroTexto 22"/>
          <p:cNvSpPr txBox="1"/>
          <p:nvPr/>
        </p:nvSpPr>
        <p:spPr>
          <a:xfrm>
            <a:off x="7184571" y="4114800"/>
            <a:ext cx="1985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err="1">
                <a:solidFill>
                  <a:srgbClr val="FF0000"/>
                </a:solidFill>
              </a:rPr>
              <a:t>ó</a:t>
            </a:r>
            <a:r>
              <a:rPr lang="es-ES" b="1" dirty="0" err="1" smtClean="0">
                <a:solidFill>
                  <a:srgbClr val="FF0000"/>
                </a:solidFill>
              </a:rPr>
              <a:t>no</a:t>
            </a:r>
            <a:r>
              <a:rPr lang="es-ES" b="1" dirty="0" smtClean="0">
                <a:solidFill>
                  <a:srgbClr val="FF0000"/>
                </a:solidFill>
              </a:rPr>
              <a:t>+</a:t>
            </a:r>
            <a:r>
              <a:rPr lang="es-ES" dirty="0" smtClean="0"/>
              <a:t> [mano]</a:t>
            </a:r>
            <a:endParaRPr lang="en-US" dirty="0"/>
          </a:p>
        </p:txBody>
      </p:sp>
      <p:cxnSp>
        <p:nvCxnSpPr>
          <p:cNvPr id="25" name="Conector recto de flecha 24"/>
          <p:cNvCxnSpPr/>
          <p:nvPr/>
        </p:nvCxnSpPr>
        <p:spPr>
          <a:xfrm flipH="1">
            <a:off x="5551714" y="5159829"/>
            <a:ext cx="1632857" cy="653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uadroTexto 25"/>
          <p:cNvSpPr txBox="1"/>
          <p:nvPr/>
        </p:nvSpPr>
        <p:spPr>
          <a:xfrm>
            <a:off x="7184571" y="5029200"/>
            <a:ext cx="22990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err="1">
                <a:solidFill>
                  <a:srgbClr val="FF0000"/>
                </a:solidFill>
              </a:rPr>
              <a:t>k</a:t>
            </a:r>
            <a:r>
              <a:rPr lang="es-ES" b="1" dirty="0" err="1" smtClean="0">
                <a:solidFill>
                  <a:srgbClr val="FF0000"/>
                </a:solidFill>
              </a:rPr>
              <a:t>añ+k</a:t>
            </a:r>
            <a:r>
              <a:rPr lang="es-ES" b="1" dirty="0" smtClean="0">
                <a:solidFill>
                  <a:srgbClr val="FF0000"/>
                </a:solidFill>
              </a:rPr>
              <a:t>+</a:t>
            </a:r>
            <a:r>
              <a:rPr lang="es-ES" dirty="0" smtClean="0"/>
              <a:t> [rodilla]</a:t>
            </a:r>
            <a:endParaRPr lang="en-US" dirty="0"/>
          </a:p>
        </p:txBody>
      </p:sp>
      <p:cxnSp>
        <p:nvCxnSpPr>
          <p:cNvPr id="6" name="Conector recto de flecha 5"/>
          <p:cNvCxnSpPr/>
          <p:nvPr/>
        </p:nvCxnSpPr>
        <p:spPr>
          <a:xfrm flipH="1">
            <a:off x="5390535" y="3291840"/>
            <a:ext cx="1794036" cy="261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/>
          <p:cNvSpPr txBox="1"/>
          <p:nvPr/>
        </p:nvSpPr>
        <p:spPr>
          <a:xfrm>
            <a:off x="7184571" y="3069771"/>
            <a:ext cx="2089432" cy="378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err="1" smtClean="0">
                <a:solidFill>
                  <a:srgbClr val="FF0000"/>
                </a:solidFill>
              </a:rPr>
              <a:t>K+raig</a:t>
            </a:r>
            <a:r>
              <a:rPr lang="es-ES" b="1" dirty="0" smtClean="0">
                <a:solidFill>
                  <a:srgbClr val="FF0000"/>
                </a:solidFill>
              </a:rPr>
              <a:t>+</a:t>
            </a:r>
            <a:r>
              <a:rPr lang="es-ES" dirty="0" smtClean="0"/>
              <a:t> [costilla]</a:t>
            </a:r>
            <a:endParaRPr lang="en-US" dirty="0"/>
          </a:p>
        </p:txBody>
      </p:sp>
      <p:cxnSp>
        <p:nvCxnSpPr>
          <p:cNvPr id="15" name="Conector recto de flecha 14"/>
          <p:cNvCxnSpPr/>
          <p:nvPr/>
        </p:nvCxnSpPr>
        <p:spPr>
          <a:xfrm flipV="1">
            <a:off x="5551714" y="3722914"/>
            <a:ext cx="1776549" cy="391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uadroTexto 17"/>
          <p:cNvSpPr txBox="1"/>
          <p:nvPr/>
        </p:nvSpPr>
        <p:spPr>
          <a:xfrm>
            <a:off x="7458891" y="3535288"/>
            <a:ext cx="2024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err="1" smtClean="0">
                <a:solidFill>
                  <a:srgbClr val="FF0000"/>
                </a:solidFill>
              </a:rPr>
              <a:t>Zirik</a:t>
            </a:r>
            <a:r>
              <a:rPr lang="es-ES" b="1" dirty="0" smtClean="0">
                <a:solidFill>
                  <a:srgbClr val="FF0000"/>
                </a:solidFill>
              </a:rPr>
              <a:t>+</a:t>
            </a:r>
            <a:r>
              <a:rPr lang="es-ES" dirty="0" smtClean="0"/>
              <a:t> [cadera]</a:t>
            </a:r>
            <a:endParaRPr lang="en-US" dirty="0"/>
          </a:p>
        </p:txBody>
      </p:sp>
      <p:cxnSp>
        <p:nvCxnSpPr>
          <p:cNvPr id="24" name="Conector recto de flecha 23"/>
          <p:cNvCxnSpPr/>
          <p:nvPr/>
        </p:nvCxnSpPr>
        <p:spPr>
          <a:xfrm flipH="1">
            <a:off x="5551714" y="5656217"/>
            <a:ext cx="1632857" cy="522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uadroTexto 26"/>
          <p:cNvSpPr txBox="1"/>
          <p:nvPr/>
        </p:nvSpPr>
        <p:spPr>
          <a:xfrm>
            <a:off x="7184570" y="5499463"/>
            <a:ext cx="2534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err="1">
                <a:solidFill>
                  <a:srgbClr val="FF0000"/>
                </a:solidFill>
              </a:rPr>
              <a:t>ñ</a:t>
            </a:r>
            <a:r>
              <a:rPr lang="es-ES" b="1" dirty="0" err="1" smtClean="0">
                <a:solidFill>
                  <a:srgbClr val="FF0000"/>
                </a:solidFill>
              </a:rPr>
              <a:t>ereg</a:t>
            </a:r>
            <a:r>
              <a:rPr lang="es-ES" b="1" dirty="0" smtClean="0">
                <a:solidFill>
                  <a:srgbClr val="FF0000"/>
                </a:solidFill>
              </a:rPr>
              <a:t>+</a:t>
            </a:r>
            <a:r>
              <a:rPr lang="es-ES" dirty="0" smtClean="0"/>
              <a:t> [pantorrilla]</a:t>
            </a:r>
            <a:endParaRPr lang="en-US" dirty="0"/>
          </a:p>
        </p:txBody>
      </p:sp>
      <p:cxnSp>
        <p:nvCxnSpPr>
          <p:cNvPr id="29" name="Conector recto de flecha 28"/>
          <p:cNvCxnSpPr/>
          <p:nvPr/>
        </p:nvCxnSpPr>
        <p:spPr>
          <a:xfrm flipH="1" flipV="1">
            <a:off x="5904411" y="4484132"/>
            <a:ext cx="1423852" cy="2315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uadroTexto 29"/>
          <p:cNvSpPr txBox="1"/>
          <p:nvPr/>
        </p:nvSpPr>
        <p:spPr>
          <a:xfrm>
            <a:off x="7458891" y="4484132"/>
            <a:ext cx="3161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err="1" smtClean="0">
                <a:solidFill>
                  <a:srgbClr val="FF0000"/>
                </a:solidFill>
              </a:rPr>
              <a:t>onoka</a:t>
            </a:r>
            <a:r>
              <a:rPr lang="es-ES" b="1" dirty="0" smtClean="0">
                <a:solidFill>
                  <a:srgbClr val="FF0000"/>
                </a:solidFill>
              </a:rPr>
              <a:t>+</a:t>
            </a:r>
            <a:r>
              <a:rPr lang="es-ES" dirty="0" smtClean="0"/>
              <a:t> [dedos de la mano]</a:t>
            </a:r>
            <a:endParaRPr lang="en-US" dirty="0"/>
          </a:p>
        </p:txBody>
      </p:sp>
      <p:cxnSp>
        <p:nvCxnSpPr>
          <p:cNvPr id="32" name="Conector recto de flecha 31"/>
          <p:cNvCxnSpPr/>
          <p:nvPr/>
        </p:nvCxnSpPr>
        <p:spPr>
          <a:xfrm flipV="1">
            <a:off x="3357154" y="3719954"/>
            <a:ext cx="1045029" cy="225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uadroTexto 33"/>
          <p:cNvSpPr txBox="1"/>
          <p:nvPr/>
        </p:nvSpPr>
        <p:spPr>
          <a:xfrm>
            <a:off x="1209234" y="3535288"/>
            <a:ext cx="1978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err="1" smtClean="0">
                <a:solidFill>
                  <a:srgbClr val="FF0000"/>
                </a:solidFill>
              </a:rPr>
              <a:t>ónokuiro</a:t>
            </a:r>
            <a:r>
              <a:rPr lang="es-ES" dirty="0" smtClean="0">
                <a:solidFill>
                  <a:srgbClr val="FF0000"/>
                </a:solidFill>
              </a:rPr>
              <a:t> </a:t>
            </a:r>
            <a:r>
              <a:rPr lang="es-ES" dirty="0" smtClean="0"/>
              <a:t>[brazo]</a:t>
            </a:r>
            <a:endParaRPr lang="en-US" dirty="0"/>
          </a:p>
        </p:txBody>
      </p:sp>
      <p:cxnSp>
        <p:nvCxnSpPr>
          <p:cNvPr id="36" name="Conector recto de flecha 35"/>
          <p:cNvCxnSpPr/>
          <p:nvPr/>
        </p:nvCxnSpPr>
        <p:spPr>
          <a:xfrm>
            <a:off x="2978331" y="3069771"/>
            <a:ext cx="158060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CuadroTexto 36"/>
          <p:cNvSpPr txBox="1"/>
          <p:nvPr/>
        </p:nvSpPr>
        <p:spPr>
          <a:xfrm>
            <a:off x="483325" y="2864338"/>
            <a:ext cx="23774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err="1" smtClean="0">
                <a:solidFill>
                  <a:srgbClr val="FF0000"/>
                </a:solidFill>
              </a:rPr>
              <a:t>onófaiko</a:t>
            </a:r>
            <a:r>
              <a:rPr lang="es-ES" b="1" dirty="0" smtClean="0">
                <a:solidFill>
                  <a:srgbClr val="FF0000"/>
                </a:solidFill>
              </a:rPr>
              <a:t> </a:t>
            </a:r>
            <a:r>
              <a:rPr lang="es-ES" dirty="0" smtClean="0"/>
              <a:t>[antebrazo]</a:t>
            </a:r>
            <a:endParaRPr lang="en-US" dirty="0"/>
          </a:p>
        </p:txBody>
      </p:sp>
      <p:cxnSp>
        <p:nvCxnSpPr>
          <p:cNvPr id="39" name="Conector recto de flecha 38"/>
          <p:cNvCxnSpPr/>
          <p:nvPr/>
        </p:nvCxnSpPr>
        <p:spPr>
          <a:xfrm>
            <a:off x="2978331" y="3448594"/>
            <a:ext cx="15022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uadroTexto 39"/>
          <p:cNvSpPr txBox="1"/>
          <p:nvPr/>
        </p:nvSpPr>
        <p:spPr>
          <a:xfrm>
            <a:off x="1107729" y="3291840"/>
            <a:ext cx="1753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err="1">
                <a:solidFill>
                  <a:srgbClr val="FF0000"/>
                </a:solidFill>
              </a:rPr>
              <a:t>r</a:t>
            </a:r>
            <a:r>
              <a:rPr lang="es-ES" b="1" dirty="0" err="1" smtClean="0">
                <a:solidFill>
                  <a:srgbClr val="FF0000"/>
                </a:solidFill>
              </a:rPr>
              <a:t>óbaido</a:t>
            </a:r>
            <a:r>
              <a:rPr lang="es-ES" dirty="0" smtClean="0"/>
              <a:t> [codo]</a:t>
            </a:r>
            <a:endParaRPr lang="en-US" dirty="0"/>
          </a:p>
        </p:txBody>
      </p:sp>
      <p:cxnSp>
        <p:nvCxnSpPr>
          <p:cNvPr id="7" name="Conector recto de flecha 6"/>
          <p:cNvCxnSpPr/>
          <p:nvPr/>
        </p:nvCxnSpPr>
        <p:spPr>
          <a:xfrm>
            <a:off x="2756263" y="2299063"/>
            <a:ext cx="2168434" cy="5652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uadroTexto 11"/>
          <p:cNvSpPr txBox="1"/>
          <p:nvPr/>
        </p:nvSpPr>
        <p:spPr>
          <a:xfrm>
            <a:off x="1209234" y="2093630"/>
            <a:ext cx="1637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err="1" smtClean="0">
                <a:solidFill>
                  <a:srgbClr val="FF0000"/>
                </a:solidFill>
              </a:rPr>
              <a:t>m</a:t>
            </a:r>
            <a:r>
              <a:rPr lang="es-ES" b="1" dirty="0" err="1">
                <a:solidFill>
                  <a:srgbClr val="FF0000"/>
                </a:solidFill>
              </a:rPr>
              <a:t>ó</a:t>
            </a:r>
            <a:r>
              <a:rPr lang="es-ES" b="1" dirty="0" err="1" smtClean="0">
                <a:solidFill>
                  <a:srgbClr val="FF0000"/>
                </a:solidFill>
              </a:rPr>
              <a:t>no</a:t>
            </a:r>
            <a:r>
              <a:rPr lang="es-ES" b="1" dirty="0" smtClean="0">
                <a:solidFill>
                  <a:srgbClr val="FF0000"/>
                </a:solidFill>
              </a:rPr>
              <a:t>+</a:t>
            </a:r>
            <a:r>
              <a:rPr lang="es-ES" b="1" dirty="0" smtClean="0"/>
              <a:t> </a:t>
            </a:r>
            <a:r>
              <a:rPr lang="es-ES" dirty="0" smtClean="0"/>
              <a:t>[seno]</a:t>
            </a:r>
            <a:endParaRPr lang="en-US" dirty="0"/>
          </a:p>
        </p:txBody>
      </p:sp>
      <p:sp>
        <p:nvSpPr>
          <p:cNvPr id="5" name="CuadroTexto 4"/>
          <p:cNvSpPr txBox="1"/>
          <p:nvPr/>
        </p:nvSpPr>
        <p:spPr>
          <a:xfrm>
            <a:off x="719230" y="4653947"/>
            <a:ext cx="2141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err="1" smtClean="0">
                <a:solidFill>
                  <a:srgbClr val="FF0000"/>
                </a:solidFill>
              </a:rPr>
              <a:t>jiñ+j</a:t>
            </a:r>
            <a:r>
              <a:rPr lang="es-ES" b="1" dirty="0" smtClean="0">
                <a:solidFill>
                  <a:srgbClr val="FF0000"/>
                </a:solidFill>
              </a:rPr>
              <a:t>+</a:t>
            </a:r>
            <a:r>
              <a:rPr lang="es-ES" dirty="0" smtClean="0"/>
              <a:t> [testículos]</a:t>
            </a:r>
            <a:endParaRPr lang="en-US" dirty="0"/>
          </a:p>
        </p:txBody>
      </p:sp>
      <p:cxnSp>
        <p:nvCxnSpPr>
          <p:cNvPr id="21" name="Conector recto de flecha 20"/>
          <p:cNvCxnSpPr/>
          <p:nvPr/>
        </p:nvCxnSpPr>
        <p:spPr>
          <a:xfrm flipV="1">
            <a:off x="2881799" y="4148068"/>
            <a:ext cx="2282868" cy="7053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CuadroTexto 37"/>
          <p:cNvSpPr txBox="1"/>
          <p:nvPr/>
        </p:nvSpPr>
        <p:spPr>
          <a:xfrm>
            <a:off x="1327319" y="4114800"/>
            <a:ext cx="16510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mtClean="0">
                <a:solidFill>
                  <a:srgbClr val="FF0000"/>
                </a:solidFill>
              </a:rPr>
              <a:t>moi</a:t>
            </a:r>
            <a:r>
              <a:rPr lang="es-ES" smtClean="0"/>
              <a:t> </a:t>
            </a:r>
            <a:r>
              <a:rPr lang="es-ES" dirty="0" smtClean="0"/>
              <a:t>[nalga]</a:t>
            </a:r>
            <a:endParaRPr lang="en-US" dirty="0"/>
          </a:p>
        </p:txBody>
      </p:sp>
      <p:cxnSp>
        <p:nvCxnSpPr>
          <p:cNvPr id="42" name="Conector recto de flecha 41"/>
          <p:cNvCxnSpPr/>
          <p:nvPr/>
        </p:nvCxnSpPr>
        <p:spPr>
          <a:xfrm flipV="1">
            <a:off x="3187338" y="3904620"/>
            <a:ext cx="1476102" cy="3669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uadroTexto 42"/>
          <p:cNvSpPr txBox="1"/>
          <p:nvPr/>
        </p:nvSpPr>
        <p:spPr>
          <a:xfrm>
            <a:off x="719230" y="5398532"/>
            <a:ext cx="2037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err="1" smtClean="0">
                <a:solidFill>
                  <a:srgbClr val="FF0000"/>
                </a:solidFill>
              </a:rPr>
              <a:t>r+aiz</a:t>
            </a:r>
            <a:r>
              <a:rPr lang="es-ES" b="1" dirty="0" smtClean="0">
                <a:solidFill>
                  <a:srgbClr val="FF0000"/>
                </a:solidFill>
              </a:rPr>
              <a:t>+</a:t>
            </a:r>
            <a:r>
              <a:rPr lang="es-ES" dirty="0" smtClean="0"/>
              <a:t> [muslo]</a:t>
            </a:r>
            <a:endParaRPr lang="en-US" dirty="0"/>
          </a:p>
        </p:txBody>
      </p:sp>
      <p:cxnSp>
        <p:nvCxnSpPr>
          <p:cNvPr id="45" name="Conector recto de flecha 44"/>
          <p:cNvCxnSpPr/>
          <p:nvPr/>
        </p:nvCxnSpPr>
        <p:spPr>
          <a:xfrm flipV="1">
            <a:off x="2977558" y="4557761"/>
            <a:ext cx="1884244" cy="9417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9620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8364" y="213150"/>
            <a:ext cx="11682484" cy="623320"/>
          </a:xfrm>
        </p:spPr>
        <p:txBody>
          <a:bodyPr/>
          <a:lstStyle/>
          <a:p>
            <a:pPr algn="ctr"/>
            <a:r>
              <a:rPr lang="es-ES" sz="3200" dirty="0" smtClean="0">
                <a:solidFill>
                  <a:schemeClr val="tx1"/>
                </a:solidFill>
              </a:rPr>
              <a:t/>
            </a:r>
            <a:br>
              <a:rPr lang="es-ES" sz="3200" dirty="0" smtClean="0">
                <a:solidFill>
                  <a:schemeClr val="tx1"/>
                </a:solidFill>
              </a:rPr>
            </a:br>
            <a:r>
              <a:rPr lang="es-ES" sz="3200" dirty="0" smtClean="0">
                <a:solidFill>
                  <a:schemeClr val="tx1"/>
                </a:solidFill>
              </a:rPr>
              <a:t>PARTES DE LA CABEZA: </a:t>
            </a:r>
            <a:r>
              <a:rPr lang="es-ES" sz="3200" dirty="0">
                <a:solidFill>
                  <a:srgbClr val="FF0000"/>
                </a:solidFill>
              </a:rPr>
              <a:t>+FOK+ MAMEK+ </a:t>
            </a:r>
            <a:endParaRPr lang="en-US" sz="3200" dirty="0">
              <a:solidFill>
                <a:schemeClr val="tx1"/>
              </a:solidFill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0844" y="2508068"/>
            <a:ext cx="3448595" cy="3474721"/>
          </a:xfrm>
          <a:prstGeom prst="rect">
            <a:avLst/>
          </a:prstGeom>
        </p:spPr>
      </p:pic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8364" y="1132765"/>
            <a:ext cx="11395881" cy="552929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CuadroTexto 4"/>
          <p:cNvSpPr txBox="1"/>
          <p:nvPr/>
        </p:nvSpPr>
        <p:spPr>
          <a:xfrm>
            <a:off x="6021977" y="1750423"/>
            <a:ext cx="21423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 smtClean="0">
                <a:solidFill>
                  <a:srgbClr val="FF0000"/>
                </a:solidFill>
              </a:rPr>
              <a:t>+FOT+RA+ </a:t>
            </a:r>
            <a:r>
              <a:rPr lang="es-ES" sz="1600" dirty="0" smtClean="0"/>
              <a:t>[Cabello]</a:t>
            </a:r>
            <a:endParaRPr lang="en-US" sz="1600" dirty="0"/>
          </a:p>
        </p:txBody>
      </p:sp>
      <p:cxnSp>
        <p:nvCxnSpPr>
          <p:cNvPr id="7" name="Conector recto de flecha 6"/>
          <p:cNvCxnSpPr/>
          <p:nvPr/>
        </p:nvCxnSpPr>
        <p:spPr>
          <a:xfrm flipH="1">
            <a:off x="5551714" y="2027422"/>
            <a:ext cx="470263" cy="7680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uadroTexto 7"/>
          <p:cNvSpPr txBox="1"/>
          <p:nvPr/>
        </p:nvSpPr>
        <p:spPr>
          <a:xfrm>
            <a:off x="6583680" y="2233749"/>
            <a:ext cx="14238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" name="CuadroTexto 8"/>
          <p:cNvSpPr txBox="1"/>
          <p:nvPr/>
        </p:nvSpPr>
        <p:spPr>
          <a:xfrm>
            <a:off x="6792685" y="3111640"/>
            <a:ext cx="15152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 smtClean="0">
                <a:solidFill>
                  <a:srgbClr val="FF0000"/>
                </a:solidFill>
              </a:rPr>
              <a:t>UIJ+</a:t>
            </a:r>
            <a:r>
              <a:rPr lang="es-ES" sz="1600" dirty="0" smtClean="0"/>
              <a:t> [ojo]</a:t>
            </a:r>
            <a:endParaRPr lang="en-US" sz="1600" dirty="0"/>
          </a:p>
        </p:txBody>
      </p:sp>
      <p:cxnSp>
        <p:nvCxnSpPr>
          <p:cNvPr id="11" name="Conector recto de flecha 10"/>
          <p:cNvCxnSpPr/>
          <p:nvPr/>
        </p:nvCxnSpPr>
        <p:spPr>
          <a:xfrm flipH="1">
            <a:off x="5643154" y="3385959"/>
            <a:ext cx="1045029" cy="5756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uadroTexto 11"/>
          <p:cNvSpPr txBox="1"/>
          <p:nvPr/>
        </p:nvSpPr>
        <p:spPr>
          <a:xfrm>
            <a:off x="7341326" y="4154435"/>
            <a:ext cx="15414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 smtClean="0">
                <a:solidFill>
                  <a:srgbClr val="FF0000"/>
                </a:solidFill>
              </a:rPr>
              <a:t>DOFO</a:t>
            </a:r>
            <a:r>
              <a:rPr lang="es-ES" sz="1600" dirty="0" smtClean="0"/>
              <a:t> [Nariz]</a:t>
            </a:r>
            <a:endParaRPr lang="en-US" sz="1600" dirty="0"/>
          </a:p>
        </p:txBody>
      </p:sp>
      <p:cxnSp>
        <p:nvCxnSpPr>
          <p:cNvPr id="14" name="Conector recto de flecha 13"/>
          <p:cNvCxnSpPr/>
          <p:nvPr/>
        </p:nvCxnSpPr>
        <p:spPr>
          <a:xfrm flipH="1">
            <a:off x="5434149" y="4245428"/>
            <a:ext cx="1763485" cy="1567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uadroTexto 14"/>
          <p:cNvSpPr txBox="1"/>
          <p:nvPr/>
        </p:nvSpPr>
        <p:spPr>
          <a:xfrm>
            <a:off x="7485017" y="4558937"/>
            <a:ext cx="15152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 smtClean="0">
                <a:solidFill>
                  <a:srgbClr val="FF0000"/>
                </a:solidFill>
              </a:rPr>
              <a:t>FUE</a:t>
            </a:r>
            <a:r>
              <a:rPr lang="es-ES" sz="1600" dirty="0" smtClean="0"/>
              <a:t> [Boca]</a:t>
            </a:r>
            <a:endParaRPr lang="en-US" sz="1600" dirty="0"/>
          </a:p>
        </p:txBody>
      </p:sp>
      <p:cxnSp>
        <p:nvCxnSpPr>
          <p:cNvPr id="17" name="Conector recto de flecha 16"/>
          <p:cNvCxnSpPr/>
          <p:nvPr/>
        </p:nvCxnSpPr>
        <p:spPr>
          <a:xfrm flipH="1">
            <a:off x="5551714" y="4702629"/>
            <a:ext cx="193330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uadroTexto 17"/>
          <p:cNvSpPr txBox="1"/>
          <p:nvPr/>
        </p:nvSpPr>
        <p:spPr>
          <a:xfrm>
            <a:off x="7197634" y="3579223"/>
            <a:ext cx="16328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 smtClean="0">
                <a:solidFill>
                  <a:srgbClr val="FF0000"/>
                </a:solidFill>
              </a:rPr>
              <a:t>JEFO</a:t>
            </a:r>
            <a:r>
              <a:rPr lang="es-ES" sz="1600" dirty="0" smtClean="0"/>
              <a:t> [Oreja]</a:t>
            </a:r>
            <a:endParaRPr lang="en-US" sz="1600" dirty="0"/>
          </a:p>
        </p:txBody>
      </p:sp>
      <p:cxnSp>
        <p:nvCxnSpPr>
          <p:cNvPr id="20" name="Conector recto de flecha 19"/>
          <p:cNvCxnSpPr/>
          <p:nvPr/>
        </p:nvCxnSpPr>
        <p:spPr>
          <a:xfrm flipH="1">
            <a:off x="6021977" y="3717722"/>
            <a:ext cx="1175657" cy="4367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uadroTexto 20"/>
          <p:cNvSpPr txBox="1"/>
          <p:nvPr/>
        </p:nvSpPr>
        <p:spPr>
          <a:xfrm>
            <a:off x="7589519" y="5524509"/>
            <a:ext cx="18745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 smtClean="0">
                <a:solidFill>
                  <a:srgbClr val="FF0000"/>
                </a:solidFill>
              </a:rPr>
              <a:t>K+MOIJ+</a:t>
            </a:r>
            <a:r>
              <a:rPr lang="es-ES" sz="1600" dirty="0" smtClean="0"/>
              <a:t> [Cuello]</a:t>
            </a:r>
            <a:endParaRPr lang="en-US" sz="1600" dirty="0"/>
          </a:p>
        </p:txBody>
      </p:sp>
      <p:cxnSp>
        <p:nvCxnSpPr>
          <p:cNvPr id="23" name="Conector recto de flecha 22"/>
          <p:cNvCxnSpPr/>
          <p:nvPr/>
        </p:nvCxnSpPr>
        <p:spPr>
          <a:xfrm flipH="1" flipV="1">
            <a:off x="5786845" y="5187035"/>
            <a:ext cx="1672046" cy="4494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uadroTexto 23"/>
          <p:cNvSpPr txBox="1"/>
          <p:nvPr/>
        </p:nvSpPr>
        <p:spPr>
          <a:xfrm>
            <a:off x="6792686" y="2233749"/>
            <a:ext cx="17765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 smtClean="0">
                <a:solidFill>
                  <a:srgbClr val="FF0000"/>
                </a:solidFill>
              </a:rPr>
              <a:t>OZOK+</a:t>
            </a:r>
            <a:r>
              <a:rPr lang="es-ES" sz="1600" dirty="0" smtClean="0"/>
              <a:t> [Frente]</a:t>
            </a:r>
            <a:endParaRPr lang="en-US" sz="1600" dirty="0"/>
          </a:p>
        </p:txBody>
      </p:sp>
      <p:cxnSp>
        <p:nvCxnSpPr>
          <p:cNvPr id="26" name="Conector recto de flecha 25"/>
          <p:cNvCxnSpPr>
            <a:stCxn id="8" idx="1"/>
          </p:cNvCxnSpPr>
          <p:nvPr/>
        </p:nvCxnSpPr>
        <p:spPr>
          <a:xfrm flipH="1">
            <a:off x="5225141" y="2418415"/>
            <a:ext cx="1358539" cy="11477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uadroTexto 26"/>
          <p:cNvSpPr txBox="1"/>
          <p:nvPr/>
        </p:nvSpPr>
        <p:spPr>
          <a:xfrm>
            <a:off x="1371598" y="4592933"/>
            <a:ext cx="14891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0000"/>
                </a:solidFill>
              </a:rPr>
              <a:t>Í</a:t>
            </a:r>
            <a:r>
              <a:rPr lang="es-ES" sz="1600" b="1" dirty="0" smtClean="0">
                <a:solidFill>
                  <a:srgbClr val="FF0000"/>
                </a:solidFill>
              </a:rPr>
              <a:t>ZIE</a:t>
            </a:r>
            <a:r>
              <a:rPr lang="es-ES" sz="1600" dirty="0" smtClean="0"/>
              <a:t> [Diente</a:t>
            </a:r>
            <a:r>
              <a:rPr lang="es-ES" sz="1200" dirty="0" smtClean="0"/>
              <a:t>]</a:t>
            </a:r>
            <a:endParaRPr lang="en-US" sz="1200" dirty="0"/>
          </a:p>
        </p:txBody>
      </p:sp>
      <p:cxnSp>
        <p:nvCxnSpPr>
          <p:cNvPr id="29" name="Conector recto de flecha 28"/>
          <p:cNvCxnSpPr>
            <a:stCxn id="27" idx="3"/>
          </p:cNvCxnSpPr>
          <p:nvPr/>
        </p:nvCxnSpPr>
        <p:spPr>
          <a:xfrm flipV="1">
            <a:off x="2860764" y="4702630"/>
            <a:ext cx="2364377" cy="595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uadroTexto 29"/>
          <p:cNvSpPr txBox="1"/>
          <p:nvPr/>
        </p:nvSpPr>
        <p:spPr>
          <a:xfrm>
            <a:off x="1371598" y="3566160"/>
            <a:ext cx="16067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 smtClean="0">
                <a:solidFill>
                  <a:srgbClr val="FF0000"/>
                </a:solidFill>
              </a:rPr>
              <a:t>UICAIBE</a:t>
            </a:r>
            <a:r>
              <a:rPr lang="es-ES" sz="1600" dirty="0" smtClean="0"/>
              <a:t> [Ceja</a:t>
            </a:r>
            <a:r>
              <a:rPr lang="es-ES" sz="1200" dirty="0" smtClean="0"/>
              <a:t>]</a:t>
            </a:r>
            <a:endParaRPr lang="en-US" sz="1200" dirty="0"/>
          </a:p>
        </p:txBody>
      </p:sp>
      <p:cxnSp>
        <p:nvCxnSpPr>
          <p:cNvPr id="32" name="Conector recto de flecha 31"/>
          <p:cNvCxnSpPr/>
          <p:nvPr/>
        </p:nvCxnSpPr>
        <p:spPr>
          <a:xfrm>
            <a:off x="2860764" y="3717722"/>
            <a:ext cx="1959430" cy="1254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uadroTexto 32"/>
          <p:cNvSpPr txBox="1"/>
          <p:nvPr/>
        </p:nvSpPr>
        <p:spPr>
          <a:xfrm>
            <a:off x="1371598" y="3882218"/>
            <a:ext cx="18026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 smtClean="0">
                <a:solidFill>
                  <a:srgbClr val="FF0000"/>
                </a:solidFill>
              </a:rPr>
              <a:t>UIBEAI</a:t>
            </a:r>
            <a:r>
              <a:rPr lang="es-ES" sz="1600" dirty="0" smtClean="0"/>
              <a:t> [Pestaña]</a:t>
            </a:r>
            <a:endParaRPr lang="en-US" sz="1600" dirty="0"/>
          </a:p>
        </p:txBody>
      </p:sp>
      <p:cxnSp>
        <p:nvCxnSpPr>
          <p:cNvPr id="35" name="Conector recto de flecha 34"/>
          <p:cNvCxnSpPr/>
          <p:nvPr/>
        </p:nvCxnSpPr>
        <p:spPr>
          <a:xfrm>
            <a:off x="3122020" y="3994720"/>
            <a:ext cx="1698174" cy="286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CuadroTexto 37"/>
          <p:cNvSpPr txBox="1"/>
          <p:nvPr/>
        </p:nvSpPr>
        <p:spPr>
          <a:xfrm>
            <a:off x="495022" y="4245427"/>
            <a:ext cx="25551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 smtClean="0">
                <a:solidFill>
                  <a:srgbClr val="FF0000"/>
                </a:solidFill>
              </a:rPr>
              <a:t>KAKA+</a:t>
            </a:r>
            <a:r>
              <a:rPr lang="es-ES" sz="1600" dirty="0" smtClean="0"/>
              <a:t> [Pómulo/mejilla]</a:t>
            </a:r>
            <a:endParaRPr lang="en-US" sz="1600" dirty="0"/>
          </a:p>
        </p:txBody>
      </p:sp>
      <p:cxnSp>
        <p:nvCxnSpPr>
          <p:cNvPr id="40" name="Conector recto de flecha 39"/>
          <p:cNvCxnSpPr/>
          <p:nvPr/>
        </p:nvCxnSpPr>
        <p:spPr>
          <a:xfrm flipV="1">
            <a:off x="3108957" y="4302872"/>
            <a:ext cx="1711237" cy="967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CuadroTexto 40"/>
          <p:cNvSpPr txBox="1"/>
          <p:nvPr/>
        </p:nvSpPr>
        <p:spPr>
          <a:xfrm>
            <a:off x="1188720" y="5381897"/>
            <a:ext cx="18614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 smtClean="0">
                <a:solidFill>
                  <a:srgbClr val="FF0000"/>
                </a:solidFill>
              </a:rPr>
              <a:t>FEKABE</a:t>
            </a:r>
            <a:r>
              <a:rPr lang="es-ES" sz="1600" dirty="0" smtClean="0"/>
              <a:t> [Hombro]</a:t>
            </a:r>
            <a:endParaRPr lang="en-US" sz="1600" dirty="0"/>
          </a:p>
        </p:txBody>
      </p:sp>
      <p:cxnSp>
        <p:nvCxnSpPr>
          <p:cNvPr id="43" name="Conector recto de flecha 42"/>
          <p:cNvCxnSpPr>
            <a:stCxn id="41" idx="3"/>
          </p:cNvCxnSpPr>
          <p:nvPr/>
        </p:nvCxnSpPr>
        <p:spPr>
          <a:xfrm>
            <a:off x="3050175" y="5551174"/>
            <a:ext cx="751116" cy="136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CuadroTexto 43"/>
          <p:cNvSpPr txBox="1"/>
          <p:nvPr/>
        </p:nvSpPr>
        <p:spPr>
          <a:xfrm>
            <a:off x="1188720" y="4963439"/>
            <a:ext cx="18614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 smtClean="0">
                <a:solidFill>
                  <a:srgbClr val="FF0000"/>
                </a:solidFill>
              </a:rPr>
              <a:t>FUE </a:t>
            </a:r>
            <a:r>
              <a:rPr lang="es-ES" sz="1600" b="1" dirty="0">
                <a:solidFill>
                  <a:srgbClr val="FF0000"/>
                </a:solidFill>
              </a:rPr>
              <a:t>O</a:t>
            </a:r>
            <a:r>
              <a:rPr lang="es-ES" sz="1600" b="1" dirty="0" smtClean="0">
                <a:solidFill>
                  <a:srgbClr val="FF0000"/>
                </a:solidFill>
              </a:rPr>
              <a:t>NI </a:t>
            </a:r>
            <a:r>
              <a:rPr lang="es-ES" sz="1600" dirty="0" smtClean="0"/>
              <a:t>[Labio]</a:t>
            </a:r>
            <a:endParaRPr lang="en-US" sz="1600" dirty="0"/>
          </a:p>
        </p:txBody>
      </p:sp>
      <p:cxnSp>
        <p:nvCxnSpPr>
          <p:cNvPr id="46" name="Conector recto de flecha 45"/>
          <p:cNvCxnSpPr>
            <a:stCxn id="44" idx="3"/>
          </p:cNvCxnSpPr>
          <p:nvPr/>
        </p:nvCxnSpPr>
        <p:spPr>
          <a:xfrm flipV="1">
            <a:off x="3050175" y="4731433"/>
            <a:ext cx="2174966" cy="4012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uadroTexto 12"/>
          <p:cNvSpPr txBox="1"/>
          <p:nvPr/>
        </p:nvSpPr>
        <p:spPr>
          <a:xfrm>
            <a:off x="7680960" y="4963439"/>
            <a:ext cx="20639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 smtClean="0">
                <a:solidFill>
                  <a:srgbClr val="FF0000"/>
                </a:solidFill>
              </a:rPr>
              <a:t>AIMAK+</a:t>
            </a:r>
            <a:r>
              <a:rPr lang="es-ES" sz="1600" dirty="0" smtClean="0"/>
              <a:t> [barbilla]</a:t>
            </a:r>
            <a:endParaRPr lang="en-US" sz="1600" dirty="0"/>
          </a:p>
        </p:txBody>
      </p:sp>
      <p:cxnSp>
        <p:nvCxnSpPr>
          <p:cNvPr id="19" name="Conector recto de flecha 18"/>
          <p:cNvCxnSpPr/>
          <p:nvPr/>
        </p:nvCxnSpPr>
        <p:spPr>
          <a:xfrm flipH="1" flipV="1">
            <a:off x="5225141" y="4963439"/>
            <a:ext cx="2364378" cy="1692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8227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3" y="244062"/>
            <a:ext cx="9276563" cy="596427"/>
          </a:xfrm>
        </p:spPr>
        <p:txBody>
          <a:bodyPr>
            <a:normAutofit/>
          </a:bodyPr>
          <a:lstStyle/>
          <a:p>
            <a:pPr algn="ctr"/>
            <a:r>
              <a:rPr lang="es-ES" sz="2800" b="1" dirty="0" smtClean="0">
                <a:solidFill>
                  <a:schemeClr val="tx1"/>
                </a:solidFill>
              </a:rPr>
              <a:t>NOMBRES DE LOS DEDOS: </a:t>
            </a:r>
            <a:r>
              <a:rPr lang="es-ES" sz="2800" dirty="0" smtClean="0">
                <a:solidFill>
                  <a:srgbClr val="FF0000"/>
                </a:solidFill>
              </a:rPr>
              <a:t>EIKA+ MAMEK+</a:t>
            </a:r>
            <a:r>
              <a:rPr lang="es-ES" sz="2800" dirty="0" smtClean="0">
                <a:solidFill>
                  <a:srgbClr val="0070C0"/>
                </a:solidFill>
              </a:rPr>
              <a:t>	</a:t>
            </a:r>
            <a:endParaRPr lang="en-US" sz="2800" dirty="0">
              <a:solidFill>
                <a:srgbClr val="0070C0"/>
              </a:solidFill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486590" y="4207256"/>
            <a:ext cx="23513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 err="1">
                <a:solidFill>
                  <a:srgbClr val="FF0000"/>
                </a:solidFill>
              </a:rPr>
              <a:t>r</a:t>
            </a:r>
            <a:r>
              <a:rPr lang="es-ES" sz="2000" b="1" dirty="0" err="1" smtClean="0">
                <a:solidFill>
                  <a:srgbClr val="FF0000"/>
                </a:solidFill>
              </a:rPr>
              <a:t>+ngoka</a:t>
            </a:r>
            <a:r>
              <a:rPr lang="es-ES" sz="2000" b="1" dirty="0" smtClean="0">
                <a:solidFill>
                  <a:srgbClr val="FF0000"/>
                </a:solidFill>
              </a:rPr>
              <a:t>+</a:t>
            </a:r>
            <a:r>
              <a:rPr lang="es-ES" sz="2000" dirty="0" smtClean="0">
                <a:solidFill>
                  <a:srgbClr val="FF0000"/>
                </a:solidFill>
              </a:rPr>
              <a:t> </a:t>
            </a:r>
            <a:r>
              <a:rPr lang="es-ES" sz="2000" dirty="0" smtClean="0"/>
              <a:t>[pulgar]</a:t>
            </a:r>
            <a:endParaRPr lang="en-US" sz="2000" dirty="0"/>
          </a:p>
        </p:txBody>
      </p:sp>
      <p:sp>
        <p:nvSpPr>
          <p:cNvPr id="16" name="CuadroTexto 15"/>
          <p:cNvSpPr txBox="1"/>
          <p:nvPr/>
        </p:nvSpPr>
        <p:spPr>
          <a:xfrm>
            <a:off x="169815" y="2807236"/>
            <a:ext cx="25353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 err="1" smtClean="0">
                <a:solidFill>
                  <a:srgbClr val="FF0000"/>
                </a:solidFill>
              </a:rPr>
              <a:t>uidaraka</a:t>
            </a:r>
            <a:r>
              <a:rPr lang="es-ES" sz="2000" b="1" dirty="0" smtClean="0">
                <a:solidFill>
                  <a:srgbClr val="FF0000"/>
                </a:solidFill>
              </a:rPr>
              <a:t>+</a:t>
            </a:r>
            <a:r>
              <a:rPr lang="es-ES" sz="2000" dirty="0" smtClean="0"/>
              <a:t> [índice]</a:t>
            </a:r>
            <a:endParaRPr lang="en-US" sz="2000" dirty="0"/>
          </a:p>
        </p:txBody>
      </p:sp>
      <p:sp>
        <p:nvSpPr>
          <p:cNvPr id="19" name="CuadroTexto 18"/>
          <p:cNvSpPr txBox="1"/>
          <p:nvPr/>
        </p:nvSpPr>
        <p:spPr>
          <a:xfrm>
            <a:off x="0" y="1432317"/>
            <a:ext cx="34392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 err="1" smtClean="0">
                <a:solidFill>
                  <a:srgbClr val="FF0000"/>
                </a:solidFill>
              </a:rPr>
              <a:t>Komeraka</a:t>
            </a:r>
            <a:r>
              <a:rPr lang="es-ES" sz="2000" b="1" dirty="0" smtClean="0">
                <a:solidFill>
                  <a:srgbClr val="FF0000"/>
                </a:solidFill>
              </a:rPr>
              <a:t>+ </a:t>
            </a:r>
            <a:r>
              <a:rPr lang="es-ES" sz="2000" b="1" dirty="0" err="1" smtClean="0">
                <a:solidFill>
                  <a:srgbClr val="FF0000"/>
                </a:solidFill>
              </a:rPr>
              <a:t>ika</a:t>
            </a:r>
            <a:r>
              <a:rPr lang="es-ES" sz="2000" b="1" dirty="0" smtClean="0">
                <a:solidFill>
                  <a:srgbClr val="FF0000"/>
                </a:solidFill>
              </a:rPr>
              <a:t>+ </a:t>
            </a:r>
            <a:r>
              <a:rPr lang="es-ES" sz="2000" dirty="0" smtClean="0"/>
              <a:t>[corazón]</a:t>
            </a:r>
            <a:endParaRPr lang="en-US" sz="2000" dirty="0"/>
          </a:p>
        </p:txBody>
      </p:sp>
      <p:sp>
        <p:nvSpPr>
          <p:cNvPr id="27" name="CuadroTexto 26"/>
          <p:cNvSpPr txBox="1"/>
          <p:nvPr/>
        </p:nvSpPr>
        <p:spPr>
          <a:xfrm>
            <a:off x="8665352" y="1454530"/>
            <a:ext cx="26001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 err="1">
                <a:solidFill>
                  <a:srgbClr val="FF0000"/>
                </a:solidFill>
              </a:rPr>
              <a:t>j</a:t>
            </a:r>
            <a:r>
              <a:rPr lang="es-ES" sz="2000" b="1" dirty="0" err="1" smtClean="0">
                <a:solidFill>
                  <a:srgbClr val="FF0000"/>
                </a:solidFill>
              </a:rPr>
              <a:t>amaika</a:t>
            </a:r>
            <a:r>
              <a:rPr lang="es-ES" sz="2000" b="1" dirty="0" smtClean="0">
                <a:solidFill>
                  <a:srgbClr val="FF0000"/>
                </a:solidFill>
              </a:rPr>
              <a:t>+</a:t>
            </a:r>
            <a:r>
              <a:rPr lang="es-ES" sz="2000" dirty="0" smtClean="0"/>
              <a:t> [anular]</a:t>
            </a:r>
            <a:endParaRPr lang="en-US" sz="2000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7510" y="815818"/>
            <a:ext cx="5387843" cy="5355595"/>
          </a:xfrm>
          <a:prstGeom prst="rect">
            <a:avLst/>
          </a:prstGeom>
        </p:spPr>
      </p:pic>
      <p:sp>
        <p:nvSpPr>
          <p:cNvPr id="28" name="CuadroTexto 27"/>
          <p:cNvSpPr txBox="1"/>
          <p:nvPr/>
        </p:nvSpPr>
        <p:spPr>
          <a:xfrm>
            <a:off x="8986075" y="2731842"/>
            <a:ext cx="27714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 err="1" smtClean="0">
                <a:solidFill>
                  <a:srgbClr val="FF0000"/>
                </a:solidFill>
              </a:rPr>
              <a:t>Ji+ka</a:t>
            </a:r>
            <a:r>
              <a:rPr lang="es-ES" sz="2000" b="1" dirty="0" smtClean="0">
                <a:solidFill>
                  <a:srgbClr val="FF0000"/>
                </a:solidFill>
              </a:rPr>
              <a:t>+</a:t>
            </a:r>
            <a:r>
              <a:rPr lang="es-ES" sz="2000" dirty="0" smtClean="0">
                <a:solidFill>
                  <a:srgbClr val="FF0000"/>
                </a:solidFill>
              </a:rPr>
              <a:t> </a:t>
            </a:r>
            <a:r>
              <a:rPr lang="es-ES" sz="2000" dirty="0" smtClean="0"/>
              <a:t>[meñique]</a:t>
            </a:r>
            <a:endParaRPr lang="en-US" sz="2000" dirty="0"/>
          </a:p>
        </p:txBody>
      </p:sp>
      <p:cxnSp>
        <p:nvCxnSpPr>
          <p:cNvPr id="6" name="Conector recto de flecha 5"/>
          <p:cNvCxnSpPr/>
          <p:nvPr/>
        </p:nvCxnSpPr>
        <p:spPr>
          <a:xfrm flipV="1">
            <a:off x="3594285" y="1454531"/>
            <a:ext cx="2315196" cy="1846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Conector recto de flecha 8"/>
          <p:cNvCxnSpPr/>
          <p:nvPr/>
        </p:nvCxnSpPr>
        <p:spPr>
          <a:xfrm flipV="1">
            <a:off x="2442949" y="2183642"/>
            <a:ext cx="2807443" cy="8325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Conector recto de flecha 11"/>
          <p:cNvCxnSpPr/>
          <p:nvPr/>
        </p:nvCxnSpPr>
        <p:spPr>
          <a:xfrm flipV="1">
            <a:off x="2705133" y="4039737"/>
            <a:ext cx="1239070" cy="3275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Conector recto de flecha 16"/>
          <p:cNvCxnSpPr/>
          <p:nvPr/>
        </p:nvCxnSpPr>
        <p:spPr>
          <a:xfrm flipH="1">
            <a:off x="7246961" y="1639196"/>
            <a:ext cx="14183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Conector recto de flecha 20"/>
          <p:cNvCxnSpPr/>
          <p:nvPr/>
        </p:nvCxnSpPr>
        <p:spPr>
          <a:xfrm flipH="1" flipV="1">
            <a:off x="7765577" y="2906974"/>
            <a:ext cx="1220498" cy="1091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CuadroTexto 24"/>
          <p:cNvSpPr txBox="1"/>
          <p:nvPr/>
        </p:nvSpPr>
        <p:spPr>
          <a:xfrm>
            <a:off x="8393372" y="4207256"/>
            <a:ext cx="36848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 err="1" smtClean="0">
                <a:solidFill>
                  <a:srgbClr val="FF0000"/>
                </a:solidFill>
              </a:rPr>
              <a:t>Ono</a:t>
            </a:r>
            <a:r>
              <a:rPr lang="es-ES" sz="2000" dirty="0" smtClean="0">
                <a:solidFill>
                  <a:srgbClr val="FF0000"/>
                </a:solidFill>
              </a:rPr>
              <a:t>+ ero+ </a:t>
            </a:r>
            <a:r>
              <a:rPr lang="es-ES" sz="2000" dirty="0" smtClean="0"/>
              <a:t>[palma de la mano]</a:t>
            </a:r>
            <a:endParaRPr lang="en-US" sz="2000" dirty="0"/>
          </a:p>
        </p:txBody>
      </p:sp>
      <p:cxnSp>
        <p:nvCxnSpPr>
          <p:cNvPr id="34" name="Conector recto de flecha 33"/>
          <p:cNvCxnSpPr/>
          <p:nvPr/>
        </p:nvCxnSpPr>
        <p:spPr>
          <a:xfrm flipH="1" flipV="1">
            <a:off x="6237027" y="4203510"/>
            <a:ext cx="2138799" cy="2038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6292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3" y="268406"/>
            <a:ext cx="8596668" cy="796119"/>
          </a:xfrm>
        </p:spPr>
        <p:txBody>
          <a:bodyPr>
            <a:normAutofit/>
          </a:bodyPr>
          <a:lstStyle/>
          <a:p>
            <a:pPr algn="ctr"/>
            <a:r>
              <a:rPr lang="es-ES" sz="4000" dirty="0" smtClean="0"/>
              <a:t>VOCABULARIO REFERENCIAL</a:t>
            </a:r>
            <a:endParaRPr lang="en-US" sz="400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77333" y="1064525"/>
            <a:ext cx="10582069" cy="5527344"/>
          </a:xfrm>
        </p:spPr>
        <p:txBody>
          <a:bodyPr>
            <a:normAutofit/>
          </a:bodyPr>
          <a:lstStyle/>
          <a:p>
            <a:r>
              <a:rPr lang="es-ES" sz="3200" dirty="0" smtClean="0"/>
              <a:t>AB+         : </a:t>
            </a:r>
            <a:r>
              <a:rPr lang="es-ES" sz="3200" dirty="0" smtClean="0">
                <a:solidFill>
                  <a:schemeClr val="accent1"/>
                </a:solidFill>
              </a:rPr>
              <a:t>CUERPO</a:t>
            </a:r>
          </a:p>
          <a:p>
            <a:r>
              <a:rPr lang="es-ES" sz="3200" dirty="0" smtClean="0"/>
              <a:t>ONO+      : </a:t>
            </a:r>
            <a:r>
              <a:rPr lang="es-ES" sz="3200" dirty="0" smtClean="0">
                <a:solidFill>
                  <a:schemeClr val="accent1"/>
                </a:solidFill>
              </a:rPr>
              <a:t>MANO</a:t>
            </a:r>
          </a:p>
          <a:p>
            <a:r>
              <a:rPr lang="es-ES" sz="3200" dirty="0" smtClean="0">
                <a:solidFill>
                  <a:schemeClr val="tx2"/>
                </a:solidFill>
              </a:rPr>
              <a:t>MOI         :</a:t>
            </a:r>
            <a:r>
              <a:rPr lang="es-ES" sz="3200" dirty="0" smtClean="0">
                <a:solidFill>
                  <a:schemeClr val="accent1"/>
                </a:solidFill>
              </a:rPr>
              <a:t> NALGAS</a:t>
            </a:r>
          </a:p>
          <a:p>
            <a:r>
              <a:rPr lang="es-ES" sz="3200" dirty="0" smtClean="0"/>
              <a:t>ÑEREG+   : </a:t>
            </a:r>
            <a:r>
              <a:rPr lang="es-ES" sz="3200" dirty="0" smtClean="0">
                <a:solidFill>
                  <a:schemeClr val="accent1"/>
                </a:solidFill>
              </a:rPr>
              <a:t>PANTORRILLA</a:t>
            </a:r>
          </a:p>
          <a:p>
            <a:r>
              <a:rPr lang="es-ES" sz="3200" dirty="0" smtClean="0"/>
              <a:t>ONO+ ERO: </a:t>
            </a:r>
            <a:r>
              <a:rPr lang="es-ES" sz="3200" dirty="0" smtClean="0">
                <a:solidFill>
                  <a:schemeClr val="accent1"/>
                </a:solidFill>
              </a:rPr>
              <a:t>LA PALMA DE LA MANO</a:t>
            </a:r>
          </a:p>
          <a:p>
            <a:r>
              <a:rPr lang="es-ES" sz="3200" dirty="0" smtClean="0"/>
              <a:t>E+BA ERO : </a:t>
            </a:r>
            <a:r>
              <a:rPr lang="es-ES" sz="3200" dirty="0" smtClean="0">
                <a:solidFill>
                  <a:schemeClr val="accent1"/>
                </a:solidFill>
              </a:rPr>
              <a:t>LA PALMA DEL PIE</a:t>
            </a:r>
          </a:p>
          <a:p>
            <a:r>
              <a:rPr lang="es-ES" sz="3200" dirty="0" smtClean="0"/>
              <a:t>ENOKOBE : </a:t>
            </a:r>
            <a:r>
              <a:rPr lang="es-ES" sz="3200" dirty="0" smtClean="0">
                <a:solidFill>
                  <a:schemeClr val="accent1"/>
                </a:solidFill>
              </a:rPr>
              <a:t>UÑA</a:t>
            </a:r>
          </a:p>
          <a:p>
            <a:r>
              <a:rPr lang="es-ES" sz="3200" dirty="0" smtClean="0"/>
              <a:t>ONOKA+   : </a:t>
            </a:r>
            <a:r>
              <a:rPr lang="es-ES" sz="3200" dirty="0" smtClean="0">
                <a:solidFill>
                  <a:schemeClr val="accent1"/>
                </a:solidFill>
              </a:rPr>
              <a:t>LOS DEDOS DE LA MANO</a:t>
            </a:r>
          </a:p>
          <a:p>
            <a:r>
              <a:rPr lang="es-ES" sz="3200" dirty="0"/>
              <a:t>+</a:t>
            </a:r>
            <a:r>
              <a:rPr lang="es-ES" sz="3200" dirty="0" smtClean="0"/>
              <a:t>DAKA+    : </a:t>
            </a:r>
            <a:r>
              <a:rPr lang="es-ES" sz="3200" dirty="0" smtClean="0">
                <a:solidFill>
                  <a:schemeClr val="accent1"/>
                </a:solidFill>
              </a:rPr>
              <a:t>LOS DEDOS DEL PIE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746799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07067" y="232012"/>
            <a:ext cx="7766936" cy="818866"/>
          </a:xfrm>
        </p:spPr>
        <p:txBody>
          <a:bodyPr/>
          <a:lstStyle/>
          <a:p>
            <a:pPr algn="ctr"/>
            <a:r>
              <a:rPr lang="es-ES" sz="3200" smtClean="0">
                <a:solidFill>
                  <a:schemeClr val="tx1"/>
                </a:solidFill>
              </a:rPr>
              <a:t>DIÁLOGO: </a:t>
            </a:r>
            <a:r>
              <a:rPr lang="es-ES" sz="3200" dirty="0" smtClean="0">
                <a:solidFill>
                  <a:schemeClr val="tx1"/>
                </a:solidFill>
              </a:rPr>
              <a:t>LAS PARTES DEL CUERPO</a:t>
            </a:r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72955" y="1214651"/>
            <a:ext cx="11491415" cy="4708477"/>
          </a:xfrm>
        </p:spPr>
        <p:txBody>
          <a:bodyPr>
            <a:normAutofit/>
          </a:bodyPr>
          <a:lstStyle/>
          <a:p>
            <a:pPr algn="just"/>
            <a:endParaRPr lang="es-ES" sz="2400" dirty="0" smtClean="0">
              <a:solidFill>
                <a:srgbClr val="FF0000"/>
              </a:solidFill>
            </a:endParaRPr>
          </a:p>
          <a:p>
            <a:pPr algn="just"/>
            <a:r>
              <a:rPr lang="es-ES" sz="2400" dirty="0" smtClean="0">
                <a:solidFill>
                  <a:srgbClr val="FF0000"/>
                </a:solidFill>
              </a:rPr>
              <a:t>JUANA</a:t>
            </a:r>
            <a:r>
              <a:rPr lang="es-ES" sz="2400" dirty="0" smtClean="0"/>
              <a:t>: </a:t>
            </a:r>
            <a:r>
              <a:rPr lang="es-ES" sz="2400" dirty="0" smtClean="0">
                <a:solidFill>
                  <a:schemeClr val="tx1"/>
                </a:solidFill>
              </a:rPr>
              <a:t>O +</a:t>
            </a:r>
            <a:r>
              <a:rPr lang="es-ES" sz="2400" dirty="0" err="1" smtClean="0">
                <a:solidFill>
                  <a:schemeClr val="tx1"/>
                </a:solidFill>
              </a:rPr>
              <a:t>fot+ra</a:t>
            </a:r>
            <a:r>
              <a:rPr lang="es-ES" sz="2400" dirty="0" smtClean="0">
                <a:solidFill>
                  <a:schemeClr val="tx1"/>
                </a:solidFill>
              </a:rPr>
              <a:t>+ n+ izo+ </a:t>
            </a:r>
            <a:r>
              <a:rPr lang="es-ES" sz="2400" dirty="0" err="1" smtClean="0">
                <a:solidFill>
                  <a:schemeClr val="tx1"/>
                </a:solidFill>
              </a:rPr>
              <a:t>jideka</a:t>
            </a:r>
            <a:r>
              <a:rPr lang="es-ES" sz="2400" dirty="0" smtClean="0">
                <a:solidFill>
                  <a:schemeClr val="tx1"/>
                </a:solidFill>
              </a:rPr>
              <a:t>? </a:t>
            </a:r>
            <a:r>
              <a:rPr lang="es-ES" sz="2400" dirty="0" smtClean="0"/>
              <a:t>[</a:t>
            </a:r>
            <a:r>
              <a:rPr lang="es-ES" sz="2400" dirty="0" smtClean="0">
                <a:solidFill>
                  <a:srgbClr val="FF0000"/>
                </a:solidFill>
              </a:rPr>
              <a:t>De qué color son tus cabello?</a:t>
            </a:r>
            <a:r>
              <a:rPr lang="es-ES" sz="2400" dirty="0" smtClean="0"/>
              <a:t>]</a:t>
            </a:r>
          </a:p>
          <a:p>
            <a:pPr algn="just"/>
            <a:r>
              <a:rPr lang="es-ES" sz="2400" dirty="0" smtClean="0">
                <a:solidFill>
                  <a:srgbClr val="0070C0"/>
                </a:solidFill>
              </a:rPr>
              <a:t>JULIANA</a:t>
            </a:r>
            <a:r>
              <a:rPr lang="es-ES" sz="2400" dirty="0" smtClean="0">
                <a:solidFill>
                  <a:schemeClr val="tx1"/>
                </a:solidFill>
              </a:rPr>
              <a:t>: </a:t>
            </a:r>
            <a:r>
              <a:rPr lang="es-ES" sz="2400" dirty="0" err="1" smtClean="0">
                <a:solidFill>
                  <a:schemeClr val="tx1"/>
                </a:solidFill>
              </a:rPr>
              <a:t>Kue</a:t>
            </a:r>
            <a:r>
              <a:rPr lang="es-ES" sz="2400" dirty="0" smtClean="0">
                <a:solidFill>
                  <a:schemeClr val="tx1"/>
                </a:solidFill>
              </a:rPr>
              <a:t> +</a:t>
            </a:r>
            <a:r>
              <a:rPr lang="es-ES" sz="2400" dirty="0" err="1" smtClean="0">
                <a:solidFill>
                  <a:schemeClr val="tx1"/>
                </a:solidFill>
              </a:rPr>
              <a:t>fot+ra</a:t>
            </a:r>
            <a:r>
              <a:rPr lang="es-ES" sz="2400" dirty="0" smtClean="0">
                <a:solidFill>
                  <a:schemeClr val="tx1"/>
                </a:solidFill>
              </a:rPr>
              <a:t>+ </a:t>
            </a:r>
            <a:r>
              <a:rPr lang="es-ES" sz="2400" dirty="0" err="1" smtClean="0">
                <a:solidFill>
                  <a:schemeClr val="tx1"/>
                </a:solidFill>
              </a:rPr>
              <a:t>j+t+rede</a:t>
            </a:r>
            <a:r>
              <a:rPr lang="es-ES" sz="2400" dirty="0" smtClean="0">
                <a:solidFill>
                  <a:schemeClr val="tx1"/>
                </a:solidFill>
              </a:rPr>
              <a:t>.</a:t>
            </a:r>
            <a:r>
              <a:rPr lang="es-ES" sz="2400" dirty="0" smtClean="0"/>
              <a:t> [</a:t>
            </a:r>
            <a:r>
              <a:rPr lang="es-ES" sz="2400" dirty="0" smtClean="0">
                <a:solidFill>
                  <a:srgbClr val="0070C0"/>
                </a:solidFill>
              </a:rPr>
              <a:t>Mis cabellos son de color negro.</a:t>
            </a:r>
            <a:r>
              <a:rPr lang="es-ES" sz="24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]</a:t>
            </a:r>
          </a:p>
          <a:p>
            <a:pPr algn="just"/>
            <a:r>
              <a:rPr lang="es-ES" sz="2400" dirty="0" smtClean="0">
                <a:solidFill>
                  <a:srgbClr val="FF0000"/>
                </a:solidFill>
              </a:rPr>
              <a:t>JUANA</a:t>
            </a:r>
            <a:r>
              <a:rPr lang="es-ES" sz="2400" dirty="0" smtClean="0"/>
              <a:t>: </a:t>
            </a:r>
            <a:r>
              <a:rPr lang="es-ES" sz="2400" dirty="0" smtClean="0">
                <a:solidFill>
                  <a:schemeClr val="tx1"/>
                </a:solidFill>
              </a:rPr>
              <a:t>O </a:t>
            </a:r>
            <a:r>
              <a:rPr lang="es-ES" sz="2400" dirty="0" err="1" smtClean="0">
                <a:solidFill>
                  <a:schemeClr val="tx1"/>
                </a:solidFill>
              </a:rPr>
              <a:t>uij</a:t>
            </a:r>
            <a:r>
              <a:rPr lang="es-ES" sz="2400" dirty="0" smtClean="0">
                <a:solidFill>
                  <a:schemeClr val="tx1"/>
                </a:solidFill>
              </a:rPr>
              <a:t>+ </a:t>
            </a:r>
            <a:r>
              <a:rPr lang="es-ES" sz="2400" dirty="0" err="1" smtClean="0">
                <a:solidFill>
                  <a:schemeClr val="tx1"/>
                </a:solidFill>
              </a:rPr>
              <a:t>jámano</a:t>
            </a:r>
            <a:r>
              <a:rPr lang="es-ES" sz="2400" dirty="0" smtClean="0">
                <a:solidFill>
                  <a:schemeClr val="tx1"/>
                </a:solidFill>
              </a:rPr>
              <a:t> </a:t>
            </a:r>
            <a:r>
              <a:rPr lang="es-ES" sz="2400" dirty="0" err="1" smtClean="0">
                <a:solidFill>
                  <a:schemeClr val="tx1"/>
                </a:solidFill>
              </a:rPr>
              <a:t>évirede</a:t>
            </a:r>
            <a:r>
              <a:rPr lang="es-ES" sz="2400" dirty="0" smtClean="0">
                <a:solidFill>
                  <a:schemeClr val="tx1"/>
                </a:solidFill>
              </a:rPr>
              <a:t>? </a:t>
            </a:r>
            <a:r>
              <a:rPr lang="es-ES" sz="2400" dirty="0" smtClean="0">
                <a:solidFill>
                  <a:schemeClr val="bg2">
                    <a:lumMod val="50000"/>
                  </a:schemeClr>
                </a:solidFill>
              </a:rPr>
              <a:t>[</a:t>
            </a:r>
            <a:r>
              <a:rPr lang="es-ES" sz="2400" dirty="0" smtClean="0">
                <a:solidFill>
                  <a:srgbClr val="FF0000"/>
                </a:solidFill>
              </a:rPr>
              <a:t>Son sus ojos muy hermosos?</a:t>
            </a:r>
            <a:r>
              <a:rPr lang="es-ES" sz="2400" dirty="0" smtClean="0">
                <a:solidFill>
                  <a:schemeClr val="bg2">
                    <a:lumMod val="50000"/>
                  </a:schemeClr>
                </a:solidFill>
              </a:rPr>
              <a:t>]</a:t>
            </a:r>
          </a:p>
          <a:p>
            <a:pPr algn="just"/>
            <a:r>
              <a:rPr lang="es-ES" sz="2400" dirty="0" smtClean="0">
                <a:solidFill>
                  <a:srgbClr val="0070C0"/>
                </a:solidFill>
              </a:rPr>
              <a:t>JULIANA</a:t>
            </a:r>
            <a:r>
              <a:rPr lang="es-ES" sz="2400" dirty="0" smtClean="0"/>
              <a:t>: </a:t>
            </a:r>
            <a:r>
              <a:rPr lang="es-ES" sz="2400" dirty="0" smtClean="0">
                <a:solidFill>
                  <a:schemeClr val="tx1"/>
                </a:solidFill>
              </a:rPr>
              <a:t>J+ </a:t>
            </a:r>
            <a:r>
              <a:rPr lang="es-ES" sz="2400" dirty="0" err="1" smtClean="0">
                <a:solidFill>
                  <a:schemeClr val="tx1"/>
                </a:solidFill>
              </a:rPr>
              <a:t>kue</a:t>
            </a:r>
            <a:r>
              <a:rPr lang="es-ES" sz="2400" dirty="0" smtClean="0">
                <a:solidFill>
                  <a:schemeClr val="tx1"/>
                </a:solidFill>
              </a:rPr>
              <a:t> </a:t>
            </a:r>
            <a:r>
              <a:rPr lang="es-ES" sz="2400" dirty="0" err="1" smtClean="0">
                <a:solidFill>
                  <a:schemeClr val="tx1"/>
                </a:solidFill>
              </a:rPr>
              <a:t>uij</a:t>
            </a:r>
            <a:r>
              <a:rPr lang="es-ES" sz="2400" dirty="0" smtClean="0">
                <a:solidFill>
                  <a:schemeClr val="tx1"/>
                </a:solidFill>
              </a:rPr>
              <a:t>+ </a:t>
            </a:r>
            <a:r>
              <a:rPr lang="es-ES" sz="2400" dirty="0" err="1" smtClean="0">
                <a:solidFill>
                  <a:schemeClr val="tx1"/>
                </a:solidFill>
              </a:rPr>
              <a:t>jámano</a:t>
            </a:r>
            <a:r>
              <a:rPr lang="es-ES" sz="2400" dirty="0" smtClean="0">
                <a:solidFill>
                  <a:schemeClr val="tx1"/>
                </a:solidFill>
              </a:rPr>
              <a:t> </a:t>
            </a:r>
            <a:r>
              <a:rPr lang="es-ES" sz="2400" dirty="0" err="1" smtClean="0">
                <a:solidFill>
                  <a:schemeClr val="tx1"/>
                </a:solidFill>
              </a:rPr>
              <a:t>évirede</a:t>
            </a:r>
            <a:r>
              <a:rPr lang="es-ES" sz="2400" dirty="0" smtClean="0">
                <a:solidFill>
                  <a:schemeClr val="tx1"/>
                </a:solidFill>
              </a:rPr>
              <a:t>. </a:t>
            </a:r>
            <a:r>
              <a:rPr lang="es-ES" sz="2400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[</a:t>
            </a:r>
            <a:r>
              <a:rPr lang="es-ES" sz="2400" dirty="0" smtClean="0">
                <a:solidFill>
                  <a:srgbClr val="0070C0"/>
                </a:solidFill>
              </a:rPr>
              <a:t>Sí, mis ojos son muy hermosos</a:t>
            </a:r>
            <a:r>
              <a:rPr lang="es-ES" sz="2400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.]</a:t>
            </a:r>
          </a:p>
          <a:p>
            <a:pPr algn="just"/>
            <a:r>
              <a:rPr lang="es-ES" sz="2400" dirty="0" smtClean="0">
                <a:solidFill>
                  <a:srgbClr val="FF0000"/>
                </a:solidFill>
              </a:rPr>
              <a:t>JUANA</a:t>
            </a:r>
            <a:r>
              <a:rPr lang="es-ES" sz="2400" dirty="0" smtClean="0"/>
              <a:t>: </a:t>
            </a:r>
            <a:r>
              <a:rPr lang="es-ES" sz="2400" dirty="0" err="1" smtClean="0">
                <a:solidFill>
                  <a:schemeClr val="tx1"/>
                </a:solidFill>
              </a:rPr>
              <a:t>Afem+e</a:t>
            </a:r>
            <a:r>
              <a:rPr lang="es-ES" sz="2400" dirty="0" smtClean="0">
                <a:solidFill>
                  <a:schemeClr val="tx1"/>
                </a:solidFill>
              </a:rPr>
              <a:t> </a:t>
            </a:r>
            <a:r>
              <a:rPr lang="es-ES" sz="2400" dirty="0" err="1" smtClean="0">
                <a:solidFill>
                  <a:schemeClr val="tx1"/>
                </a:solidFill>
              </a:rPr>
              <a:t>ono</a:t>
            </a:r>
            <a:r>
              <a:rPr lang="es-ES" sz="2400" dirty="0" smtClean="0">
                <a:solidFill>
                  <a:schemeClr val="tx1"/>
                </a:solidFill>
              </a:rPr>
              <a:t>+ +</a:t>
            </a:r>
            <a:r>
              <a:rPr lang="es-ES" sz="2400" dirty="0" err="1" smtClean="0">
                <a:solidFill>
                  <a:schemeClr val="tx1"/>
                </a:solidFill>
              </a:rPr>
              <a:t>arede</a:t>
            </a:r>
            <a:r>
              <a:rPr lang="es-ES" sz="2400" dirty="0" smtClean="0">
                <a:solidFill>
                  <a:schemeClr val="tx1"/>
                </a:solidFill>
              </a:rPr>
              <a:t>? </a:t>
            </a:r>
            <a:r>
              <a:rPr lang="es-ES" sz="2400" dirty="0" smtClean="0">
                <a:solidFill>
                  <a:schemeClr val="bg2">
                    <a:lumMod val="50000"/>
                  </a:schemeClr>
                </a:solidFill>
              </a:rPr>
              <a:t>[</a:t>
            </a:r>
            <a:r>
              <a:rPr lang="es-ES" sz="2400" dirty="0">
                <a:solidFill>
                  <a:srgbClr val="FF0000"/>
                </a:solidFill>
              </a:rPr>
              <a:t>É</a:t>
            </a:r>
            <a:r>
              <a:rPr lang="es-ES" sz="2400" dirty="0" smtClean="0">
                <a:solidFill>
                  <a:srgbClr val="FF0000"/>
                </a:solidFill>
              </a:rPr>
              <a:t>l tiene las manos sucias?</a:t>
            </a:r>
            <a:r>
              <a:rPr lang="es-ES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]</a:t>
            </a:r>
          </a:p>
          <a:p>
            <a:pPr algn="just"/>
            <a:r>
              <a:rPr lang="es-ES" sz="2400" dirty="0" smtClean="0">
                <a:solidFill>
                  <a:srgbClr val="0070C0"/>
                </a:solidFill>
              </a:rPr>
              <a:t>JULIANA</a:t>
            </a:r>
            <a:r>
              <a:rPr lang="es-ES" sz="2400" dirty="0" smtClean="0">
                <a:solidFill>
                  <a:schemeClr val="tx2"/>
                </a:solidFill>
              </a:rPr>
              <a:t>: </a:t>
            </a:r>
            <a:r>
              <a:rPr lang="es-ES" sz="2400" dirty="0" smtClean="0">
                <a:solidFill>
                  <a:schemeClr val="tx1"/>
                </a:solidFill>
              </a:rPr>
              <a:t>J+. </a:t>
            </a:r>
            <a:r>
              <a:rPr lang="es-ES" sz="2400" smtClean="0">
                <a:solidFill>
                  <a:schemeClr val="tx1"/>
                </a:solidFill>
              </a:rPr>
              <a:t>a</a:t>
            </a:r>
            <a:r>
              <a:rPr lang="es-ES" sz="2400" smtClean="0">
                <a:solidFill>
                  <a:schemeClr val="tx1"/>
                </a:solidFill>
              </a:rPr>
              <a:t>fem+e</a:t>
            </a:r>
            <a:r>
              <a:rPr lang="es-ES" sz="2400" dirty="0" smtClean="0">
                <a:solidFill>
                  <a:schemeClr val="tx1"/>
                </a:solidFill>
              </a:rPr>
              <a:t> </a:t>
            </a:r>
            <a:r>
              <a:rPr lang="es-ES" sz="2400" dirty="0" err="1" smtClean="0">
                <a:solidFill>
                  <a:schemeClr val="tx1"/>
                </a:solidFill>
              </a:rPr>
              <a:t>ono</a:t>
            </a:r>
            <a:r>
              <a:rPr lang="es-ES" sz="2400" dirty="0" smtClean="0">
                <a:solidFill>
                  <a:schemeClr val="tx1"/>
                </a:solidFill>
              </a:rPr>
              <a:t>+ +</a:t>
            </a:r>
            <a:r>
              <a:rPr lang="es-ES" sz="2400" dirty="0" err="1" smtClean="0">
                <a:solidFill>
                  <a:schemeClr val="tx1"/>
                </a:solidFill>
              </a:rPr>
              <a:t>a+nide</a:t>
            </a:r>
            <a:r>
              <a:rPr lang="es-ES" sz="2400" dirty="0" smtClean="0">
                <a:solidFill>
                  <a:schemeClr val="tx1"/>
                </a:solidFill>
              </a:rPr>
              <a:t>. </a:t>
            </a:r>
            <a:r>
              <a:rPr lang="es-ES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[</a:t>
            </a:r>
            <a:r>
              <a:rPr lang="es-ES" sz="2400" dirty="0" err="1" smtClean="0">
                <a:solidFill>
                  <a:srgbClr val="0070C0"/>
                </a:solidFill>
              </a:rPr>
              <a:t>Si,é</a:t>
            </a:r>
            <a:r>
              <a:rPr lang="es-ES" sz="2400" dirty="0" err="1" smtClean="0">
                <a:solidFill>
                  <a:srgbClr val="0070C0"/>
                </a:solidFill>
              </a:rPr>
              <a:t>l</a:t>
            </a:r>
            <a:r>
              <a:rPr lang="es-ES" sz="2400" dirty="0" smtClean="0">
                <a:solidFill>
                  <a:srgbClr val="0070C0"/>
                </a:solidFill>
              </a:rPr>
              <a:t> </a:t>
            </a:r>
            <a:r>
              <a:rPr lang="es-ES" sz="2400" dirty="0" smtClean="0">
                <a:solidFill>
                  <a:srgbClr val="0070C0"/>
                </a:solidFill>
              </a:rPr>
              <a:t>no tiene las manos sucias.</a:t>
            </a:r>
            <a:r>
              <a:rPr lang="es-ES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]</a:t>
            </a:r>
          </a:p>
          <a:p>
            <a:pPr algn="just"/>
            <a:r>
              <a:rPr lang="es-ES" sz="2400" dirty="0" smtClean="0">
                <a:solidFill>
                  <a:srgbClr val="FF0000"/>
                </a:solidFill>
              </a:rPr>
              <a:t>JUANA</a:t>
            </a:r>
            <a:r>
              <a:rPr lang="es-ES" sz="2400" dirty="0" smtClean="0">
                <a:solidFill>
                  <a:schemeClr val="tx2"/>
                </a:solidFill>
              </a:rPr>
              <a:t>: </a:t>
            </a:r>
            <a:r>
              <a:rPr lang="es-ES" sz="2400" dirty="0" smtClean="0">
                <a:solidFill>
                  <a:schemeClr val="tx1"/>
                </a:solidFill>
              </a:rPr>
              <a:t>M+n+ka o </a:t>
            </a:r>
            <a:r>
              <a:rPr lang="es-ES" sz="2400" dirty="0" err="1" smtClean="0">
                <a:solidFill>
                  <a:schemeClr val="tx1"/>
                </a:solidFill>
              </a:rPr>
              <a:t>mir+ngo</a:t>
            </a:r>
            <a:r>
              <a:rPr lang="es-ES" sz="2400" dirty="0" smtClean="0">
                <a:solidFill>
                  <a:schemeClr val="tx1"/>
                </a:solidFill>
              </a:rPr>
              <a:t> </a:t>
            </a:r>
            <a:r>
              <a:rPr lang="es-ES" sz="2400" dirty="0" err="1" smtClean="0">
                <a:solidFill>
                  <a:schemeClr val="tx1"/>
                </a:solidFill>
              </a:rPr>
              <a:t>kañ+ko</a:t>
            </a:r>
            <a:r>
              <a:rPr lang="es-ES" sz="2400" dirty="0" smtClean="0">
                <a:solidFill>
                  <a:schemeClr val="tx1"/>
                </a:solidFill>
              </a:rPr>
              <a:t> </a:t>
            </a:r>
            <a:r>
              <a:rPr lang="es-ES" sz="2400" dirty="0" err="1" smtClean="0">
                <a:solidFill>
                  <a:schemeClr val="tx1"/>
                </a:solidFill>
              </a:rPr>
              <a:t>iya</a:t>
            </a:r>
            <a:r>
              <a:rPr lang="es-ES" sz="2400" dirty="0" smtClean="0">
                <a:solidFill>
                  <a:schemeClr val="tx1"/>
                </a:solidFill>
              </a:rPr>
              <a:t>? </a:t>
            </a:r>
            <a:r>
              <a:rPr lang="es-ES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[</a:t>
            </a:r>
            <a:r>
              <a:rPr lang="es-ES" sz="2400" dirty="0" smtClean="0">
                <a:solidFill>
                  <a:srgbClr val="FF0000"/>
                </a:solidFill>
              </a:rPr>
              <a:t>Qué tiene su hermana en la rodilla?</a:t>
            </a:r>
            <a:r>
              <a:rPr lang="es-ES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]</a:t>
            </a:r>
          </a:p>
          <a:p>
            <a:pPr algn="just"/>
            <a:r>
              <a:rPr lang="es-ES" sz="2400" dirty="0" smtClean="0">
                <a:solidFill>
                  <a:srgbClr val="0070C0"/>
                </a:solidFill>
              </a:rPr>
              <a:t>JULIANA</a:t>
            </a:r>
            <a:r>
              <a:rPr lang="es-ES" sz="2400" dirty="0" smtClean="0">
                <a:solidFill>
                  <a:schemeClr val="tx1"/>
                </a:solidFill>
              </a:rPr>
              <a:t>: </a:t>
            </a:r>
            <a:r>
              <a:rPr lang="es-ES" sz="2400" dirty="0" err="1" smtClean="0">
                <a:solidFill>
                  <a:schemeClr val="tx1"/>
                </a:solidFill>
              </a:rPr>
              <a:t>Afengo</a:t>
            </a:r>
            <a:r>
              <a:rPr lang="es-ES" sz="2400" dirty="0" smtClean="0">
                <a:solidFill>
                  <a:schemeClr val="tx1"/>
                </a:solidFill>
              </a:rPr>
              <a:t> </a:t>
            </a:r>
            <a:r>
              <a:rPr lang="es-ES" sz="2400" dirty="0" err="1" smtClean="0">
                <a:solidFill>
                  <a:schemeClr val="tx1"/>
                </a:solidFill>
              </a:rPr>
              <a:t>kañ+k</a:t>
            </a:r>
            <a:r>
              <a:rPr lang="es-ES" sz="2400" dirty="0" smtClean="0">
                <a:solidFill>
                  <a:schemeClr val="tx1"/>
                </a:solidFill>
              </a:rPr>
              <a:t>+ </a:t>
            </a:r>
            <a:r>
              <a:rPr lang="es-ES" sz="2400" dirty="0" err="1" smtClean="0">
                <a:solidFill>
                  <a:schemeClr val="tx1"/>
                </a:solidFill>
              </a:rPr>
              <a:t>izirede</a:t>
            </a:r>
            <a:r>
              <a:rPr lang="es-ES" sz="2400" dirty="0" smtClean="0">
                <a:solidFill>
                  <a:schemeClr val="tx1"/>
                </a:solidFill>
              </a:rPr>
              <a:t> </a:t>
            </a:r>
            <a:r>
              <a:rPr lang="es-ES" sz="2400" dirty="0" smtClean="0"/>
              <a:t>[</a:t>
            </a:r>
            <a:r>
              <a:rPr lang="es-ES" sz="2400" dirty="0" smtClean="0">
                <a:solidFill>
                  <a:srgbClr val="0070C0"/>
                </a:solidFill>
              </a:rPr>
              <a:t>A ella le duele su rodilla</a:t>
            </a:r>
            <a:r>
              <a:rPr lang="es-ES" sz="2400" dirty="0" smtClean="0"/>
              <a:t> ]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92686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77334" y="832513"/>
            <a:ext cx="10186284" cy="520884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s-ES" sz="8000" smtClean="0">
              <a:solidFill>
                <a:srgbClr val="FF0000"/>
              </a:solidFill>
            </a:endParaRPr>
          </a:p>
          <a:p>
            <a:pPr marL="0" indent="0" algn="ctr">
              <a:buNone/>
            </a:pPr>
            <a:r>
              <a:rPr lang="es-ES" sz="8000" dirty="0" smtClean="0">
                <a:solidFill>
                  <a:srgbClr val="FF0000"/>
                </a:solidFill>
              </a:rPr>
              <a:t>F+GORA</a:t>
            </a:r>
          </a:p>
          <a:p>
            <a:pPr marL="0" indent="0" algn="ctr">
              <a:buNone/>
            </a:pPr>
            <a:r>
              <a:rPr lang="es-ES" sz="7200" dirty="0" smtClean="0"/>
              <a:t>[Muchas gracias]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395041732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6259</TotalTime>
  <Words>404</Words>
  <Application>Microsoft Office PowerPoint</Application>
  <PresentationFormat>Panorámica</PresentationFormat>
  <Paragraphs>63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Arial</vt:lpstr>
      <vt:lpstr>Trebuchet MS</vt:lpstr>
      <vt:lpstr>Wingdings 3</vt:lpstr>
      <vt:lpstr>Faceta</vt:lpstr>
      <vt:lpstr>PARTES DEL CUERPO HUMANO: AB+ MAMEK+ </vt:lpstr>
      <vt:lpstr> PARTES DE LA CABEZA: +FOK+ MAMEK+ </vt:lpstr>
      <vt:lpstr>NOMBRES DE LOS DEDOS: EIKA+ MAMEK+ </vt:lpstr>
      <vt:lpstr>VOCABULARIO REFERENCIAL</vt:lpstr>
      <vt:lpstr>DIÁLOGO: LAS PARTES DEL CUERPO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PARTES DEL CUERPO HUMANO EN UITOTO MURUY MUYNA +FOK+ MAMEK+ [PARTES DE LA CABEZA]</dc:title>
  <dc:creator>ASUS VIVOBOOK</dc:creator>
  <cp:lastModifiedBy>NORFARMAR</cp:lastModifiedBy>
  <cp:revision>71</cp:revision>
  <dcterms:created xsi:type="dcterms:W3CDTF">2024-12-18T14:12:20Z</dcterms:created>
  <dcterms:modified xsi:type="dcterms:W3CDTF">2026-04-17T18:56:30Z</dcterms:modified>
</cp:coreProperties>
</file>