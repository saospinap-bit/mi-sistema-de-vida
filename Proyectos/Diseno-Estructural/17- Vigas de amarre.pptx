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367" r:id="rId3"/>
    <p:sldId id="369" r:id="rId4"/>
    <p:sldId id="372" r:id="rId5"/>
    <p:sldId id="373" r:id="rId6"/>
    <p:sldId id="374" r:id="rId7"/>
    <p:sldId id="375" r:id="rId8"/>
    <p:sldId id="376" r:id="rId9"/>
    <p:sldId id="377" r:id="rId10"/>
    <p:sldId id="378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74"/>
    <a:srgbClr val="15608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B5B25-9BAE-49CD-B012-764870C395EA}" v="267" dt="2026-06-15T17:05:34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>
        <p:guide orient="horz" pos="27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Daniel Ladino Delgado" userId="2583be0d34a50219" providerId="LiveId" clId="{9216CCCD-79C5-4B94-BFB8-329B8BF4AD03}"/>
    <pc:docChg chg="undo custSel addSld delSld modSld sldOrd">
      <pc:chgData name="Sergio Daniel Ladino Delgado" userId="2583be0d34a50219" providerId="LiveId" clId="{9216CCCD-79C5-4B94-BFB8-329B8BF4AD03}" dt="2026-06-15T17:05:34.764" v="871"/>
      <pc:docMkLst>
        <pc:docMk/>
      </pc:docMkLst>
      <pc:sldChg chg="modSp mod">
        <pc:chgData name="Sergio Daniel Ladino Delgado" userId="2583be0d34a50219" providerId="LiveId" clId="{9216CCCD-79C5-4B94-BFB8-329B8BF4AD03}" dt="2026-06-15T13:48:32.357" v="15" actId="20577"/>
        <pc:sldMkLst>
          <pc:docMk/>
          <pc:sldMk cId="228143522" sldId="257"/>
        </pc:sldMkLst>
        <pc:spChg chg="mod">
          <ac:chgData name="Sergio Daniel Ladino Delgado" userId="2583be0d34a50219" providerId="LiveId" clId="{9216CCCD-79C5-4B94-BFB8-329B8BF4AD03}" dt="2026-06-15T13:48:32.357" v="15" actId="20577"/>
          <ac:spMkLst>
            <pc:docMk/>
            <pc:sldMk cId="228143522" sldId="257"/>
            <ac:spMk id="5" creationId="{D7326A36-D114-372A-6BB6-6FA285F218E4}"/>
          </ac:spMkLst>
        </pc:spChg>
      </pc:sldChg>
      <pc:sldChg chg="del">
        <pc:chgData name="Sergio Daniel Ladino Delgado" userId="2583be0d34a50219" providerId="LiveId" clId="{9216CCCD-79C5-4B94-BFB8-329B8BF4AD03}" dt="2026-06-15T17:02:44.911" v="839" actId="47"/>
        <pc:sldMkLst>
          <pc:docMk/>
          <pc:sldMk cId="1267595162" sldId="363"/>
        </pc:sldMkLst>
      </pc:sldChg>
      <pc:sldChg chg="addSp delSp modSp mod modAnim">
        <pc:chgData name="Sergio Daniel Ladino Delgado" userId="2583be0d34a50219" providerId="LiveId" clId="{9216CCCD-79C5-4B94-BFB8-329B8BF4AD03}" dt="2026-06-15T17:04:10.447" v="853"/>
        <pc:sldMkLst>
          <pc:docMk/>
          <pc:sldMk cId="1327306003" sldId="367"/>
        </pc:sldMkLst>
        <pc:spChg chg="mod">
          <ac:chgData name="Sergio Daniel Ladino Delgado" userId="2583be0d34a50219" providerId="LiveId" clId="{9216CCCD-79C5-4B94-BFB8-329B8BF4AD03}" dt="2026-06-15T13:49:13.165" v="36" actId="20577"/>
          <ac:spMkLst>
            <pc:docMk/>
            <pc:sldMk cId="1327306003" sldId="367"/>
            <ac:spMk id="2" creationId="{83F9F213-510B-FAEE-F81A-E156EDE50058}"/>
          </ac:spMkLst>
        </pc:spChg>
        <pc:spChg chg="add mod">
          <ac:chgData name="Sergio Daniel Ladino Delgado" userId="2583be0d34a50219" providerId="LiveId" clId="{9216CCCD-79C5-4B94-BFB8-329B8BF4AD03}" dt="2026-06-15T15:29:48.972" v="420" actId="20577"/>
          <ac:spMkLst>
            <pc:docMk/>
            <pc:sldMk cId="1327306003" sldId="367"/>
            <ac:spMk id="4" creationId="{B617A9CB-215B-80E7-3D5F-2F05DFF55E24}"/>
          </ac:spMkLst>
        </pc:spChg>
        <pc:spChg chg="add mod">
          <ac:chgData name="Sergio Daniel Ladino Delgado" userId="2583be0d34a50219" providerId="LiveId" clId="{9216CCCD-79C5-4B94-BFB8-329B8BF4AD03}" dt="2026-06-15T13:51:07.023" v="81" actId="1076"/>
          <ac:spMkLst>
            <pc:docMk/>
            <pc:sldMk cId="1327306003" sldId="367"/>
            <ac:spMk id="8" creationId="{7C94D68C-6D85-BCC5-0CEF-3D72480D5AED}"/>
          </ac:spMkLst>
        </pc:spChg>
        <pc:picChg chg="del">
          <ac:chgData name="Sergio Daniel Ladino Delgado" userId="2583be0d34a50219" providerId="LiveId" clId="{9216CCCD-79C5-4B94-BFB8-329B8BF4AD03}" dt="2026-06-15T13:48:42.271" v="16" actId="478"/>
          <ac:picMkLst>
            <pc:docMk/>
            <pc:sldMk cId="1327306003" sldId="367"/>
            <ac:picMk id="7" creationId="{B898AFC9-5802-C307-9B79-C5CF34D54C78}"/>
          </ac:picMkLst>
        </pc:picChg>
      </pc:sldChg>
      <pc:sldChg chg="del">
        <pc:chgData name="Sergio Daniel Ladino Delgado" userId="2583be0d34a50219" providerId="LiveId" clId="{9216CCCD-79C5-4B94-BFB8-329B8BF4AD03}" dt="2026-06-15T14:29:01.450" v="141" actId="47"/>
        <pc:sldMkLst>
          <pc:docMk/>
          <pc:sldMk cId="35387148" sldId="368"/>
        </pc:sldMkLst>
      </pc:sldChg>
      <pc:sldChg chg="addSp delSp modSp mod ord delAnim modAnim">
        <pc:chgData name="Sergio Daniel Ladino Delgado" userId="2583be0d34a50219" providerId="LiveId" clId="{9216CCCD-79C5-4B94-BFB8-329B8BF4AD03}" dt="2026-06-15T17:04:36.197" v="859"/>
        <pc:sldMkLst>
          <pc:docMk/>
          <pc:sldMk cId="3885283508" sldId="369"/>
        </pc:sldMkLst>
        <pc:spChg chg="mod">
          <ac:chgData name="Sergio Daniel Ladino Delgado" userId="2583be0d34a50219" providerId="LiveId" clId="{9216CCCD-79C5-4B94-BFB8-329B8BF4AD03}" dt="2026-06-15T17:02:57.970" v="840"/>
          <ac:spMkLst>
            <pc:docMk/>
            <pc:sldMk cId="3885283508" sldId="369"/>
            <ac:spMk id="2" creationId="{34D2E003-6476-9A30-BA24-A2CFDCB71FB3}"/>
          </ac:spMkLst>
        </pc:spChg>
        <pc:spChg chg="add mod">
          <ac:chgData name="Sergio Daniel Ladino Delgado" userId="2583be0d34a50219" providerId="LiveId" clId="{9216CCCD-79C5-4B94-BFB8-329B8BF4AD03}" dt="2026-06-15T14:21:39.421" v="117" actId="1076"/>
          <ac:spMkLst>
            <pc:docMk/>
            <pc:sldMk cId="3885283508" sldId="369"/>
            <ac:spMk id="4" creationId="{F6672197-6D9E-5AE1-FCC5-EFFBEA91272B}"/>
          </ac:spMkLst>
        </pc:spChg>
        <pc:spChg chg="add del mod">
          <ac:chgData name="Sergio Daniel Ladino Delgado" userId="2583be0d34a50219" providerId="LiveId" clId="{9216CCCD-79C5-4B94-BFB8-329B8BF4AD03}" dt="2026-06-15T14:21:32.556" v="115" actId="478"/>
          <ac:spMkLst>
            <pc:docMk/>
            <pc:sldMk cId="3885283508" sldId="369"/>
            <ac:spMk id="6" creationId="{70DD18C5-E22B-7600-3E97-F7E94DFB9A87}"/>
          </ac:spMkLst>
        </pc:spChg>
        <pc:spChg chg="add mod">
          <ac:chgData name="Sergio Daniel Ladino Delgado" userId="2583be0d34a50219" providerId="LiveId" clId="{9216CCCD-79C5-4B94-BFB8-329B8BF4AD03}" dt="2026-06-15T14:21:36.166" v="116" actId="1076"/>
          <ac:spMkLst>
            <pc:docMk/>
            <pc:sldMk cId="3885283508" sldId="369"/>
            <ac:spMk id="7" creationId="{3B58489E-4FE4-3837-D8A4-3ABFCA389A26}"/>
          </ac:spMkLst>
        </pc:spChg>
        <pc:spChg chg="add mod">
          <ac:chgData name="Sergio Daniel Ladino Delgado" userId="2583be0d34a50219" providerId="LiveId" clId="{9216CCCD-79C5-4B94-BFB8-329B8BF4AD03}" dt="2026-06-15T14:22:19.976" v="140" actId="20577"/>
          <ac:spMkLst>
            <pc:docMk/>
            <pc:sldMk cId="3885283508" sldId="369"/>
            <ac:spMk id="8" creationId="{B0F72207-4526-5017-306D-E915123A5CBB}"/>
          </ac:spMkLst>
        </pc:spChg>
        <pc:spChg chg="mod">
          <ac:chgData name="Sergio Daniel Ladino Delgado" userId="2583be0d34a50219" providerId="LiveId" clId="{9216CCCD-79C5-4B94-BFB8-329B8BF4AD03}" dt="2026-06-15T13:51:29.791" v="102" actId="20577"/>
          <ac:spMkLst>
            <pc:docMk/>
            <pc:sldMk cId="3885283508" sldId="369"/>
            <ac:spMk id="9" creationId="{41A4B69A-9503-C549-0C8A-6CF174002777}"/>
          </ac:spMkLst>
        </pc:spChg>
        <pc:spChg chg="mod">
          <ac:chgData name="Sergio Daniel Ladino Delgado" userId="2583be0d34a50219" providerId="LiveId" clId="{9216CCCD-79C5-4B94-BFB8-329B8BF4AD03}" dt="2026-06-15T13:51:47.393" v="106" actId="20577"/>
          <ac:spMkLst>
            <pc:docMk/>
            <pc:sldMk cId="3885283508" sldId="369"/>
            <ac:spMk id="11" creationId="{1BAE5CE7-3B5A-E1CE-9A38-2EDFBEF99571}"/>
          </ac:spMkLst>
        </pc:spChg>
        <pc:picChg chg="del">
          <ac:chgData name="Sergio Daniel Ladino Delgado" userId="2583be0d34a50219" providerId="LiveId" clId="{9216CCCD-79C5-4B94-BFB8-329B8BF4AD03}" dt="2026-06-15T13:51:43.516" v="104" actId="478"/>
          <ac:picMkLst>
            <pc:docMk/>
            <pc:sldMk cId="3885283508" sldId="369"/>
            <ac:picMk id="10" creationId="{86950B52-8E90-43D3-A01D-F4E2307C573B}"/>
          </ac:picMkLst>
        </pc:picChg>
        <pc:picChg chg="del">
          <ac:chgData name="Sergio Daniel Ladino Delgado" userId="2583be0d34a50219" providerId="LiveId" clId="{9216CCCD-79C5-4B94-BFB8-329B8BF4AD03}" dt="2026-06-15T13:51:43.949" v="105" actId="478"/>
          <ac:picMkLst>
            <pc:docMk/>
            <pc:sldMk cId="3885283508" sldId="369"/>
            <ac:picMk id="13" creationId="{73EA6566-964D-74DB-1B71-67E6859C53BA}"/>
          </ac:picMkLst>
        </pc:picChg>
        <pc:cxnChg chg="del">
          <ac:chgData name="Sergio Daniel Ladino Delgado" userId="2583be0d34a50219" providerId="LiveId" clId="{9216CCCD-79C5-4B94-BFB8-329B8BF4AD03}" dt="2026-06-15T13:51:50.646" v="107" actId="478"/>
          <ac:cxnSpMkLst>
            <pc:docMk/>
            <pc:sldMk cId="3885283508" sldId="369"/>
            <ac:cxnSpMk id="15" creationId="{823285E2-3BE1-A13A-F182-747759FF079F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17" creationId="{93147059-B679-F8D8-AEFD-94FF70BD71F9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18" creationId="{9D117727-FB73-42F5-F676-49B5180FAA80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19" creationId="{4CE5A42C-B51F-D97A-00CE-9740796CD943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0" creationId="{2D347E3D-42BA-1DC9-05D1-F30ACF953EBC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1" creationId="{DD80EA64-CA2E-78A2-B0DE-DED7A2F30AB5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2" creationId="{D1FEBC3F-46A2-AB9A-AC77-8B1CF93B9653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3" creationId="{A3E6A0C7-E0C3-7E43-1DB7-73CBD7BEB2BF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8" creationId="{37F7BB7E-4C65-C9E8-9DE6-E03C1C046B57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29" creationId="{5D8D100F-C6BB-F1C6-9B8F-7B9DD0993215}"/>
          </ac:cxnSpMkLst>
        </pc:cxnChg>
        <pc:cxnChg chg="del">
          <ac:chgData name="Sergio Daniel Ladino Delgado" userId="2583be0d34a50219" providerId="LiveId" clId="{9216CCCD-79C5-4B94-BFB8-329B8BF4AD03}" dt="2026-06-15T13:51:51.465" v="108" actId="478"/>
          <ac:cxnSpMkLst>
            <pc:docMk/>
            <pc:sldMk cId="3885283508" sldId="369"/>
            <ac:cxnSpMk id="30" creationId="{161CA42E-4038-B4A0-6D07-7F6EAF39136E}"/>
          </ac:cxnSpMkLst>
        </pc:cxnChg>
      </pc:sldChg>
      <pc:sldChg chg="del">
        <pc:chgData name="Sergio Daniel Ladino Delgado" userId="2583be0d34a50219" providerId="LiveId" clId="{9216CCCD-79C5-4B94-BFB8-329B8BF4AD03}" dt="2026-06-15T17:02:44.911" v="839" actId="47"/>
        <pc:sldMkLst>
          <pc:docMk/>
          <pc:sldMk cId="3763533011" sldId="370"/>
        </pc:sldMkLst>
      </pc:sldChg>
      <pc:sldChg chg="del">
        <pc:chgData name="Sergio Daniel Ladino Delgado" userId="2583be0d34a50219" providerId="LiveId" clId="{9216CCCD-79C5-4B94-BFB8-329B8BF4AD03}" dt="2026-06-15T17:02:44.911" v="839" actId="47"/>
        <pc:sldMkLst>
          <pc:docMk/>
          <pc:sldMk cId="876396196" sldId="371"/>
        </pc:sldMkLst>
      </pc:sldChg>
      <pc:sldChg chg="addSp modSp add mod modAnim">
        <pc:chgData name="Sergio Daniel Ladino Delgado" userId="2583be0d34a50219" providerId="LiveId" clId="{9216CCCD-79C5-4B94-BFB8-329B8BF4AD03}" dt="2026-06-15T17:05:13.260" v="869"/>
        <pc:sldMkLst>
          <pc:docMk/>
          <pc:sldMk cId="1369752235" sldId="372"/>
        </pc:sldMkLst>
        <pc:spChg chg="mod">
          <ac:chgData name="Sergio Daniel Ladino Delgado" userId="2583be0d34a50219" providerId="LiveId" clId="{9216CCCD-79C5-4B94-BFB8-329B8BF4AD03}" dt="2026-06-15T17:03:00.946" v="841"/>
          <ac:spMkLst>
            <pc:docMk/>
            <pc:sldMk cId="1369752235" sldId="372"/>
            <ac:spMk id="2" creationId="{9CC2DC7D-8206-7C39-D7C1-87428E47F081}"/>
          </ac:spMkLst>
        </pc:spChg>
        <pc:spChg chg="mod">
          <ac:chgData name="Sergio Daniel Ladino Delgado" userId="2583be0d34a50219" providerId="LiveId" clId="{9216CCCD-79C5-4B94-BFB8-329B8BF4AD03}" dt="2026-06-15T14:35:05.424" v="194" actId="1076"/>
          <ac:spMkLst>
            <pc:docMk/>
            <pc:sldMk cId="1369752235" sldId="372"/>
            <ac:spMk id="4" creationId="{B53A0899-1974-4A69-4A55-ACB3D0119EE6}"/>
          </ac:spMkLst>
        </pc:spChg>
        <pc:spChg chg="add mod">
          <ac:chgData name="Sergio Daniel Ladino Delgado" userId="2583be0d34a50219" providerId="LiveId" clId="{9216CCCD-79C5-4B94-BFB8-329B8BF4AD03}" dt="2026-06-15T14:31:11.529" v="188" actId="14100"/>
          <ac:spMkLst>
            <pc:docMk/>
            <pc:sldMk cId="1369752235" sldId="372"/>
            <ac:spMk id="6" creationId="{167E0D5C-1415-9318-E847-451A929EE4B9}"/>
          </ac:spMkLst>
        </pc:spChg>
        <pc:spChg chg="mod">
          <ac:chgData name="Sergio Daniel Ladino Delgado" userId="2583be0d34a50219" providerId="LiveId" clId="{9216CCCD-79C5-4B94-BFB8-329B8BF4AD03}" dt="2026-06-15T15:13:48.472" v="333" actId="20577"/>
          <ac:spMkLst>
            <pc:docMk/>
            <pc:sldMk cId="1369752235" sldId="372"/>
            <ac:spMk id="7" creationId="{FB3EEAFE-7EE3-5A7F-2FD9-3610E159F330}"/>
          </ac:spMkLst>
        </pc:spChg>
        <pc:spChg chg="mod">
          <ac:chgData name="Sergio Daniel Ladino Delgado" userId="2583be0d34a50219" providerId="LiveId" clId="{9216CCCD-79C5-4B94-BFB8-329B8BF4AD03}" dt="2026-06-15T14:29:55.891" v="159" actId="1076"/>
          <ac:spMkLst>
            <pc:docMk/>
            <pc:sldMk cId="1369752235" sldId="372"/>
            <ac:spMk id="8" creationId="{7B4EC7A0-9D6A-7F05-48F3-989203268C1D}"/>
          </ac:spMkLst>
        </pc:spChg>
        <pc:spChg chg="add mod">
          <ac:chgData name="Sergio Daniel Ladino Delgado" userId="2583be0d34a50219" providerId="LiveId" clId="{9216CCCD-79C5-4B94-BFB8-329B8BF4AD03}" dt="2026-06-15T14:36:04.817" v="218" actId="14100"/>
          <ac:spMkLst>
            <pc:docMk/>
            <pc:sldMk cId="1369752235" sldId="372"/>
            <ac:spMk id="10" creationId="{C99EA483-D84A-6F7C-64A5-500352680960}"/>
          </ac:spMkLst>
        </pc:spChg>
        <pc:spChg chg="mod">
          <ac:chgData name="Sergio Daniel Ladino Delgado" userId="2583be0d34a50219" providerId="LiveId" clId="{9216CCCD-79C5-4B94-BFB8-329B8BF4AD03}" dt="2026-06-15T14:29:15.361" v="143"/>
          <ac:spMkLst>
            <pc:docMk/>
            <pc:sldMk cId="1369752235" sldId="372"/>
            <ac:spMk id="11" creationId="{1FB021E8-E8C6-06B2-D2C0-369151A8AFCF}"/>
          </ac:spMkLst>
        </pc:spChg>
        <pc:spChg chg="add mod">
          <ac:chgData name="Sergio Daniel Ladino Delgado" userId="2583be0d34a50219" providerId="LiveId" clId="{9216CCCD-79C5-4B94-BFB8-329B8BF4AD03}" dt="2026-06-15T14:36:35.225" v="239" actId="20577"/>
          <ac:spMkLst>
            <pc:docMk/>
            <pc:sldMk cId="1369752235" sldId="372"/>
            <ac:spMk id="12" creationId="{1BCD9A93-D919-3A54-2B08-DDA79B65ABAF}"/>
          </ac:spMkLst>
        </pc:spChg>
        <pc:spChg chg="add mod">
          <ac:chgData name="Sergio Daniel Ladino Delgado" userId="2583be0d34a50219" providerId="LiveId" clId="{9216CCCD-79C5-4B94-BFB8-329B8BF4AD03}" dt="2026-06-15T14:38:44.636" v="302" actId="1076"/>
          <ac:spMkLst>
            <pc:docMk/>
            <pc:sldMk cId="1369752235" sldId="372"/>
            <ac:spMk id="13" creationId="{1A3F7BEF-91D9-8D2C-988E-135139307C83}"/>
          </ac:spMkLst>
        </pc:spChg>
        <pc:spChg chg="add mod">
          <ac:chgData name="Sergio Daniel Ladino Delgado" userId="2583be0d34a50219" providerId="LiveId" clId="{9216CCCD-79C5-4B94-BFB8-329B8BF4AD03}" dt="2026-06-15T15:13:31.079" v="329" actId="1076"/>
          <ac:spMkLst>
            <pc:docMk/>
            <pc:sldMk cId="1369752235" sldId="372"/>
            <ac:spMk id="14" creationId="{A3CDCFE0-583C-8621-4F15-966BE6D873CE}"/>
          </ac:spMkLst>
        </pc:spChg>
        <pc:spChg chg="add mod">
          <ac:chgData name="Sergio Daniel Ladino Delgado" userId="2583be0d34a50219" providerId="LiveId" clId="{9216CCCD-79C5-4B94-BFB8-329B8BF4AD03}" dt="2026-06-15T15:15:44.479" v="381" actId="20577"/>
          <ac:spMkLst>
            <pc:docMk/>
            <pc:sldMk cId="1369752235" sldId="372"/>
            <ac:spMk id="15" creationId="{EB42CB7A-052F-F51E-CDB9-7F2DE56DF2B2}"/>
          </ac:spMkLst>
        </pc:sp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456427041" sldId="372"/>
        </pc:sldMkLst>
      </pc:sldChg>
      <pc:sldChg chg="addSp delSp modSp add mod ord delAnim modAnim">
        <pc:chgData name="Sergio Daniel Ladino Delgado" userId="2583be0d34a50219" providerId="LiveId" clId="{9216CCCD-79C5-4B94-BFB8-329B8BF4AD03}" dt="2026-06-15T17:03:03.490" v="842"/>
        <pc:sldMkLst>
          <pc:docMk/>
          <pc:sldMk cId="1121658919" sldId="373"/>
        </pc:sldMkLst>
        <pc:spChg chg="mod">
          <ac:chgData name="Sergio Daniel Ladino Delgado" userId="2583be0d34a50219" providerId="LiveId" clId="{9216CCCD-79C5-4B94-BFB8-329B8BF4AD03}" dt="2026-06-15T17:03:03.490" v="842"/>
          <ac:spMkLst>
            <pc:docMk/>
            <pc:sldMk cId="1121658919" sldId="373"/>
            <ac:spMk id="2" creationId="{D0F4DA18-59A9-9241-69F2-A9B537B461AC}"/>
          </ac:spMkLst>
        </pc:spChg>
        <pc:spChg chg="del">
          <ac:chgData name="Sergio Daniel Ladino Delgado" userId="2583be0d34a50219" providerId="LiveId" clId="{9216CCCD-79C5-4B94-BFB8-329B8BF4AD03}" dt="2026-06-15T15:27:47.405" v="408" actId="478"/>
          <ac:spMkLst>
            <pc:docMk/>
            <pc:sldMk cId="1121658919" sldId="373"/>
            <ac:spMk id="4" creationId="{E8D76A9B-02D1-543E-1969-8F0FE61B0D9B}"/>
          </ac:spMkLst>
        </pc:spChg>
        <pc:spChg chg="del">
          <ac:chgData name="Sergio Daniel Ladino Delgado" userId="2583be0d34a50219" providerId="LiveId" clId="{9216CCCD-79C5-4B94-BFB8-329B8BF4AD03}" dt="2026-06-15T15:32:47.578" v="434" actId="478"/>
          <ac:spMkLst>
            <pc:docMk/>
            <pc:sldMk cId="1121658919" sldId="373"/>
            <ac:spMk id="7" creationId="{E96F5B3B-C629-2C19-09F8-72DD02701B63}"/>
          </ac:spMkLst>
        </pc:spChg>
        <pc:spChg chg="mod">
          <ac:chgData name="Sergio Daniel Ladino Delgado" userId="2583be0d34a50219" providerId="LiveId" clId="{9216CCCD-79C5-4B94-BFB8-329B8BF4AD03}" dt="2026-06-15T15:33:52.730" v="439" actId="20577"/>
          <ac:spMkLst>
            <pc:docMk/>
            <pc:sldMk cId="1121658919" sldId="373"/>
            <ac:spMk id="8" creationId="{B4865C6E-02AC-0981-BF43-8EA671A2EE09}"/>
          </ac:spMkLst>
        </pc:spChg>
        <pc:spChg chg="mod">
          <ac:chgData name="Sergio Daniel Ladino Delgado" userId="2583be0d34a50219" providerId="LiveId" clId="{9216CCCD-79C5-4B94-BFB8-329B8BF4AD03}" dt="2026-06-15T15:18:10.115" v="406" actId="20577"/>
          <ac:spMkLst>
            <pc:docMk/>
            <pc:sldMk cId="1121658919" sldId="373"/>
            <ac:spMk id="9" creationId="{2B8B06A6-3460-486C-1FF0-6D1F32677642}"/>
          </ac:spMkLst>
        </pc:spChg>
        <pc:spChg chg="mod">
          <ac:chgData name="Sergio Daniel Ladino Delgado" userId="2583be0d34a50219" providerId="LiveId" clId="{9216CCCD-79C5-4B94-BFB8-329B8BF4AD03}" dt="2026-06-15T15:18:19.125" v="407"/>
          <ac:spMkLst>
            <pc:docMk/>
            <pc:sldMk cId="1121658919" sldId="373"/>
            <ac:spMk id="11" creationId="{8D7CC117-E4B1-DA09-F295-AC58FCA75BCA}"/>
          </ac:spMkLst>
        </pc:spChg>
        <pc:spChg chg="add mod">
          <ac:chgData name="Sergio Daniel Ladino Delgado" userId="2583be0d34a50219" providerId="LiveId" clId="{9216CCCD-79C5-4B94-BFB8-329B8BF4AD03}" dt="2026-06-15T15:34:01.472" v="441" actId="20577"/>
          <ac:spMkLst>
            <pc:docMk/>
            <pc:sldMk cId="1121658919" sldId="373"/>
            <ac:spMk id="12" creationId="{8100EC5D-07B0-981D-C54D-1484677B63A7}"/>
          </ac:spMkLst>
        </pc:spChg>
        <pc:picChg chg="add mod modCrop">
          <ac:chgData name="Sergio Daniel Ladino Delgado" userId="2583be0d34a50219" providerId="LiveId" clId="{9216CCCD-79C5-4B94-BFB8-329B8BF4AD03}" dt="2026-06-15T15:28:32.527" v="418" actId="1076"/>
          <ac:picMkLst>
            <pc:docMk/>
            <pc:sldMk cId="1121658919" sldId="373"/>
            <ac:picMk id="10" creationId="{C1BAE999-B5F9-D6D2-33D9-1BB533D7A656}"/>
          </ac:picMkLst>
        </pc:pic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905143003" sldId="373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82804369" sldId="374"/>
        </pc:sldMkLst>
      </pc:sldChg>
      <pc:sldChg chg="addSp delSp modSp add mod delAnim modAnim">
        <pc:chgData name="Sergio Daniel Ladino Delgado" userId="2583be0d34a50219" providerId="LiveId" clId="{9216CCCD-79C5-4B94-BFB8-329B8BF4AD03}" dt="2026-06-15T17:05:34.764" v="871"/>
        <pc:sldMkLst>
          <pc:docMk/>
          <pc:sldMk cId="4198912478" sldId="374"/>
        </pc:sldMkLst>
        <pc:spChg chg="mod">
          <ac:chgData name="Sergio Daniel Ladino Delgado" userId="2583be0d34a50219" providerId="LiveId" clId="{9216CCCD-79C5-4B94-BFB8-329B8BF4AD03}" dt="2026-06-15T17:03:06.566" v="843"/>
          <ac:spMkLst>
            <pc:docMk/>
            <pc:sldMk cId="4198912478" sldId="374"/>
            <ac:spMk id="2" creationId="{B415CF93-480B-EAB7-AC14-CA45DF386A6A}"/>
          </ac:spMkLst>
        </pc:spChg>
        <pc:spChg chg="del mod">
          <ac:chgData name="Sergio Daniel Ladino Delgado" userId="2583be0d34a50219" providerId="LiveId" clId="{9216CCCD-79C5-4B94-BFB8-329B8BF4AD03}" dt="2026-06-15T15:35:01.760" v="472" actId="478"/>
          <ac:spMkLst>
            <pc:docMk/>
            <pc:sldMk cId="4198912478" sldId="374"/>
            <ac:spMk id="8" creationId="{66417AA5-6280-CA08-1931-3B3086BE905B}"/>
          </ac:spMkLst>
        </pc:spChg>
        <pc:spChg chg="mod">
          <ac:chgData name="Sergio Daniel Ladino Delgado" userId="2583be0d34a50219" providerId="LiveId" clId="{9216CCCD-79C5-4B94-BFB8-329B8BF4AD03}" dt="2026-06-15T15:34:21.921" v="465" actId="14100"/>
          <ac:spMkLst>
            <pc:docMk/>
            <pc:sldMk cId="4198912478" sldId="374"/>
            <ac:spMk id="9" creationId="{D5D19B2C-4F48-7EC2-3B9B-FD0A3DE35F72}"/>
          </ac:spMkLst>
        </pc:spChg>
        <pc:spChg chg="mod">
          <ac:chgData name="Sergio Daniel Ladino Delgado" userId="2583be0d34a50219" providerId="LiveId" clId="{9216CCCD-79C5-4B94-BFB8-329B8BF4AD03}" dt="2026-06-15T16:32:20.864" v="627" actId="20577"/>
          <ac:spMkLst>
            <pc:docMk/>
            <pc:sldMk cId="4198912478" sldId="374"/>
            <ac:spMk id="11" creationId="{586887D1-7F6F-7D1D-258B-981A4DEDC28A}"/>
          </ac:spMkLst>
        </pc:spChg>
        <pc:spChg chg="del mod">
          <ac:chgData name="Sergio Daniel Ladino Delgado" userId="2583be0d34a50219" providerId="LiveId" clId="{9216CCCD-79C5-4B94-BFB8-329B8BF4AD03}" dt="2026-06-15T15:35:00.745" v="471" actId="478"/>
          <ac:spMkLst>
            <pc:docMk/>
            <pc:sldMk cId="4198912478" sldId="374"/>
            <ac:spMk id="12" creationId="{B168B83C-78C4-3BEC-CF73-EF451074DE72}"/>
          </ac:spMkLst>
        </pc:spChg>
        <pc:spChg chg="add del mod">
          <ac:chgData name="Sergio Daniel Ladino Delgado" userId="2583be0d34a50219" providerId="LiveId" clId="{9216CCCD-79C5-4B94-BFB8-329B8BF4AD03}" dt="2026-06-15T16:31:59.005" v="582" actId="478"/>
          <ac:spMkLst>
            <pc:docMk/>
            <pc:sldMk cId="4198912478" sldId="374"/>
            <ac:spMk id="19" creationId="{D3FFB20D-E7A6-F711-D3D3-20B1B6FE8F18}"/>
          </ac:spMkLst>
        </pc:spChg>
        <pc:picChg chg="add mod">
          <ac:chgData name="Sergio Daniel Ladino Delgado" userId="2583be0d34a50219" providerId="LiveId" clId="{9216CCCD-79C5-4B94-BFB8-329B8BF4AD03}" dt="2026-06-15T16:32:59.283" v="633" actId="1076"/>
          <ac:picMkLst>
            <pc:docMk/>
            <pc:sldMk cId="4198912478" sldId="374"/>
            <ac:picMk id="6" creationId="{9E563E9C-136E-D687-5D1B-B5CB53785954}"/>
          </ac:picMkLst>
        </pc:picChg>
        <pc:picChg chg="del mod">
          <ac:chgData name="Sergio Daniel Ladino Delgado" userId="2583be0d34a50219" providerId="LiveId" clId="{9216CCCD-79C5-4B94-BFB8-329B8BF4AD03}" dt="2026-06-15T15:34:54.844" v="468" actId="478"/>
          <ac:picMkLst>
            <pc:docMk/>
            <pc:sldMk cId="4198912478" sldId="374"/>
            <ac:picMk id="10" creationId="{2F687329-0644-9484-E3BA-A4EAA7391BA8}"/>
          </ac:picMkLst>
        </pc:picChg>
        <pc:picChg chg="add mod">
          <ac:chgData name="Sergio Daniel Ladino Delgado" userId="2583be0d34a50219" providerId="LiveId" clId="{9216CCCD-79C5-4B94-BFB8-329B8BF4AD03}" dt="2026-06-15T16:33:01.014" v="634" actId="1076"/>
          <ac:picMkLst>
            <pc:docMk/>
            <pc:sldMk cId="4198912478" sldId="374"/>
            <ac:picMk id="13" creationId="{A7E6C84F-43F3-2297-139F-7DDA36473B63}"/>
          </ac:picMkLst>
        </pc:picChg>
        <pc:picChg chg="add mod modCrop">
          <ac:chgData name="Sergio Daniel Ladino Delgado" userId="2583be0d34a50219" providerId="LiveId" clId="{9216CCCD-79C5-4B94-BFB8-329B8BF4AD03}" dt="2026-06-15T16:31:36.172" v="577" actId="1076"/>
          <ac:picMkLst>
            <pc:docMk/>
            <pc:sldMk cId="4198912478" sldId="374"/>
            <ac:picMk id="15" creationId="{FA52BB33-B51A-DC8A-A4CD-6A0318960F4C}"/>
          </ac:picMkLst>
        </pc:picChg>
        <pc:picChg chg="add mod">
          <ac:chgData name="Sergio Daniel Ladino Delgado" userId="2583be0d34a50219" providerId="LiveId" clId="{9216CCCD-79C5-4B94-BFB8-329B8BF4AD03}" dt="2026-06-15T16:31:34.658" v="576" actId="1076"/>
          <ac:picMkLst>
            <pc:docMk/>
            <pc:sldMk cId="4198912478" sldId="374"/>
            <ac:picMk id="17" creationId="{74343AEE-944E-36F3-C94B-BF55FD171947}"/>
          </ac:picMkLst>
        </pc:picChg>
      </pc:sldChg>
      <pc:sldChg chg="addSp delSp modSp add mod">
        <pc:chgData name="Sergio Daniel Ladino Delgado" userId="2583be0d34a50219" providerId="LiveId" clId="{9216CCCD-79C5-4B94-BFB8-329B8BF4AD03}" dt="2026-06-15T17:03:10.258" v="844"/>
        <pc:sldMkLst>
          <pc:docMk/>
          <pc:sldMk cId="1189447705" sldId="375"/>
        </pc:sldMkLst>
        <pc:spChg chg="mod">
          <ac:chgData name="Sergio Daniel Ladino Delgado" userId="2583be0d34a50219" providerId="LiveId" clId="{9216CCCD-79C5-4B94-BFB8-329B8BF4AD03}" dt="2026-06-15T17:03:10.258" v="844"/>
          <ac:spMkLst>
            <pc:docMk/>
            <pc:sldMk cId="1189447705" sldId="375"/>
            <ac:spMk id="2" creationId="{278789D7-E4BB-16C4-B390-B96860F9BCEB}"/>
          </ac:spMkLst>
        </pc:spChg>
        <pc:spChg chg="mod">
          <ac:chgData name="Sergio Daniel Ladino Delgado" userId="2583be0d34a50219" providerId="LiveId" clId="{9216CCCD-79C5-4B94-BFB8-329B8BF4AD03}" dt="2026-06-15T16:38:51.199" v="687" actId="20577"/>
          <ac:spMkLst>
            <pc:docMk/>
            <pc:sldMk cId="1189447705" sldId="375"/>
            <ac:spMk id="9" creationId="{C1D3167F-26D0-1E66-1243-D0CC5996E36F}"/>
          </ac:spMkLst>
        </pc:spChg>
        <pc:spChg chg="mod">
          <ac:chgData name="Sergio Daniel Ladino Delgado" userId="2583be0d34a50219" providerId="LiveId" clId="{9216CCCD-79C5-4B94-BFB8-329B8BF4AD03}" dt="2026-06-15T16:36:49.223" v="669" actId="20577"/>
          <ac:spMkLst>
            <pc:docMk/>
            <pc:sldMk cId="1189447705" sldId="375"/>
            <ac:spMk id="11" creationId="{A945655E-7DD5-F649-2C53-9106A96FEEC3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14" creationId="{86DF4276-AFFB-C38D-F15F-36CE3C38773C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16" creationId="{E2D9C075-F579-F227-7F43-98D11661D71B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20" creationId="{D72D420F-D162-C011-2A15-FB12CE7D6DD0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22" creationId="{05D68EA8-93C6-90C9-A1F5-3EA002ABE535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23" creationId="{CDD385DD-53E2-67D8-331A-1FB11B522278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24" creationId="{ADD036F5-C2C5-5A21-54A4-E7F4E5BE25EE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30" creationId="{F1F8FF5E-8CC1-3BD0-5D6F-EB57D7C61D9C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31" creationId="{EC5A3743-A1E3-7C55-8D1A-0BA50B43EBCC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33" creationId="{2C5CD6A0-D600-DEBA-F076-627A48ACF5B9}"/>
          </ac:spMkLst>
        </pc:spChg>
        <pc:spChg chg="mod">
          <ac:chgData name="Sergio Daniel Ladino Delgado" userId="2583be0d34a50219" providerId="LiveId" clId="{9216CCCD-79C5-4B94-BFB8-329B8BF4AD03}" dt="2026-06-15T16:38:03.092" v="676"/>
          <ac:spMkLst>
            <pc:docMk/>
            <pc:sldMk cId="1189447705" sldId="375"/>
            <ac:spMk id="38" creationId="{A54428D6-D70C-AFD5-1E9B-66D7C406A0F4}"/>
          </ac:spMkLst>
        </pc:spChg>
        <pc:spChg chg="add mod">
          <ac:chgData name="Sergio Daniel Ladino Delgado" userId="2583be0d34a50219" providerId="LiveId" clId="{9216CCCD-79C5-4B94-BFB8-329B8BF4AD03}" dt="2026-06-15T16:38:14.162" v="679" actId="255"/>
          <ac:spMkLst>
            <pc:docMk/>
            <pc:sldMk cId="1189447705" sldId="375"/>
            <ac:spMk id="40" creationId="{8983D47A-5371-7962-E15B-56DEB06EE7B7}"/>
          </ac:spMkLst>
        </pc:spChg>
        <pc:spChg chg="add del">
          <ac:chgData name="Sergio Daniel Ladino Delgado" userId="2583be0d34a50219" providerId="LiveId" clId="{9216CCCD-79C5-4B94-BFB8-329B8BF4AD03}" dt="2026-06-15T16:38:18.227" v="681" actId="22"/>
          <ac:spMkLst>
            <pc:docMk/>
            <pc:sldMk cId="1189447705" sldId="375"/>
            <ac:spMk id="42" creationId="{2E1518E2-401C-CEC4-E2D1-68C37E493648}"/>
          </ac:spMkLst>
        </pc:spChg>
        <pc:spChg chg="add mod">
          <ac:chgData name="Sergio Daniel Ladino Delgado" userId="2583be0d34a50219" providerId="LiveId" clId="{9216CCCD-79C5-4B94-BFB8-329B8BF4AD03}" dt="2026-06-15T16:38:27.699" v="683" actId="1076"/>
          <ac:spMkLst>
            <pc:docMk/>
            <pc:sldMk cId="1189447705" sldId="375"/>
            <ac:spMk id="43" creationId="{FC037CCF-429A-AC2B-3CE2-A33F4A35ADC5}"/>
          </ac:spMkLst>
        </pc:spChg>
        <pc:spChg chg="add mod">
          <ac:chgData name="Sergio Daniel Ladino Delgado" userId="2583be0d34a50219" providerId="LiveId" clId="{9216CCCD-79C5-4B94-BFB8-329B8BF4AD03}" dt="2026-06-15T16:38:32.318" v="685" actId="1076"/>
          <ac:spMkLst>
            <pc:docMk/>
            <pc:sldMk cId="1189447705" sldId="375"/>
            <ac:spMk id="44" creationId="{A5031F65-B9F3-9F56-EF80-DFD3970E7588}"/>
          </ac:spMkLst>
        </pc:spChg>
        <pc:picChg chg="del">
          <ac:chgData name="Sergio Daniel Ladino Delgado" userId="2583be0d34a50219" providerId="LiveId" clId="{9216CCCD-79C5-4B94-BFB8-329B8BF4AD03}" dt="2026-06-15T16:36:25.091" v="657" actId="478"/>
          <ac:picMkLst>
            <pc:docMk/>
            <pc:sldMk cId="1189447705" sldId="375"/>
            <ac:picMk id="6" creationId="{2B3D12B9-B2BE-10EC-5528-84605D320398}"/>
          </ac:picMkLst>
        </pc:picChg>
        <pc:picChg chg="add mod modCrop">
          <ac:chgData name="Sergio Daniel Ladino Delgado" userId="2583be0d34a50219" providerId="LiveId" clId="{9216CCCD-79C5-4B94-BFB8-329B8BF4AD03}" dt="2026-06-15T16:37:19.961" v="675" actId="1076"/>
          <ac:picMkLst>
            <pc:docMk/>
            <pc:sldMk cId="1189447705" sldId="375"/>
            <ac:picMk id="7" creationId="{3A8E0812-BCE4-2392-A3E0-C42AD3228362}"/>
          </ac:picMkLst>
        </pc:picChg>
        <pc:picChg chg="del mod">
          <ac:chgData name="Sergio Daniel Ladino Delgado" userId="2583be0d34a50219" providerId="LiveId" clId="{9216CCCD-79C5-4B94-BFB8-329B8BF4AD03}" dt="2026-06-15T16:36:27.221" v="661" actId="478"/>
          <ac:picMkLst>
            <pc:docMk/>
            <pc:sldMk cId="1189447705" sldId="375"/>
            <ac:picMk id="13" creationId="{2767CAC7-1ED0-A566-0F71-F18037FFA58D}"/>
          </ac:picMkLst>
        </pc:picChg>
        <pc:picChg chg="del">
          <ac:chgData name="Sergio Daniel Ladino Delgado" userId="2583be0d34a50219" providerId="LiveId" clId="{9216CCCD-79C5-4B94-BFB8-329B8BF4AD03}" dt="2026-06-15T16:36:25.962" v="658" actId="478"/>
          <ac:picMkLst>
            <pc:docMk/>
            <pc:sldMk cId="1189447705" sldId="375"/>
            <ac:picMk id="15" creationId="{A554B028-50C0-AFDE-A12E-9DF8739C285E}"/>
          </ac:picMkLst>
        </pc:picChg>
        <pc:picChg chg="del">
          <ac:chgData name="Sergio Daniel Ladino Delgado" userId="2583be0d34a50219" providerId="LiveId" clId="{9216CCCD-79C5-4B94-BFB8-329B8BF4AD03}" dt="2026-06-15T16:36:26.733" v="659" actId="478"/>
          <ac:picMkLst>
            <pc:docMk/>
            <pc:sldMk cId="1189447705" sldId="375"/>
            <ac:picMk id="17" creationId="{86EB895C-07B1-3158-DB35-B80A92CCC5AC}"/>
          </ac:picMkLst>
        </pc:pic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464574071" sldId="375"/>
        </pc:sldMkLst>
      </pc:sldChg>
      <pc:sldChg chg="addSp delSp modSp add mod">
        <pc:chgData name="Sergio Daniel Ladino Delgado" userId="2583be0d34a50219" providerId="LiveId" clId="{9216CCCD-79C5-4B94-BFB8-329B8BF4AD03}" dt="2026-06-15T17:03:13.356" v="845"/>
        <pc:sldMkLst>
          <pc:docMk/>
          <pc:sldMk cId="3668826862" sldId="376"/>
        </pc:sldMkLst>
        <pc:spChg chg="mod">
          <ac:chgData name="Sergio Daniel Ladino Delgado" userId="2583be0d34a50219" providerId="LiveId" clId="{9216CCCD-79C5-4B94-BFB8-329B8BF4AD03}" dt="2026-06-15T17:03:13.356" v="845"/>
          <ac:spMkLst>
            <pc:docMk/>
            <pc:sldMk cId="3668826862" sldId="376"/>
            <ac:spMk id="2" creationId="{EB1818FC-752D-DE89-937D-FA269B8ECC0A}"/>
          </ac:spMkLst>
        </pc:spChg>
        <pc:spChg chg="mod">
          <ac:chgData name="Sergio Daniel Ladino Delgado" userId="2583be0d34a50219" providerId="LiveId" clId="{9216CCCD-79C5-4B94-BFB8-329B8BF4AD03}" dt="2026-06-15T16:39:56.248" v="716" actId="20577"/>
          <ac:spMkLst>
            <pc:docMk/>
            <pc:sldMk cId="3668826862" sldId="376"/>
            <ac:spMk id="9" creationId="{A8956FD9-FE79-D374-B92C-1E7449D994D2}"/>
          </ac:spMkLst>
        </pc:spChg>
        <pc:spChg chg="mod">
          <ac:chgData name="Sergio Daniel Ladino Delgado" userId="2583be0d34a50219" providerId="LiveId" clId="{9216CCCD-79C5-4B94-BFB8-329B8BF4AD03}" dt="2026-06-15T16:41:26.004" v="723" actId="20577"/>
          <ac:spMkLst>
            <pc:docMk/>
            <pc:sldMk cId="3668826862" sldId="376"/>
            <ac:spMk id="11" creationId="{32DDF2F1-B18E-756F-5899-8D521371B8F7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15" creationId="{7A3E6EAA-BBD7-D3DB-AC05-7183BB18665D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19" creationId="{23B76CDF-C247-F065-FF55-F6C4CFAF0E04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24" creationId="{C2FFFBA8-4CFA-FFB5-42EB-B11877518598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26" creationId="{4EB82223-78D0-E940-4175-1A80F5EFCA3A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36" creationId="{31CD7C8A-4D19-6DE7-D56E-D9FD8AA70E27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38" creationId="{68C26389-B28C-B2F9-609B-C1D685AFA786}"/>
          </ac:spMkLst>
        </pc:spChg>
        <pc:spChg chg="del">
          <ac:chgData name="Sergio Daniel Ladino Delgado" userId="2583be0d34a50219" providerId="LiveId" clId="{9216CCCD-79C5-4B94-BFB8-329B8BF4AD03}" dt="2026-06-15T16:41:31.560" v="725" actId="478"/>
          <ac:spMkLst>
            <pc:docMk/>
            <pc:sldMk cId="3668826862" sldId="376"/>
            <ac:spMk id="40" creationId="{0E3E0AFD-E31D-81B8-391D-4AFD6F9C1A5E}"/>
          </ac:spMkLst>
        </pc:spChg>
        <pc:spChg chg="del">
          <ac:chgData name="Sergio Daniel Ladino Delgado" userId="2583be0d34a50219" providerId="LiveId" clId="{9216CCCD-79C5-4B94-BFB8-329B8BF4AD03}" dt="2026-06-15T16:41:31.560" v="725" actId="478"/>
          <ac:spMkLst>
            <pc:docMk/>
            <pc:sldMk cId="3668826862" sldId="376"/>
            <ac:spMk id="43" creationId="{50AC7572-A487-B50A-54AB-52042DCCFC66}"/>
          </ac:spMkLst>
        </pc:spChg>
        <pc:spChg chg="del">
          <ac:chgData name="Sergio Daniel Ladino Delgado" userId="2583be0d34a50219" providerId="LiveId" clId="{9216CCCD-79C5-4B94-BFB8-329B8BF4AD03}" dt="2026-06-15T16:41:31.560" v="725" actId="478"/>
          <ac:spMkLst>
            <pc:docMk/>
            <pc:sldMk cId="3668826862" sldId="376"/>
            <ac:spMk id="44" creationId="{9BDF94E8-6FF9-DC04-FB77-9D61640AC725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46" creationId="{555B7CB7-8D7A-9AAB-9340-2B0E1A33EB9E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52" creationId="{D57C2AE1-2FCE-0D4D-81E4-FD33A3F13890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55" creationId="{C726315C-83DA-2341-84FE-1FC512B33F88}"/>
          </ac:spMkLst>
        </pc:spChg>
        <pc:spChg chg="mod">
          <ac:chgData name="Sergio Daniel Ladino Delgado" userId="2583be0d34a50219" providerId="LiveId" clId="{9216CCCD-79C5-4B94-BFB8-329B8BF4AD03}" dt="2026-06-15T16:41:37.718" v="726"/>
          <ac:spMkLst>
            <pc:docMk/>
            <pc:sldMk cId="3668826862" sldId="376"/>
            <ac:spMk id="58" creationId="{476788F5-0D75-7ADC-3E2E-5838DCAD7C25}"/>
          </ac:spMkLst>
        </pc:spChg>
        <pc:grpChg chg="del mod">
          <ac:chgData name="Sergio Daniel Ladino Delgado" userId="2583be0d34a50219" providerId="LiveId" clId="{9216CCCD-79C5-4B94-BFB8-329B8BF4AD03}" dt="2026-06-15T16:42:00.707" v="728" actId="478"/>
          <ac:grpSpMkLst>
            <pc:docMk/>
            <pc:sldMk cId="3668826862" sldId="376"/>
            <ac:grpSpMk id="4" creationId="{4222CCEC-0F52-C305-197D-1148384C8A21}"/>
          </ac:grpSpMkLst>
        </pc:grpChg>
        <pc:picChg chg="del">
          <ac:chgData name="Sergio Daniel Ladino Delgado" userId="2583be0d34a50219" providerId="LiveId" clId="{9216CCCD-79C5-4B94-BFB8-329B8BF4AD03}" dt="2026-06-15T16:41:29.334" v="724" actId="478"/>
          <ac:picMkLst>
            <pc:docMk/>
            <pc:sldMk cId="3668826862" sldId="376"/>
            <ac:picMk id="7" creationId="{3CB60BCD-E2D3-6A61-2E96-4D53A29EE4AA}"/>
          </ac:picMkLst>
        </pc:picChg>
        <pc:picChg chg="add mod modCrop">
          <ac:chgData name="Sergio Daniel Ladino Delgado" userId="2583be0d34a50219" providerId="LiveId" clId="{9216CCCD-79C5-4B94-BFB8-329B8BF4AD03}" dt="2026-06-15T16:53:07.391" v="736" actId="1076"/>
          <ac:picMkLst>
            <pc:docMk/>
            <pc:sldMk cId="3668826862" sldId="376"/>
            <ac:picMk id="62" creationId="{72AF2B92-9009-C25A-27DD-A786675BBF8A}"/>
          </ac:picMkLst>
        </pc:pic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686770513" sldId="376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1446585607" sldId="377"/>
        </pc:sldMkLst>
      </pc:sldChg>
      <pc:sldChg chg="addSp delSp modSp add mod">
        <pc:chgData name="Sergio Daniel Ladino Delgado" userId="2583be0d34a50219" providerId="LiveId" clId="{9216CCCD-79C5-4B94-BFB8-329B8BF4AD03}" dt="2026-06-15T17:03:16.695" v="846"/>
        <pc:sldMkLst>
          <pc:docMk/>
          <pc:sldMk cId="2593477074" sldId="377"/>
        </pc:sldMkLst>
        <pc:spChg chg="mod">
          <ac:chgData name="Sergio Daniel Ladino Delgado" userId="2583be0d34a50219" providerId="LiveId" clId="{9216CCCD-79C5-4B94-BFB8-329B8BF4AD03}" dt="2026-06-15T17:03:16.695" v="846"/>
          <ac:spMkLst>
            <pc:docMk/>
            <pc:sldMk cId="2593477074" sldId="377"/>
            <ac:spMk id="2" creationId="{16648974-A808-32FB-0F2C-84E242DCEA28}"/>
          </ac:spMkLst>
        </pc:spChg>
        <pc:spChg chg="mod">
          <ac:chgData name="Sergio Daniel Ladino Delgado" userId="2583be0d34a50219" providerId="LiveId" clId="{9216CCCD-79C5-4B94-BFB8-329B8BF4AD03}" dt="2026-06-15T16:53:34.443" v="780" actId="20577"/>
          <ac:spMkLst>
            <pc:docMk/>
            <pc:sldMk cId="2593477074" sldId="377"/>
            <ac:spMk id="9" creationId="{EC0F4051-1296-61EE-DCAC-3CD35DC9A030}"/>
          </ac:spMkLst>
        </pc:spChg>
        <pc:spChg chg="mod">
          <ac:chgData name="Sergio Daniel Ladino Delgado" userId="2583be0d34a50219" providerId="LiveId" clId="{9216CCCD-79C5-4B94-BFB8-329B8BF4AD03}" dt="2026-06-15T16:55:58.892" v="797" actId="6549"/>
          <ac:spMkLst>
            <pc:docMk/>
            <pc:sldMk cId="2593477074" sldId="377"/>
            <ac:spMk id="11" creationId="{0B3380CA-C471-8DCA-24D1-639F7BE5BC45}"/>
          </ac:spMkLst>
        </pc:spChg>
        <pc:picChg chg="add del mod">
          <ac:chgData name="Sergio Daniel Ladino Delgado" userId="2583be0d34a50219" providerId="LiveId" clId="{9216CCCD-79C5-4B94-BFB8-329B8BF4AD03}" dt="2026-06-15T16:54:01.566" v="787" actId="478"/>
          <ac:picMkLst>
            <pc:docMk/>
            <pc:sldMk cId="2593477074" sldId="377"/>
            <ac:picMk id="6" creationId="{E6C0A71D-2251-342A-C476-E7D291BC51C8}"/>
          </ac:picMkLst>
        </pc:picChg>
        <pc:picChg chg="add mod">
          <ac:chgData name="Sergio Daniel Ladino Delgado" userId="2583be0d34a50219" providerId="LiveId" clId="{9216CCCD-79C5-4B94-BFB8-329B8BF4AD03}" dt="2026-06-15T16:56:22.567" v="800" actId="1076"/>
          <ac:picMkLst>
            <pc:docMk/>
            <pc:sldMk cId="2593477074" sldId="377"/>
            <ac:picMk id="8" creationId="{1992C476-2557-FF57-E70F-CB7957AE61CA}"/>
          </ac:picMkLst>
        </pc:picChg>
        <pc:picChg chg="del">
          <ac:chgData name="Sergio Daniel Ladino Delgado" userId="2583be0d34a50219" providerId="LiveId" clId="{9216CCCD-79C5-4B94-BFB8-329B8BF4AD03}" dt="2026-06-15T16:53:48.888" v="784" actId="478"/>
          <ac:picMkLst>
            <pc:docMk/>
            <pc:sldMk cId="2593477074" sldId="377"/>
            <ac:picMk id="62" creationId="{D61D4631-8F17-D079-9D80-7FE9138A293E}"/>
          </ac:picMkLst>
        </pc:pic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610541713" sldId="378"/>
        </pc:sldMkLst>
      </pc:sldChg>
      <pc:sldChg chg="delSp modSp add mod">
        <pc:chgData name="Sergio Daniel Ladino Delgado" userId="2583be0d34a50219" providerId="LiveId" clId="{9216CCCD-79C5-4B94-BFB8-329B8BF4AD03}" dt="2026-06-15T17:03:20.776" v="847"/>
        <pc:sldMkLst>
          <pc:docMk/>
          <pc:sldMk cId="2568060680" sldId="378"/>
        </pc:sldMkLst>
        <pc:spChg chg="mod">
          <ac:chgData name="Sergio Daniel Ladino Delgado" userId="2583be0d34a50219" providerId="LiveId" clId="{9216CCCD-79C5-4B94-BFB8-329B8BF4AD03}" dt="2026-06-15T17:03:20.776" v="847"/>
          <ac:spMkLst>
            <pc:docMk/>
            <pc:sldMk cId="2568060680" sldId="378"/>
            <ac:spMk id="2" creationId="{44641E4F-5F13-32B7-54FC-E82206CC5BC9}"/>
          </ac:spMkLst>
        </pc:spChg>
        <pc:spChg chg="mod">
          <ac:chgData name="Sergio Daniel Ladino Delgado" userId="2583be0d34a50219" providerId="LiveId" clId="{9216CCCD-79C5-4B94-BFB8-329B8BF4AD03}" dt="2026-06-15T16:59:18.011" v="828" actId="20577"/>
          <ac:spMkLst>
            <pc:docMk/>
            <pc:sldMk cId="2568060680" sldId="378"/>
            <ac:spMk id="9" creationId="{63C7951E-0D80-2152-3C16-2C98D949BDBC}"/>
          </ac:spMkLst>
        </pc:spChg>
        <pc:spChg chg="mod">
          <ac:chgData name="Sergio Daniel Ladino Delgado" userId="2583be0d34a50219" providerId="LiveId" clId="{9216CCCD-79C5-4B94-BFB8-329B8BF4AD03}" dt="2026-06-15T17:00:40.693" v="838" actId="20577"/>
          <ac:spMkLst>
            <pc:docMk/>
            <pc:sldMk cId="2568060680" sldId="378"/>
            <ac:spMk id="11" creationId="{429880D1-3623-2D34-F274-C2DF377C0F6A}"/>
          </ac:spMkLst>
        </pc:spChg>
        <pc:picChg chg="del">
          <ac:chgData name="Sergio Daniel Ladino Delgado" userId="2583be0d34a50219" providerId="LiveId" clId="{9216CCCD-79C5-4B94-BFB8-329B8BF4AD03}" dt="2026-06-15T16:59:01.184" v="802" actId="478"/>
          <ac:picMkLst>
            <pc:docMk/>
            <pc:sldMk cId="2568060680" sldId="378"/>
            <ac:picMk id="8" creationId="{46FF6BF0-EEB1-6BE1-15C2-D3F25E2022F3}"/>
          </ac:picMkLst>
        </pc:picChg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839838013" sldId="379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4055764815" sldId="380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184017305" sldId="381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640407049" sldId="382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147756549" sldId="383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79682673" sldId="384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442161663" sldId="385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252643872" sldId="386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1789413702" sldId="387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971785286" sldId="388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1412760322" sldId="389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461712430" sldId="390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1167899837" sldId="391"/>
        </pc:sldMkLst>
      </pc:sldChg>
      <pc:sldChg chg="del">
        <pc:chgData name="Sergio Daniel Ladino Delgado" userId="2583be0d34a50219" providerId="LiveId" clId="{9216CCCD-79C5-4B94-BFB8-329B8BF4AD03}" dt="2026-06-15T13:51:11.969" v="83" actId="47"/>
        <pc:sldMkLst>
          <pc:docMk/>
          <pc:sldMk cId="3154534618" sldId="392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999342677" sldId="393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312176796" sldId="394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3468698496" sldId="395"/>
        </pc:sldMkLst>
      </pc:sldChg>
      <pc:sldChg chg="del">
        <pc:chgData name="Sergio Daniel Ladino Delgado" userId="2583be0d34a50219" providerId="LiveId" clId="{9216CCCD-79C5-4B94-BFB8-329B8BF4AD03}" dt="2026-06-15T13:48:22.737" v="0" actId="47"/>
        <pc:sldMkLst>
          <pc:docMk/>
          <pc:sldMk cId="2785097086" sldId="3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0437C-AE41-4BDC-95EF-CB7DB6D41172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6EEE7-472F-4CE6-AAEC-E7F55F52CEB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341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3387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5D11-C8E7-79F4-AE61-86B50ED3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2EB73F-F4C4-DED3-C935-25E12057D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823627-0DF6-5D0E-C145-94968F828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0B0493-59D2-F730-2A2A-197E79CB6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7080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64A3C-4439-EFE1-D3BA-A9EDFACF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3783E7-CEE3-5665-38D6-E48CD610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2A5F8D-05BE-206C-C2A1-8D63ECF7C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263CF1-8F55-EEA4-A762-C4EFBD841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1788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D0F3-2D93-5BB3-27F8-C71BFEE6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FD7FEE-EE28-8D6F-41B0-13035778C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31F9F8-75E1-F782-6E9A-4B1EAA59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7CE5C9-A322-56BC-23CF-29D665AE7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435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B514-6A81-5337-1217-33D55BF9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CE530A-1B42-6106-EDA9-2F2B3A688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E7C6B3-D547-AABC-5060-6ED34B3EB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371CAC-4998-7F4E-63DE-DDD738325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8143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AC86-C0A3-2BB9-FA21-C8636C82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309283-8F61-95FE-9DFA-A2449B73D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881F08-350E-94D0-0C13-BBA652C6D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221F62-2DE9-A2F1-24AB-6840D4663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7702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B7662-8759-9DD6-0AF4-41A3EE82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53919E-F546-74BA-596A-9364433EA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C6FC8A-50AE-CD66-2D7C-D66A1185E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8499C7-75FD-0A71-7D25-05763597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3584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3804-064C-C177-ABFF-3764B464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99A1F0-405E-813D-4698-F17A59C56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E7D79C-99A8-E1AC-8C32-6D4F70953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824C5F-4765-7D67-635E-876380B1F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830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DC0A-766D-A427-9555-E4E8106B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421373-96B5-64D8-2083-87CAF577E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01D829-20D4-E9C3-5ECB-81CEC6A64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5C5619-5267-18CA-99EF-C81AFDF1E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603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C74E-9A14-B32D-546E-212C162A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5C6B1D-E231-FD42-EE39-BEF038B0A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BB4C88-1CFF-CF26-D6C3-6ABA76E7D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CD5D94-372C-2C52-2961-E819D1F97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6EEE7-472F-4CE6-AAEC-E7F55F52CEB1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16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B19CD-E911-B0F2-530E-5D9375A5A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9EEBBA-69EA-0D69-8831-59737AE80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EEA375-D1D1-1A5C-AC4D-881D5210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DCBFF0-0A41-A06E-1558-5AB183EE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C47017-7517-15B0-8AC3-4CAAA38C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889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2EBE9-8B51-21E7-16CA-0C9977B0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47366-C209-7145-A818-B503EEB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6F8759-5D6F-AD54-2713-084500C1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619DE-C52D-9F91-E824-B7A86E12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99F7C-ADEF-63E6-6C8A-FD119EA0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127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8F2EE-BC11-DD98-EB05-5EF76ADE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02C83-C729-26E9-8AC2-1837FF4B9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9FC7B7-3F71-ED4F-725B-51C02EEE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4E812A-295F-A672-163A-BC07A5AB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BC3DE-8655-C666-6566-7D5F9A00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68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B655-5854-2AA5-1DF6-3E456D27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610DDA-1647-B13D-0A45-BAAFFD268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4EAF04-C88F-2DCE-A801-1CB5A22B4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748B92-0590-C520-E6C0-A3372886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DB60A8-225C-647C-42F2-33C70D43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C9A180-A62A-641E-74F5-2CF40D06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753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DD9A6-5833-58F1-BB87-B6C38EE7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F9806E-5A6E-3419-3EDE-BEDEB48DD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F328E8-1160-C649-B3FE-9FCF1C345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FF3543-0628-1AB3-1A3F-9C9A3C139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B1D106-8961-F808-7B8D-B97A3F6BF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2ECA66-96CF-67AA-387A-86328EF5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9FC931-003E-465D-267B-D9E77649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05E26D-1527-B216-F6BB-715BE7A4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26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9B5FA-A6C9-A747-56CC-B3FBDB85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E98B96-E616-07C8-0745-D28057A0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0F952F-25F5-13AC-44B8-FBA9DFDB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A35729-3AAC-0C3A-2D57-7AB77F7A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256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3AB42E-52AF-F9B1-90D6-0EBDF59A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42C9A3-3B2E-5D34-76BB-D8CFC0E6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EE9D03-2235-3ED9-737B-C8661DC5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844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62848-2500-FA0F-93F7-BED9A8853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05934F-635D-F93C-249C-AB809CA13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6956CF-0394-7DB8-6E58-315EA22A0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DAB6DB-F165-836F-1FA4-2F2C06F8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4E0F44-C4EC-3DC9-F9B6-829BE226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28E6A-D04A-E65A-8885-DA4F22C6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760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7D5C2-3909-B7BD-45D1-106612B0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04F900-3ADA-0358-61E1-78D749240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717034-BC13-4886-634C-25DB59FEA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DB243A-1BEF-A018-DB22-CBA31514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2C932B-0613-BF74-E295-D603D279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BBB783-98E5-58AA-2CFC-2744FBC3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911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82FB3-EF9E-24AE-9564-835EA222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BE044F-EBCD-FE69-89F3-486DBBC95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5F9B8-C7FD-27D1-4600-088BF070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BE6F67-03AA-6645-CC3E-1F8988A6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F923CF-2BA0-80EC-BE54-EF7F924D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11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1572B0-CB40-AAEA-2DC0-85A871F6F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69E3F9-7BB0-259D-46CB-8646D0865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24975-E789-BABC-701A-EC573D86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A25A5-D295-138B-989A-D2E6DCE1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3266A-E9CB-D1E6-7843-06547CF5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116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9A2319-155E-97F0-ED12-AAD87076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BFD99D-2FDA-2A10-389A-6E3B59B9C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20BDDA-9332-58A4-A090-7D4ABCC1E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CB4A1-8DD3-4FE5-BE8A-895868F06B5B}" type="datetimeFigureOut">
              <a:rPr lang="es-CO" smtClean="0"/>
              <a:t>15/06/2026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FD1646-8240-5B62-BFEC-43904A46F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CE4881-9413-20FB-44BD-B0774D569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A82CD-C19C-47DE-B7FA-9BD926D7F9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513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sladinod@unal.edu.c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C0469491-2588-22AA-6D65-E300CCD4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3" y="3738903"/>
            <a:ext cx="4032448" cy="17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A992B16-5FA3-E2E3-B79D-90A13624A1F8}"/>
              </a:ext>
            </a:extLst>
          </p:cNvPr>
          <p:cNvSpPr txBox="1"/>
          <p:nvPr/>
        </p:nvSpPr>
        <p:spPr>
          <a:xfrm>
            <a:off x="1906259" y="5605955"/>
            <a:ext cx="3977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Departamento de Ingeniería Civil y Agrícola</a:t>
            </a:r>
          </a:p>
          <a:p>
            <a:pPr algn="ctr"/>
            <a:r>
              <a:rPr lang="es-CO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Facultad Ingeniería pregrado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374074-2F39-489E-F67C-EC9D32AC688E}"/>
              </a:ext>
            </a:extLst>
          </p:cNvPr>
          <p:cNvSpPr txBox="1"/>
          <p:nvPr/>
        </p:nvSpPr>
        <p:spPr>
          <a:xfrm>
            <a:off x="7903032" y="2857502"/>
            <a:ext cx="39772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 estructural</a:t>
            </a:r>
          </a:p>
          <a:p>
            <a:pPr algn="ctr"/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Concreto reforzado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326A36-D114-372A-6BB6-6FA285F218E4}"/>
              </a:ext>
            </a:extLst>
          </p:cNvPr>
          <p:cNvSpPr txBox="1"/>
          <p:nvPr/>
        </p:nvSpPr>
        <p:spPr>
          <a:xfrm>
            <a:off x="7903032" y="3969627"/>
            <a:ext cx="39772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  <a:p>
            <a:pPr algn="ctr"/>
            <a:endParaRPr lang="es-C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199F67-1E75-7CB4-2924-41DE7661095B}"/>
              </a:ext>
            </a:extLst>
          </p:cNvPr>
          <p:cNvSpPr txBox="1"/>
          <p:nvPr/>
        </p:nvSpPr>
        <p:spPr>
          <a:xfrm>
            <a:off x="7396316" y="4829949"/>
            <a:ext cx="4649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Profesor: Ing. Sergio Daniel Ladino Delgado</a:t>
            </a:r>
          </a:p>
          <a:p>
            <a:pPr algn="ctr"/>
            <a:r>
              <a:rPr lang="es-CO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Correo: </a:t>
            </a:r>
            <a:r>
              <a:rPr lang="es-CO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sladinod@unal.edu.co</a:t>
            </a:r>
            <a:endParaRPr lang="es-CO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CO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CO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5CE1B3B-288A-2DCF-F470-B125B7120439}"/>
              </a:ext>
            </a:extLst>
          </p:cNvPr>
          <p:cNvCxnSpPr>
            <a:cxnSpLocks/>
          </p:cNvCxnSpPr>
          <p:nvPr/>
        </p:nvCxnSpPr>
        <p:spPr>
          <a:xfrm>
            <a:off x="7834998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4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077B-9829-787F-F214-7F29AD65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3F9F213-510B-FAEE-F81A-E156EDE50058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40595009-575A-18A7-3C5F-A2408E732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EFD9755-65B8-9E2C-679C-8D8CE09B3BB8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617A9CB-215B-80E7-3D5F-2F05DFF55E24}"/>
              </a:ext>
            </a:extLst>
          </p:cNvPr>
          <p:cNvSpPr txBox="1"/>
          <p:nvPr/>
        </p:nvSpPr>
        <p:spPr>
          <a:xfrm>
            <a:off x="456763" y="1730851"/>
            <a:ext cx="110041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2000" dirty="0"/>
              <a:t>Vigas de enlace o contrapeso de zapatas excéntricas</a:t>
            </a:r>
          </a:p>
          <a:p>
            <a:pPr marL="342900" indent="-342900">
              <a:buAutoNum type="arabicPeriod"/>
            </a:pPr>
            <a:r>
              <a:rPr lang="es-CO" sz="2000" dirty="0"/>
              <a:t>Amarre sísmico</a:t>
            </a:r>
          </a:p>
          <a:p>
            <a:pPr marL="342900" indent="-342900">
              <a:buAutoNum type="arabicPeriod"/>
            </a:pPr>
            <a:r>
              <a:rPr lang="es-CO" sz="2000" dirty="0"/>
              <a:t>Control de asentamientos diferenciales</a:t>
            </a:r>
          </a:p>
          <a:p>
            <a:pPr marL="342900" indent="-342900">
              <a:buAutoNum type="arabicPeriod"/>
            </a:pPr>
            <a:r>
              <a:rPr lang="es-CO" sz="2000" dirty="0"/>
              <a:t>Reacción del terreno</a:t>
            </a:r>
          </a:p>
          <a:p>
            <a:pPr marL="342900" indent="-342900">
              <a:buAutoNum type="arabicPeriod"/>
            </a:pPr>
            <a:r>
              <a:rPr lang="es-CO" sz="2000" dirty="0"/>
              <a:t>Cargas aplicadas directamente sobre la viga. (Escaleras, Rampas, Columnas secundarias, Muros)</a:t>
            </a:r>
          </a:p>
          <a:p>
            <a:pPr marL="342900" indent="-342900">
              <a:buAutoNum type="arabicPeriod"/>
            </a:pPr>
            <a:r>
              <a:rPr lang="es-CO" sz="2000" dirty="0"/>
              <a:t>Momentos de empotramiento de las columnas</a:t>
            </a:r>
          </a:p>
          <a:p>
            <a:pPr marL="342900" indent="-342900">
              <a:buAutoNum type="arabicPeriod"/>
            </a:pPr>
            <a:r>
              <a:rPr lang="es-CO" sz="2000" dirty="0"/>
              <a:t>Otras cargas y condiciones de trabajo particulares</a:t>
            </a:r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94D68C-6D85-BCC5-0CEF-3D72480D5AED}"/>
              </a:ext>
            </a:extLst>
          </p:cNvPr>
          <p:cNvSpPr txBox="1"/>
          <p:nvPr/>
        </p:nvSpPr>
        <p:spPr>
          <a:xfrm>
            <a:off x="0" y="1078239"/>
            <a:ext cx="11554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Las vigas de amarre de cimentación se deben diseñar bajo los siguiente criterios</a:t>
            </a:r>
          </a:p>
        </p:txBody>
      </p:sp>
    </p:spTree>
    <p:extLst>
      <p:ext uri="{BB962C8B-B14F-4D97-AF65-F5344CB8AC3E}">
        <p14:creationId xmlns:p14="http://schemas.microsoft.com/office/powerpoint/2010/main" val="132730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4788-0397-3D0E-10C7-1695DD93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D2E003-6476-9A30-BA24-A2CFDCB71FB3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F5D01A21-C913-2613-B26E-097D25254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78EFDED-5EF2-80AE-2FE1-52F7F895BAC3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1A4B69A-9503-C549-0C8A-6CF174002777}"/>
              </a:ext>
            </a:extLst>
          </p:cNvPr>
          <p:cNvSpPr txBox="1"/>
          <p:nvPr/>
        </p:nvSpPr>
        <p:spPr>
          <a:xfrm>
            <a:off x="74719" y="990531"/>
            <a:ext cx="4420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2. AMARRE SÍSMICO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BAE5CE7-3B5A-E1CE-9A38-2EDFBEF99571}"/>
              </a:ext>
            </a:extLst>
          </p:cNvPr>
          <p:cNvSpPr txBox="1"/>
          <p:nvPr/>
        </p:nvSpPr>
        <p:spPr>
          <a:xfrm>
            <a:off x="193653" y="1508534"/>
            <a:ext cx="1101829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acuerdo con C.15.13, las vigas de amarre se deben diseñar según los requisitos de A.3.6.4.2: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“Las vigas de amarre de cimentación de elementos como zapatas, dados de pilotes, pilas o </a:t>
            </a:r>
            <a:r>
              <a:rPr lang="es-CO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caissons</a:t>
            </a: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etc., deben Amarrarse por medio de elementos capaces de resistir en tensión o compresión una fuerza no menor de 0.25Aa veces la carga total del elemento que tenga la mayor carga entre los que interconecta...”</a:t>
            </a: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672197-6D9E-5AE1-FCC5-EFFBEA91272B}"/>
                  </a:ext>
                </a:extLst>
              </p:cNvPr>
              <p:cNvSpPr txBox="1"/>
              <p:nvPr/>
            </p:nvSpPr>
            <p:spPr>
              <a:xfrm>
                <a:off x="5406190" y="3980411"/>
                <a:ext cx="3230879" cy="60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CO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800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800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8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800" i="1">
                              <a:latin typeface="Cambria Math" panose="02040503050406030204" pitchFamily="18" charset="0"/>
                            </a:rPr>
                            <m:t>si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672197-6D9E-5AE1-FCC5-EFFBEA91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190" y="3980411"/>
                <a:ext cx="3230879" cy="6076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B58489E-4FE4-3837-D8A4-3ABFCA389A26}"/>
                  </a:ext>
                </a:extLst>
              </p:cNvPr>
              <p:cNvSpPr txBox="1"/>
              <p:nvPr/>
            </p:nvSpPr>
            <p:spPr>
              <a:xfrm>
                <a:off x="5637539" y="5043869"/>
                <a:ext cx="6855822" cy="611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CO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s-419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0.75 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  <m:sSub>
                            <m:sSubPr>
                              <m:ctrlP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d>
                            <m:dPr>
                              <m:ctrlP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800" i="1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B58489E-4FE4-3837-D8A4-3ABFCA389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539" y="5043869"/>
                <a:ext cx="6855822" cy="6111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F72207-4526-5017-306D-E915123A5CBB}"/>
                  </a:ext>
                </a:extLst>
              </p:cNvPr>
              <p:cNvSpPr txBox="1"/>
              <p:nvPr/>
            </p:nvSpPr>
            <p:spPr>
              <a:xfrm>
                <a:off x="560328" y="4387193"/>
                <a:ext cx="32308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0.25</m:t>
                      </m:r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F72207-4526-5017-306D-E915123A5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28" y="4387193"/>
                <a:ext cx="32308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28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3ABD-38DB-332C-D0BC-0998C9E4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C2DC7D-8206-7C39-D7C1-87428E47F081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2A935B8E-E782-E0D8-FA5C-12FD31F1E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D225B55-38EA-D8A8-E523-2637D47D09B9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96B19BA6-42DC-C96D-26FC-51B480AE8BE8}"/>
              </a:ext>
            </a:extLst>
          </p:cNvPr>
          <p:cNvSpPr txBox="1"/>
          <p:nvPr/>
        </p:nvSpPr>
        <p:spPr>
          <a:xfrm>
            <a:off x="74719" y="990531"/>
            <a:ext cx="4420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2. AMARRE SÍSMICO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B021E8-E8C6-06B2-D2C0-369151A8AFCF}"/>
              </a:ext>
            </a:extLst>
          </p:cNvPr>
          <p:cNvSpPr txBox="1"/>
          <p:nvPr/>
        </p:nvSpPr>
        <p:spPr>
          <a:xfrm>
            <a:off x="193653" y="1508534"/>
            <a:ext cx="1101829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tiene una viga de amarre de 0.50x0.70 de sección que conecta dos columnas, las que transmiten una carga vertical mayorada de 4000 kN y 5200 kN respectivamente. Se pide diseñar el refuerzo que se requiere por amarre sísmico, de acuerdo con C.15.13 y A.3.6.4.2. Sea </a:t>
            </a:r>
            <a:r>
              <a:rPr lang="es-CO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</a:t>
            </a: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=0.15</a:t>
            </a:r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53A0899-1974-4A69-4A55-ACB3D0119EE6}"/>
                  </a:ext>
                </a:extLst>
              </p:cNvPr>
              <p:cNvSpPr txBox="1"/>
              <p:nvPr/>
            </p:nvSpPr>
            <p:spPr>
              <a:xfrm>
                <a:off x="74719" y="3888170"/>
                <a:ext cx="1870959" cy="460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CO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sSub>
                        <m:sSub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si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53A0899-1974-4A69-4A55-ACB3D011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9" y="3888170"/>
                <a:ext cx="1870959" cy="46038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B3EEAFE-7EE3-5A7F-2FD9-3610E159F330}"/>
                  </a:ext>
                </a:extLst>
              </p:cNvPr>
              <p:cNvSpPr txBox="1"/>
              <p:nvPr/>
            </p:nvSpPr>
            <p:spPr>
              <a:xfrm>
                <a:off x="251916" y="5466946"/>
                <a:ext cx="6855822" cy="46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CO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0.75 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  <m:sSub>
                            <m:sSubPr>
                              <m:ctrlP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d>
                            <m:dPr>
                              <m:ctrlP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419" sz="2000" i="1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B3EEAFE-7EE3-5A7F-2FD9-3610E159F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16" y="5466946"/>
                <a:ext cx="6855822" cy="463012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B4EC7A0-9D6A-7F05-48F3-989203268C1D}"/>
                  </a:ext>
                </a:extLst>
              </p:cNvPr>
              <p:cNvSpPr txBox="1"/>
              <p:nvPr/>
            </p:nvSpPr>
            <p:spPr>
              <a:xfrm>
                <a:off x="193653" y="2765525"/>
                <a:ext cx="323087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5200</m:t>
                    </m:r>
                  </m:oMath>
                </a14:m>
                <a:r>
                  <a:rPr lang="es-CO" sz="2000" dirty="0"/>
                  <a:t>kN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B4EC7A0-9D6A-7F05-48F3-989203268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53" y="2765525"/>
                <a:ext cx="3230879" cy="400110"/>
              </a:xfrm>
              <a:prstGeom prst="rect">
                <a:avLst/>
              </a:prstGeom>
              <a:blipFill>
                <a:blip r:embed="rId6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67E0D5C-1415-9318-E847-451A929EE4B9}"/>
                  </a:ext>
                </a:extLst>
              </p:cNvPr>
              <p:cNvSpPr txBox="1"/>
              <p:nvPr/>
            </p:nvSpPr>
            <p:spPr>
              <a:xfrm>
                <a:off x="193652" y="3360882"/>
                <a:ext cx="60352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</m:t>
                    </m:r>
                    <m:sSub>
                      <m:sSubPr>
                        <m:ctrlPr>
                          <a:rPr lang="es-C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sub>
                    </m:sSub>
                    <m:sSub>
                      <m:sSubPr>
                        <m:ctrlPr>
                          <a:rPr lang="es-C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=0.25∙0.15∙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5200=195</m:t>
                    </m:r>
                  </m:oMath>
                </a14:m>
                <a:r>
                  <a:rPr lang="es-CO" sz="2000" dirty="0"/>
                  <a:t>kN</a:t>
                </a: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67E0D5C-1415-9318-E847-451A929EE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52" y="3360882"/>
                <a:ext cx="6035267" cy="400110"/>
              </a:xfrm>
              <a:prstGeom prst="rect">
                <a:avLst/>
              </a:prstGeom>
              <a:blipFill>
                <a:blip r:embed="rId7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9EA483-D84A-6F7C-64A5-500352680960}"/>
                  </a:ext>
                </a:extLst>
              </p:cNvPr>
              <p:cNvSpPr txBox="1"/>
              <p:nvPr/>
            </p:nvSpPr>
            <p:spPr>
              <a:xfrm>
                <a:off x="2042169" y="3888170"/>
                <a:ext cx="24531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s-419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420</m:t>
                      </m:r>
                      <m:r>
                        <a:rPr lang="es-419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9EA483-D84A-6F7C-64A5-50035268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169" y="3888170"/>
                <a:ext cx="245318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BCD9A93-D919-3A54-2B08-DDA79B65ABAF}"/>
                  </a:ext>
                </a:extLst>
              </p:cNvPr>
              <p:cNvSpPr txBox="1"/>
              <p:nvPr/>
            </p:nvSpPr>
            <p:spPr>
              <a:xfrm>
                <a:off x="4669637" y="3918306"/>
                <a:ext cx="24531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=515.87 </m:t>
                      </m:r>
                      <m:sSup>
                        <m:sSup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mm</m:t>
                          </m:r>
                        </m:e>
                        <m:sup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BCD9A93-D919-3A54-2B08-DDA79B65A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637" y="3918306"/>
                <a:ext cx="245318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A3F7BEF-91D9-8D2C-988E-135139307C83}"/>
                  </a:ext>
                </a:extLst>
              </p:cNvPr>
              <p:cNvSpPr txBox="1"/>
              <p:nvPr/>
            </p:nvSpPr>
            <p:spPr>
              <a:xfrm>
                <a:off x="193652" y="4475730"/>
                <a:ext cx="69723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C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=0.0033</m:t>
                    </m:r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500</m:t>
                    </m:r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610=1006.5 </m:t>
                    </m:r>
                    <m:r>
                      <m:rPr>
                        <m:sty m:val="p"/>
                      </m:rPr>
                      <a:rPr lang="es-419" sz="2000" b="0" i="1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s-CO" sz="2000" dirty="0"/>
                  <a:t>, 3#7 arriba y abajo</a:t>
                </a: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A3F7BEF-91D9-8D2C-988E-135139307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52" y="4475730"/>
                <a:ext cx="6972350" cy="400110"/>
              </a:xfrm>
              <a:prstGeom prst="rect">
                <a:avLst/>
              </a:prstGeom>
              <a:blipFill>
                <a:blip r:embed="rId10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A3CDCFE0-583C-8621-4F15-966BE6D873CE}"/>
              </a:ext>
            </a:extLst>
          </p:cNvPr>
          <p:cNvSpPr txBox="1"/>
          <p:nvPr/>
        </p:nvSpPr>
        <p:spPr>
          <a:xfrm>
            <a:off x="193652" y="5003018"/>
            <a:ext cx="5394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Total: 2013 mm²</a:t>
            </a:r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B42CB7A-052F-F51E-CDB9-7F2DE56DF2B2}"/>
                  </a:ext>
                </a:extLst>
              </p:cNvPr>
              <p:cNvSpPr txBox="1"/>
              <p:nvPr/>
            </p:nvSpPr>
            <p:spPr>
              <a:xfrm>
                <a:off x="251916" y="6027015"/>
                <a:ext cx="8197690" cy="426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s-CO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419" sz="20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419" sz="20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  <m:sup>
                        <m:r>
                          <m:rPr>
                            <m:sty m:val="p"/>
                          </m:rPr>
                          <a:rPr lang="es-419" sz="20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0.65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0.75 </m:t>
                    </m:r>
                    <m:d>
                      <m:dPr>
                        <m:begChr m:val="["/>
                        <m:endChr m:val="]"/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0.85</m:t>
                        </m:r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  <m:d>
                          <m:dPr>
                            <m:ctrlPr>
                              <a:rPr lang="es-419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500</m:t>
                            </m:r>
                            <m:r>
                              <a:rPr lang="es-419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700-</m:t>
                            </m:r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2013</m:t>
                            </m:r>
                          </m:e>
                        </m:d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+420</m:t>
                        </m:r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2013</m:t>
                        </m:r>
                      </m:e>
                    </m:d>
                  </m:oMath>
                </a14:m>
                <a:r>
                  <a:rPr lang="es-CO" sz="2000" dirty="0"/>
                  <a:t>= 3440kN   OK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B42CB7A-052F-F51E-CDB9-7F2DE56DF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16" y="6027015"/>
                <a:ext cx="8197690" cy="426912"/>
              </a:xfrm>
              <a:prstGeom prst="rect">
                <a:avLst/>
              </a:prstGeom>
              <a:blipFill>
                <a:blip r:embed="rId11"/>
                <a:stretch>
                  <a:fillRect t="-1429" b="-257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75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/>
      <p:bldP spid="10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4F93-D97A-7F07-51E9-C59500E1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0F4DA18-59A9-9241-69F2-A9B537B461AC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B82D864B-2431-1D2D-5F4F-8F50771F4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327B891-FB72-9B71-2BF3-C6DAC45061AC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B8B06A6-3460-486C-1FF0-6D1F32677642}"/>
              </a:ext>
            </a:extLst>
          </p:cNvPr>
          <p:cNvSpPr txBox="1"/>
          <p:nvPr/>
        </p:nvSpPr>
        <p:spPr>
          <a:xfrm>
            <a:off x="74719" y="990531"/>
            <a:ext cx="4420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3. CONTROL ASENTAMIENTOS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7CC117-E4B1-DA09-F295-AC58FCA75BCA}"/>
              </a:ext>
            </a:extLst>
          </p:cNvPr>
          <p:cNvSpPr txBox="1"/>
          <p:nvPr/>
        </p:nvSpPr>
        <p:spPr>
          <a:xfrm>
            <a:off x="193653" y="1508534"/>
            <a:ext cx="1101829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vigas de amarre deben tener adecuada rigidez y capacidad para transmitir parte de la carga de una columna cualquiera a las zapatas vecinas y reducir la magnitud de probables asentamientos diferenciales. Las vigas de amarre deben tener mayor rigidez que las vigas aéreas.</a:t>
            </a: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4865C6E-02AC-0981-BF43-8EA671A2EE09}"/>
                  </a:ext>
                </a:extLst>
              </p:cNvPr>
              <p:cNvSpPr txBox="1"/>
              <p:nvPr/>
            </p:nvSpPr>
            <p:spPr>
              <a:xfrm>
                <a:off x="-63694" y="4928067"/>
                <a:ext cx="2007555" cy="842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es-CO" sz="2400"/>
                        <m:t>= </m:t>
                      </m:r>
                      <m:f>
                        <m:f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800" b="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s-MX" sz="2800" b="0" i="1">
                              <a:latin typeface="Cambria Math" panose="02040503050406030204" pitchFamily="18" charset="0"/>
                            </a:rPr>
                            <m:t>𝐸𝐼</m:t>
                          </m:r>
                          <m:r>
                            <a:rPr lang="es-MX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num>
                        <m:den>
                          <m:sSup>
                            <m:sSup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8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MX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4865C6E-02AC-0981-BF43-8EA671A2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694" y="4928067"/>
                <a:ext cx="2007555" cy="8427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C1BAE999-B5F9-D6D2-33D9-1BB533D7A6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888" r="10689"/>
          <a:stretch>
            <a:fillRect/>
          </a:stretch>
        </p:blipFill>
        <p:spPr>
          <a:xfrm>
            <a:off x="638984" y="3001250"/>
            <a:ext cx="7712731" cy="15900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100EC5D-07B0-981D-C54D-1484677B63A7}"/>
                  </a:ext>
                </a:extLst>
              </p:cNvPr>
              <p:cNvSpPr txBox="1"/>
              <p:nvPr/>
            </p:nvSpPr>
            <p:spPr>
              <a:xfrm>
                <a:off x="2285034" y="4956504"/>
                <a:ext cx="2007555" cy="831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419" sz="2400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es-CO" sz="2400"/>
                        <m:t>= </m:t>
                      </m:r>
                      <m:f>
                        <m:f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s-MX" sz="2800" b="0" i="1">
                              <a:latin typeface="Cambria Math" panose="02040503050406030204" pitchFamily="18" charset="0"/>
                            </a:rPr>
                            <m:t>𝐸𝐼</m:t>
                          </m:r>
                          <m:r>
                            <a:rPr lang="es-MX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num>
                        <m:den>
                          <m:sSup>
                            <m:sSup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8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100EC5D-07B0-981D-C54D-1484677B6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034" y="4956504"/>
                <a:ext cx="2007555" cy="8317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65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9212-91D9-7BEA-261F-ADC7B022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15CF93-480B-EAB7-AC14-CA45DF386A6A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20C786BC-F439-F666-AB67-238F2C1EE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6E23F91-5A61-5076-1F51-E6F301477A94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5D19B2C-4F48-7EC2-3B9B-FD0A3DE35F72}"/>
              </a:ext>
            </a:extLst>
          </p:cNvPr>
          <p:cNvSpPr txBox="1"/>
          <p:nvPr/>
        </p:nvSpPr>
        <p:spPr>
          <a:xfrm>
            <a:off x="74719" y="990531"/>
            <a:ext cx="807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3. CONTROL ASENTAMIENTOS TRANSMISION DE CARGAS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86887D1-7F6F-7D1D-258B-981A4DEDC28A}"/>
              </a:ext>
            </a:extLst>
          </p:cNvPr>
          <p:cNvSpPr txBox="1"/>
          <p:nvPr/>
        </p:nvSpPr>
        <p:spPr>
          <a:xfrm>
            <a:off x="139155" y="1390641"/>
            <a:ext cx="1191305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puede elaborar un modelo de parrilla plana conformado por las vigas de amarre, apoyos de segundo género y un porcentaje de la carga de las columnas. También puede ser un modelo de la estructura completa, manejado adecuadamente. La discusión, es en cuanto al valor de </a:t>
            </a:r>
            <a:r>
              <a:rPr lang="es-CO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ΔPu</a:t>
            </a: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se debe considerar; no se tiene establecido un valor exacto. Se sabe que en suelos relativamente más blandos se debe emplear un mayor porcentaje con respecto a suelos más duros. Normalmente los estudios de suelos definen un 10% de Pu.</a:t>
            </a:r>
          </a:p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 alternativa es remover uno a uno los apoyos y para cada modelo se va realizando el análisis estructural correspondiente.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563E9C-136E-D687-5D1B-B5CB53785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0" y="3695684"/>
            <a:ext cx="5138436" cy="162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E6C84F-43F3-2297-139F-7DDA36473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10" y="5238000"/>
            <a:ext cx="4606263" cy="162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A52BB33-B51A-DC8A-A4CD-6A0318960F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609"/>
          <a:stretch>
            <a:fillRect/>
          </a:stretch>
        </p:blipFill>
        <p:spPr>
          <a:xfrm>
            <a:off x="6874102" y="3574173"/>
            <a:ext cx="5316523" cy="165232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4343AEE-944E-36F3-C94B-BF55FD171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5682" y="5205681"/>
            <a:ext cx="5130887" cy="165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1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DDB3-702C-04DC-01FC-D20B6706A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78789D7-E4BB-16C4-B390-B96860F9BCEB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EF5CF0F8-7E6C-940A-9671-6F1E64F441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4857B5-2C5E-3156-B54A-E86B91B7AE0A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C1D3167F-26D0-1E66-1243-D0CC5996E36F}"/>
              </a:ext>
            </a:extLst>
          </p:cNvPr>
          <p:cNvSpPr txBox="1"/>
          <p:nvPr/>
        </p:nvSpPr>
        <p:spPr>
          <a:xfrm>
            <a:off x="74719" y="990531"/>
            <a:ext cx="807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4. REACCION DEL TERRENO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45655E-7DD5-F649-2C53-9106A96FEEC3}"/>
              </a:ext>
            </a:extLst>
          </p:cNvPr>
          <p:cNvSpPr txBox="1"/>
          <p:nvPr/>
        </p:nvSpPr>
        <p:spPr>
          <a:xfrm>
            <a:off x="139155" y="1390641"/>
            <a:ext cx="1191305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frecuencia no se tiene en cuenta, pero no es razonable considerar que en el borde de la zapata existe presión del terreno e inmediatamente después no exista presión bajo la viga.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el nivel inferior de la viga de amarre coincide con el nivel inferior de la zapata, con mayor razón se debe considerar algo.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es lo mismo en suelos relativamente blandos que en suelos relativamente duros.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A8E0812-BCE4-2392-A3E0-C42AD3228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677"/>
          <a:stretch>
            <a:fillRect/>
          </a:stretch>
        </p:blipFill>
        <p:spPr>
          <a:xfrm>
            <a:off x="2304804" y="4207503"/>
            <a:ext cx="7581751" cy="1659966"/>
          </a:xfrm>
          <a:prstGeom prst="rect">
            <a:avLst/>
          </a:prstGeom>
        </p:spPr>
      </p:pic>
      <p:sp>
        <p:nvSpPr>
          <p:cNvPr id="40" name="object 44">
            <a:extLst>
              <a:ext uri="{FF2B5EF4-FFF2-40B4-BE49-F238E27FC236}">
                <a16:creationId xmlns:a16="http://schemas.microsoft.com/office/drawing/2014/main" id="{8983D47A-5371-7962-E15B-56DEB06EE7B7}"/>
              </a:ext>
            </a:extLst>
          </p:cNvPr>
          <p:cNvSpPr txBox="1"/>
          <p:nvPr/>
        </p:nvSpPr>
        <p:spPr>
          <a:xfrm>
            <a:off x="7828622" y="5182696"/>
            <a:ext cx="9588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Arial MT"/>
                <a:cs typeface="Arial MT"/>
              </a:rPr>
              <a:t>?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FC037CCF-429A-AC2B-3CE2-A33F4A35ADC5}"/>
              </a:ext>
            </a:extLst>
          </p:cNvPr>
          <p:cNvSpPr txBox="1"/>
          <p:nvPr/>
        </p:nvSpPr>
        <p:spPr>
          <a:xfrm>
            <a:off x="5662972" y="5182696"/>
            <a:ext cx="9588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Arial MT"/>
                <a:cs typeface="Arial MT"/>
              </a:rPr>
              <a:t>?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5031F65-B9F3-9F56-EF80-DFD3970E7588}"/>
              </a:ext>
            </a:extLst>
          </p:cNvPr>
          <p:cNvSpPr txBox="1"/>
          <p:nvPr/>
        </p:nvSpPr>
        <p:spPr>
          <a:xfrm>
            <a:off x="3561203" y="5182696"/>
            <a:ext cx="9588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Arial MT"/>
                <a:cs typeface="Arial MT"/>
              </a:rPr>
              <a:t>?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8944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FF88-E5FE-9FF8-67C3-AF0166D2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1818FC-752D-DE89-937D-FA269B8ECC0A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6292FB93-DA42-B0A5-E05A-EC78B4983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9CC2AD3-0F2E-A61E-BC85-1092DA167C9B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8956FD9-FE79-D374-B92C-1E7449D994D2}"/>
              </a:ext>
            </a:extLst>
          </p:cNvPr>
          <p:cNvSpPr txBox="1"/>
          <p:nvPr/>
        </p:nvSpPr>
        <p:spPr>
          <a:xfrm>
            <a:off x="74719" y="990531"/>
            <a:ext cx="807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5. CARGA APLICADA SOBRE LA VIGA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DDF2F1-B18E-756F-5899-8D521371B8F7}"/>
              </a:ext>
            </a:extLst>
          </p:cNvPr>
          <p:cNvSpPr txBox="1"/>
          <p:nvPr/>
        </p:nvSpPr>
        <p:spPr>
          <a:xfrm>
            <a:off x="139155" y="1390641"/>
            <a:ext cx="119130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ejemplos se mencionan: 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Reacciones de escaleras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Reacciones de rampas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Elementos secundarios de carga como muros, columnas para apoyo de rampas, escaleras, etc.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72AF2B92-9009-C25A-27DD-A786675BBF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509"/>
          <a:stretch>
            <a:fillRect/>
          </a:stretch>
        </p:blipFill>
        <p:spPr>
          <a:xfrm>
            <a:off x="1405937" y="4158612"/>
            <a:ext cx="8838094" cy="160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2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A028-C092-D41D-6051-E0F94094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648974-A808-32FB-0F2C-84E242DCEA28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C63DDFA6-506F-A336-3066-739183C7A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9E9043B-2D82-867E-1048-8A4556C3AE4C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C0F4051-1296-61EE-DCAC-3CD35DC9A030}"/>
              </a:ext>
            </a:extLst>
          </p:cNvPr>
          <p:cNvSpPr txBox="1"/>
          <p:nvPr/>
        </p:nvSpPr>
        <p:spPr>
          <a:xfrm>
            <a:off x="74719" y="990531"/>
            <a:ext cx="807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6. MOMENTOS DE EMPOTRAMIENTOS DE LAS COLUMNAS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B3380CA-C471-8DCA-24D1-639F7BE5BC45}"/>
              </a:ext>
            </a:extLst>
          </p:cNvPr>
          <p:cNvSpPr txBox="1"/>
          <p:nvPr/>
        </p:nvSpPr>
        <p:spPr>
          <a:xfrm>
            <a:off x="139155" y="1390641"/>
            <a:ext cx="119130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los casos de cimentaciones mediante zapatas, es más frecuente considerar que los momentos de los apoyos de las columnas, sean tomados por las vigas de amare y no por las zapatas.</a:t>
            </a:r>
          </a:p>
          <a:p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puede elaborar un modelo de parrilla plana con las vigas de amarre y los momentos transmitidos por las columnas. También se puede trabajar a partir del modelo completo.</a:t>
            </a:r>
          </a:p>
          <a:p>
            <a:r>
              <a:rPr lang="es-C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endParaRPr lang="es-CO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992C476-2557-FF57-E70F-CB7957AE6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721" y="3740649"/>
            <a:ext cx="6903080" cy="250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7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3CA5-1DD5-639B-F611-B67FB594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641E4F-5F13-32B7-54FC-E82206CC5BC9}"/>
              </a:ext>
            </a:extLst>
          </p:cNvPr>
          <p:cNvSpPr txBox="1"/>
          <p:nvPr/>
        </p:nvSpPr>
        <p:spPr>
          <a:xfrm>
            <a:off x="0" y="111569"/>
            <a:ext cx="877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VIGAS DE AMARRE</a:t>
            </a:r>
          </a:p>
        </p:txBody>
      </p:sp>
      <p:pic>
        <p:nvPicPr>
          <p:cNvPr id="3" name="Picture 12" descr="Se conmemoran 150 años de la Universidad Nacional de Colombia">
            <a:extLst>
              <a:ext uri="{FF2B5EF4-FFF2-40B4-BE49-F238E27FC236}">
                <a16:creationId xmlns:a16="http://schemas.microsoft.com/office/drawing/2014/main" id="{2354F225-7809-D21B-1BCA-BF7605407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8"/>
          <a:stretch>
            <a:fillRect/>
          </a:stretch>
        </p:blipFill>
        <p:spPr bwMode="auto">
          <a:xfrm>
            <a:off x="10863942" y="0"/>
            <a:ext cx="653475" cy="7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76BF17A-A459-A684-8541-9D50AA47C66B}"/>
              </a:ext>
            </a:extLst>
          </p:cNvPr>
          <p:cNvCxnSpPr>
            <a:cxnSpLocks/>
          </p:cNvCxnSpPr>
          <p:nvPr/>
        </p:nvCxnSpPr>
        <p:spPr>
          <a:xfrm>
            <a:off x="0" y="88729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3C7951E-0D80-2152-3C16-2C98D949BDBC}"/>
              </a:ext>
            </a:extLst>
          </p:cNvPr>
          <p:cNvSpPr txBox="1"/>
          <p:nvPr/>
        </p:nvSpPr>
        <p:spPr>
          <a:xfrm>
            <a:off x="74719" y="990531"/>
            <a:ext cx="807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</a:rPr>
              <a:t>7. OTROS REQUISITOS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9880D1-3623-2D34-F274-C2DF377C0F6A}"/>
              </a:ext>
            </a:extLst>
          </p:cNvPr>
          <p:cNvSpPr txBox="1"/>
          <p:nvPr/>
        </p:nvSpPr>
        <p:spPr>
          <a:xfrm>
            <a:off x="139155" y="1390641"/>
            <a:ext cx="119130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C.15.13.3.1 — </a:t>
            </a:r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Las vigas de amarre deben tener una sección tal que su mayor dimensión debe ser mayor o igual a la luz dividida por 20 para estructuras con capacidad especial de disipación de energía (DES), a  la luz dividida por 30 para estructuras con capacidad moderada de disipación de energía (DMO) y a la luz dividida por 40 para estructuras con capacidad mínima de disipación de energía (DMI).</a:t>
            </a:r>
          </a:p>
          <a:p>
            <a:endParaRPr lang="es-CO" sz="20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C.15.13.2 — </a:t>
            </a:r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Refuerzo longitudinal – Las vigas de amarre sobre el terreno que enlacen dados o zapatas deben tener refuerzo longitudinal continuo, el cual debe ser capaz de desarrollar </a:t>
            </a:r>
            <a:r>
              <a:rPr lang="es-CO" sz="20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fy</a:t>
            </a:r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por medio de anclaje en la columna exterior del vano final.</a:t>
            </a:r>
          </a:p>
          <a:p>
            <a:endParaRPr lang="es-CO" sz="20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C.15.13.4 — </a:t>
            </a:r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Refuerzo transversal – Deben colocarse estribos cerrados en toda su longitud, con una separación que no exceda la mitad de la menor dimensión de la sección </a:t>
            </a:r>
            <a:r>
              <a:rPr lang="es-CO" sz="20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300 </a:t>
            </a:r>
            <a:r>
              <a:rPr lang="es-CO" sz="20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mm.</a:t>
            </a:r>
            <a:endParaRPr lang="es-CO" sz="20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Las vigas de amarre que resistan momentos flectores provenientes de columnas deben cumplir los requisitos de separación y cantidad de refuerzo transversal que fije el Reglamento para el nivel de capacidad de disipación de energía en el rango inelástico del sistema de resistencia sísmica.</a:t>
            </a:r>
          </a:p>
        </p:txBody>
      </p:sp>
    </p:spTree>
    <p:extLst>
      <p:ext uri="{BB962C8B-B14F-4D97-AF65-F5344CB8AC3E}">
        <p14:creationId xmlns:p14="http://schemas.microsoft.com/office/powerpoint/2010/main" val="2568060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  <wetp:taskpane dockstate="right" visibility="0" width="438" row="4">
    <wetp:webextensionref xmlns:r="http://schemas.openxmlformats.org/officeDocument/2006/relationships" r:id="rId3"/>
  </wetp:taskpane>
  <wetp:taskpane dockstate="right" visibility="0" width="438" row="5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136C85E0-5ABF-4979-86C4-4C77F8FCF8FD}">
  <we:reference id="wa200005566" version="3.0.0.3" store="es-E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A92D2F8-2D6B-43F4-9107-D5B423428A53}">
  <we:reference id="wa104178141" version="4.3.3.0" store="es-ES" storeType="OMEX"/>
  <we:alternateReferences>
    <we:reference id="WA104178141" version="4.3.3.0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0F836553-87E4-4F91-A9BD-E4A233CDCFF0}">
  <we:reference id="wa104379997" version="3.0.0.0" store="es-ES" storeType="OMEX"/>
  <we:alternateReferences>
    <we:reference id="WA104379997" version="3.0.0.0" store="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AA8FACC3-1067-4A67-BC48-BE0C4692552B}">
  <we:reference id="wa200005669" version="2.0.0.0" store="es-E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3902</TotalTime>
  <Words>969</Words>
  <Application>Microsoft Office PowerPoint</Application>
  <PresentationFormat>Panorámica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MT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Sergio Daniel Ladino Delgado</dc:creator>
  <cp:lastModifiedBy>Sergio Daniel Ladino Delgado</cp:lastModifiedBy>
  <cp:revision>21</cp:revision>
  <cp:lastPrinted>2026-02-17T02:38:43Z</cp:lastPrinted>
  <dcterms:created xsi:type="dcterms:W3CDTF">2026-01-31T17:27:28Z</dcterms:created>
  <dcterms:modified xsi:type="dcterms:W3CDTF">2026-06-15T17:05:40Z</dcterms:modified>
</cp:coreProperties>
</file>