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webextensions/webextension4.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7" r:id="rId2"/>
    <p:sldId id="287" r:id="rId3"/>
    <p:sldId id="363" r:id="rId4"/>
    <p:sldId id="394" r:id="rId5"/>
    <p:sldId id="364" r:id="rId6"/>
    <p:sldId id="397" r:id="rId7"/>
    <p:sldId id="398" r:id="rId8"/>
    <p:sldId id="399" r:id="rId9"/>
    <p:sldId id="400" r:id="rId10"/>
    <p:sldId id="401" r:id="rId11"/>
    <p:sldId id="402" r:id="rId12"/>
    <p:sldId id="403" r:id="rId13"/>
    <p:sldId id="404" r:id="rId14"/>
    <p:sldId id="405" r:id="rId15"/>
    <p:sldId id="407" r:id="rId16"/>
    <p:sldId id="406" r:id="rId17"/>
    <p:sldId id="408" r:id="rId18"/>
    <p:sldId id="411" r:id="rId19"/>
    <p:sldId id="410" r:id="rId20"/>
    <p:sldId id="409" r:id="rId21"/>
    <p:sldId id="412" r:id="rId22"/>
    <p:sldId id="413" r:id="rId23"/>
    <p:sldId id="415" r:id="rId24"/>
    <p:sldId id="414" r:id="rId25"/>
    <p:sldId id="417" r:id="rId26"/>
    <p:sldId id="416" r:id="rId27"/>
    <p:sldId id="433" r:id="rId28"/>
    <p:sldId id="434" r:id="rId29"/>
    <p:sldId id="435" r:id="rId30"/>
    <p:sldId id="436" r:id="rId31"/>
    <p:sldId id="418" r:id="rId32"/>
    <p:sldId id="419" r:id="rId33"/>
    <p:sldId id="420" r:id="rId34"/>
    <p:sldId id="421" r:id="rId35"/>
    <p:sldId id="422" r:id="rId36"/>
    <p:sldId id="423" r:id="rId37"/>
    <p:sldId id="425" r:id="rId38"/>
    <p:sldId id="424" r:id="rId39"/>
    <p:sldId id="426" r:id="rId40"/>
    <p:sldId id="427" r:id="rId41"/>
    <p:sldId id="428" r:id="rId42"/>
    <p:sldId id="429" r:id="rId43"/>
    <p:sldId id="430" r:id="rId44"/>
    <p:sldId id="431" r:id="rId45"/>
    <p:sldId id="432" r:id="rId46"/>
    <p:sldId id="438" r:id="rId47"/>
    <p:sldId id="437" r:id="rId48"/>
    <p:sldId id="439" r:id="rId4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9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600" autoAdjust="0"/>
  </p:normalViewPr>
  <p:slideViewPr>
    <p:cSldViewPr snapToGrid="0">
      <p:cViewPr>
        <p:scale>
          <a:sx n="100" d="100"/>
          <a:sy n="100" d="100"/>
        </p:scale>
        <p:origin x="514" y="187"/>
      </p:cViewPr>
      <p:guideLst>
        <p:guide orient="horz" pos="2795"/>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gio Daniel Ladino Delgado" userId="2583be0d34a50219" providerId="LiveId" clId="{9216CCCD-79C5-4B94-BFB8-329B8BF4AD03}"/>
    <pc:docChg chg="undo custSel addSld delSld modSld sldOrd">
      <pc:chgData name="Sergio Daniel Ladino Delgado" userId="2583be0d34a50219" providerId="LiveId" clId="{9216CCCD-79C5-4B94-BFB8-329B8BF4AD03}" dt="2026-05-29T03:02:03.937" v="4583" actId="14100"/>
      <pc:docMkLst>
        <pc:docMk/>
      </pc:docMkLst>
      <pc:sldChg chg="modSp mod">
        <pc:chgData name="Sergio Daniel Ladino Delgado" userId="2583be0d34a50219" providerId="LiveId" clId="{9216CCCD-79C5-4B94-BFB8-329B8BF4AD03}" dt="2026-05-21T22:08:52.974" v="7" actId="20577"/>
        <pc:sldMkLst>
          <pc:docMk/>
          <pc:sldMk cId="228143522" sldId="257"/>
        </pc:sldMkLst>
        <pc:spChg chg="mod">
          <ac:chgData name="Sergio Daniel Ladino Delgado" userId="2583be0d34a50219" providerId="LiveId" clId="{9216CCCD-79C5-4B94-BFB8-329B8BF4AD03}" dt="2026-05-21T22:08:52.974" v="7" actId="20577"/>
          <ac:spMkLst>
            <pc:docMk/>
            <pc:sldMk cId="228143522" sldId="257"/>
            <ac:spMk id="5" creationId="{D7326A36-D114-372A-6BB6-6FA285F218E4}"/>
          </ac:spMkLst>
        </pc:spChg>
      </pc:sldChg>
      <pc:sldChg chg="addSp delSp modSp mod delAnim modAnim">
        <pc:chgData name="Sergio Daniel Ladino Delgado" userId="2583be0d34a50219" providerId="LiveId" clId="{9216CCCD-79C5-4B94-BFB8-329B8BF4AD03}" dt="2026-05-21T22:50:34.625" v="348" actId="1076"/>
        <pc:sldMkLst>
          <pc:docMk/>
          <pc:sldMk cId="3107470016" sldId="287"/>
        </pc:sldMkLst>
        <pc:spChg chg="mod">
          <ac:chgData name="Sergio Daniel Ladino Delgado" userId="2583be0d34a50219" providerId="LiveId" clId="{9216CCCD-79C5-4B94-BFB8-329B8BF4AD03}" dt="2026-05-21T22:11:41.218" v="41" actId="20577"/>
          <ac:spMkLst>
            <pc:docMk/>
            <pc:sldMk cId="3107470016" sldId="287"/>
            <ac:spMk id="2" creationId="{70C04F5E-C9F6-C300-04E7-CBD50CB80F49}"/>
          </ac:spMkLst>
        </pc:spChg>
        <pc:spChg chg="add mod">
          <ac:chgData name="Sergio Daniel Ladino Delgado" userId="2583be0d34a50219" providerId="LiveId" clId="{9216CCCD-79C5-4B94-BFB8-329B8BF4AD03}" dt="2026-05-21T22:38:24.626" v="295" actId="20577"/>
          <ac:spMkLst>
            <pc:docMk/>
            <pc:sldMk cId="3107470016" sldId="287"/>
            <ac:spMk id="8" creationId="{CA6B75E2-4973-DEEB-3093-0CA93697F48D}"/>
          </ac:spMkLst>
        </pc:spChg>
        <pc:spChg chg="add mod">
          <ac:chgData name="Sergio Daniel Ladino Delgado" userId="2583be0d34a50219" providerId="LiveId" clId="{9216CCCD-79C5-4B94-BFB8-329B8BF4AD03}" dt="2026-05-21T22:38:49.876" v="306" actId="20577"/>
          <ac:spMkLst>
            <pc:docMk/>
            <pc:sldMk cId="3107470016" sldId="287"/>
            <ac:spMk id="12" creationId="{8D702F20-BD63-B0AC-410A-C1D6E9009492}"/>
          </ac:spMkLst>
        </pc:spChg>
        <pc:spChg chg="mod">
          <ac:chgData name="Sergio Daniel Ladino Delgado" userId="2583be0d34a50219" providerId="LiveId" clId="{9216CCCD-79C5-4B94-BFB8-329B8BF4AD03}" dt="2026-05-21T22:50:34.625" v="348" actId="1076"/>
          <ac:spMkLst>
            <pc:docMk/>
            <pc:sldMk cId="3107470016" sldId="287"/>
            <ac:spMk id="14" creationId="{59CF3AE3-5948-8406-E3FC-2A87CC63617D}"/>
          </ac:spMkLst>
        </pc:spChg>
        <pc:spChg chg="mod">
          <ac:chgData name="Sergio Daniel Ladino Delgado" userId="2583be0d34a50219" providerId="LiveId" clId="{9216CCCD-79C5-4B94-BFB8-329B8BF4AD03}" dt="2026-05-21T22:38:21.025" v="293" actId="115"/>
          <ac:spMkLst>
            <pc:docMk/>
            <pc:sldMk cId="3107470016" sldId="287"/>
            <ac:spMk id="15" creationId="{AFA4A58E-CA10-2B8A-D3BB-0EDBEFBAB387}"/>
          </ac:spMkLst>
        </pc:spChg>
        <pc:picChg chg="add mod">
          <ac:chgData name="Sergio Daniel Ladino Delgado" userId="2583be0d34a50219" providerId="LiveId" clId="{9216CCCD-79C5-4B94-BFB8-329B8BF4AD03}" dt="2026-05-21T22:37:04.552" v="275" actId="1076"/>
          <ac:picMkLst>
            <pc:docMk/>
            <pc:sldMk cId="3107470016" sldId="287"/>
            <ac:picMk id="16" creationId="{0AAFC7AD-1FC2-5AC8-AD50-D8B3F20D71B4}"/>
          </ac:picMkLst>
        </pc:picChg>
        <pc:picChg chg="add mod">
          <ac:chgData name="Sergio Daniel Ladino Delgado" userId="2583be0d34a50219" providerId="LiveId" clId="{9216CCCD-79C5-4B94-BFB8-329B8BF4AD03}" dt="2026-05-21T22:39:01.655" v="308" actId="1076"/>
          <ac:picMkLst>
            <pc:docMk/>
            <pc:sldMk cId="3107470016" sldId="287"/>
            <ac:picMk id="44" creationId="{C87EE60E-4A7B-69FA-65B6-81CB65E0D2EE}"/>
          </ac:picMkLst>
        </pc:picChg>
        <pc:picChg chg="add mod">
          <ac:chgData name="Sergio Daniel Ladino Delgado" userId="2583be0d34a50219" providerId="LiveId" clId="{9216CCCD-79C5-4B94-BFB8-329B8BF4AD03}" dt="2026-05-21T22:46:56.162" v="312" actId="1076"/>
          <ac:picMkLst>
            <pc:docMk/>
            <pc:sldMk cId="3107470016" sldId="287"/>
            <ac:picMk id="46" creationId="{DC6781F2-6CB4-42F0-D393-5EA0E50B6B29}"/>
          </ac:picMkLst>
        </pc:picChg>
        <pc:cxnChg chg="add mod">
          <ac:chgData name="Sergio Daniel Ladino Delgado" userId="2583be0d34a50219" providerId="LiveId" clId="{9216CCCD-79C5-4B94-BFB8-329B8BF4AD03}" dt="2026-05-21T22:38:06.004" v="288" actId="14100"/>
          <ac:cxnSpMkLst>
            <pc:docMk/>
            <pc:sldMk cId="3107470016" sldId="287"/>
            <ac:cxnSpMk id="27" creationId="{0F387852-BB80-1EAE-2640-E5670B964375}"/>
          </ac:cxnSpMkLst>
        </pc:cxnChg>
        <pc:cxnChg chg="add mod">
          <ac:chgData name="Sergio Daniel Ladino Delgado" userId="2583be0d34a50219" providerId="LiveId" clId="{9216CCCD-79C5-4B94-BFB8-329B8BF4AD03}" dt="2026-05-21T22:38:08.428" v="289" actId="14100"/>
          <ac:cxnSpMkLst>
            <pc:docMk/>
            <pc:sldMk cId="3107470016" sldId="287"/>
            <ac:cxnSpMk id="31" creationId="{3A892149-CFBF-9EDA-8640-5F3078143C94}"/>
          </ac:cxnSpMkLst>
        </pc:cxnChg>
        <pc:cxnChg chg="add mod">
          <ac:chgData name="Sergio Daniel Ladino Delgado" userId="2583be0d34a50219" providerId="LiveId" clId="{9216CCCD-79C5-4B94-BFB8-329B8BF4AD03}" dt="2026-05-21T22:38:01.568" v="287" actId="14100"/>
          <ac:cxnSpMkLst>
            <pc:docMk/>
            <pc:sldMk cId="3107470016" sldId="287"/>
            <ac:cxnSpMk id="32" creationId="{865A8CF0-A8CB-AA3F-E5CD-7160E3A788CD}"/>
          </ac:cxnSpMkLst>
        </pc:cxnChg>
      </pc:sldChg>
      <pc:sldChg chg="modSp mod">
        <pc:chgData name="Sergio Daniel Ladino Delgado" userId="2583be0d34a50219" providerId="LiveId" clId="{9216CCCD-79C5-4B94-BFB8-329B8BF4AD03}" dt="2026-05-21T22:25:00.301" v="168"/>
        <pc:sldMkLst>
          <pc:docMk/>
          <pc:sldMk cId="1267595162" sldId="363"/>
        </pc:sldMkLst>
        <pc:spChg chg="mod">
          <ac:chgData name="Sergio Daniel Ladino Delgado" userId="2583be0d34a50219" providerId="LiveId" clId="{9216CCCD-79C5-4B94-BFB8-329B8BF4AD03}" dt="2026-05-21T22:25:00.301" v="168"/>
          <ac:spMkLst>
            <pc:docMk/>
            <pc:sldMk cId="1267595162" sldId="363"/>
            <ac:spMk id="2" creationId="{8A6ADF49-5CDC-A83D-1415-2FA23A0B4BB1}"/>
          </ac:spMkLst>
        </pc:spChg>
        <pc:spChg chg="mod">
          <ac:chgData name="Sergio Daniel Ladino Delgado" userId="2583be0d34a50219" providerId="LiveId" clId="{9216CCCD-79C5-4B94-BFB8-329B8BF4AD03}" dt="2026-05-21T22:24:03.327" v="137" actId="1076"/>
          <ac:spMkLst>
            <pc:docMk/>
            <pc:sldMk cId="1267595162" sldId="363"/>
            <ac:spMk id="11" creationId="{C82A5BB0-9EFF-2D6C-6929-DF50DC8CB702}"/>
          </ac:spMkLst>
        </pc:spChg>
      </pc:sldChg>
      <pc:sldChg chg="addSp delSp modSp mod ord modAnim">
        <pc:chgData name="Sergio Daniel Ladino Delgado" userId="2583be0d34a50219" providerId="LiveId" clId="{9216CCCD-79C5-4B94-BFB8-329B8BF4AD03}" dt="2026-05-21T23:27:11.527" v="796"/>
        <pc:sldMkLst>
          <pc:docMk/>
          <pc:sldMk cId="4224307467" sldId="364"/>
        </pc:sldMkLst>
        <pc:spChg chg="mod">
          <ac:chgData name="Sergio Daniel Ladino Delgado" userId="2583be0d34a50219" providerId="LiveId" clId="{9216CCCD-79C5-4B94-BFB8-329B8BF4AD03}" dt="2026-05-21T23:27:11.527" v="796"/>
          <ac:spMkLst>
            <pc:docMk/>
            <pc:sldMk cId="4224307467" sldId="364"/>
            <ac:spMk id="2" creationId="{AE976780-BB87-3CA5-4F90-A5FB07B93521}"/>
          </ac:spMkLst>
        </pc:spChg>
        <pc:spChg chg="add mod">
          <ac:chgData name="Sergio Daniel Ladino Delgado" userId="2583be0d34a50219" providerId="LiveId" clId="{9216CCCD-79C5-4B94-BFB8-329B8BF4AD03}" dt="2026-05-21T22:50:20.414" v="347" actId="20577"/>
          <ac:spMkLst>
            <pc:docMk/>
            <pc:sldMk cId="4224307467" sldId="364"/>
            <ac:spMk id="4" creationId="{0DD9E894-F48C-B229-1DE6-2C5462586F3F}"/>
          </ac:spMkLst>
        </pc:spChg>
        <pc:spChg chg="add mod">
          <ac:chgData name="Sergio Daniel Ladino Delgado" userId="2583be0d34a50219" providerId="LiveId" clId="{9216CCCD-79C5-4B94-BFB8-329B8BF4AD03}" dt="2026-05-21T22:51:28.782" v="357" actId="1076"/>
          <ac:spMkLst>
            <pc:docMk/>
            <pc:sldMk cId="4224307467" sldId="364"/>
            <ac:spMk id="6" creationId="{0BAE3AC8-C4B3-C2A0-81BF-89BA492E91E2}"/>
          </ac:spMkLst>
        </pc:spChg>
        <pc:spChg chg="add mod">
          <ac:chgData name="Sergio Daniel Ladino Delgado" userId="2583be0d34a50219" providerId="LiveId" clId="{9216CCCD-79C5-4B94-BFB8-329B8BF4AD03}" dt="2026-05-21T22:54:20.137" v="383" actId="1076"/>
          <ac:spMkLst>
            <pc:docMk/>
            <pc:sldMk cId="4224307467" sldId="364"/>
            <ac:spMk id="8" creationId="{81CD8B02-A0D9-B1E3-A2C7-F172D8EAABEC}"/>
          </ac:spMkLst>
        </pc:spChg>
        <pc:spChg chg="add mod">
          <ac:chgData name="Sergio Daniel Ladino Delgado" userId="2583be0d34a50219" providerId="LiveId" clId="{9216CCCD-79C5-4B94-BFB8-329B8BF4AD03}" dt="2026-05-21T22:54:20.137" v="383" actId="1076"/>
          <ac:spMkLst>
            <pc:docMk/>
            <pc:sldMk cId="4224307467" sldId="364"/>
            <ac:spMk id="18" creationId="{170C9593-B8E6-CFB7-B57F-B549C9E094E2}"/>
          </ac:spMkLst>
        </pc:spChg>
        <pc:spChg chg="add mod">
          <ac:chgData name="Sergio Daniel Ladino Delgado" userId="2583be0d34a50219" providerId="LiveId" clId="{9216CCCD-79C5-4B94-BFB8-329B8BF4AD03}" dt="2026-05-21T22:54:20.137" v="383" actId="1076"/>
          <ac:spMkLst>
            <pc:docMk/>
            <pc:sldMk cId="4224307467" sldId="364"/>
            <ac:spMk id="20" creationId="{CE01B2F0-654F-4077-ED22-ED24B33777C5}"/>
          </ac:spMkLst>
        </pc:spChg>
        <pc:spChg chg="add mod">
          <ac:chgData name="Sergio Daniel Ladino Delgado" userId="2583be0d34a50219" providerId="LiveId" clId="{9216CCCD-79C5-4B94-BFB8-329B8BF4AD03}" dt="2026-05-21T22:54:20.137" v="383" actId="1076"/>
          <ac:spMkLst>
            <pc:docMk/>
            <pc:sldMk cId="4224307467" sldId="364"/>
            <ac:spMk id="21" creationId="{3AE418A9-8BE9-CDB7-326B-C9DF56DD9DB2}"/>
          </ac:spMkLst>
        </pc:spChg>
        <pc:spChg chg="add mod">
          <ac:chgData name="Sergio Daniel Ladino Delgado" userId="2583be0d34a50219" providerId="LiveId" clId="{9216CCCD-79C5-4B94-BFB8-329B8BF4AD03}" dt="2026-05-21T22:54:20.137" v="383" actId="1076"/>
          <ac:spMkLst>
            <pc:docMk/>
            <pc:sldMk cId="4224307467" sldId="364"/>
            <ac:spMk id="22" creationId="{26B56160-0829-5A4E-53E0-E2F6EEF49D01}"/>
          </ac:spMkLst>
        </pc:spChg>
        <pc:spChg chg="add mod">
          <ac:chgData name="Sergio Daniel Ladino Delgado" userId="2583be0d34a50219" providerId="LiveId" clId="{9216CCCD-79C5-4B94-BFB8-329B8BF4AD03}" dt="2026-05-21T22:54:20.137" v="383" actId="1076"/>
          <ac:spMkLst>
            <pc:docMk/>
            <pc:sldMk cId="4224307467" sldId="364"/>
            <ac:spMk id="23" creationId="{6E74AE56-7E2D-2D22-03DA-4C8F1F4F0B69}"/>
          </ac:spMkLst>
        </pc:spChg>
        <pc:spChg chg="add mod">
          <ac:chgData name="Sergio Daniel Ladino Delgado" userId="2583be0d34a50219" providerId="LiveId" clId="{9216CCCD-79C5-4B94-BFB8-329B8BF4AD03}" dt="2026-05-21T22:57:16.214" v="444" actId="1076"/>
          <ac:spMkLst>
            <pc:docMk/>
            <pc:sldMk cId="4224307467" sldId="364"/>
            <ac:spMk id="31" creationId="{7906C334-1533-6379-25AF-A44DEE97516A}"/>
          </ac:spMkLst>
        </pc:spChg>
        <pc:spChg chg="add mod">
          <ac:chgData name="Sergio Daniel Ladino Delgado" userId="2583be0d34a50219" providerId="LiveId" clId="{9216CCCD-79C5-4B94-BFB8-329B8BF4AD03}" dt="2026-05-21T22:57:16.214" v="444" actId="1076"/>
          <ac:spMkLst>
            <pc:docMk/>
            <pc:sldMk cId="4224307467" sldId="364"/>
            <ac:spMk id="32" creationId="{D8C3DE1A-DB41-DB3E-6679-880FDFB912DF}"/>
          </ac:spMkLst>
        </pc:spChg>
        <pc:spChg chg="add mod">
          <ac:chgData name="Sergio Daniel Ladino Delgado" userId="2583be0d34a50219" providerId="LiveId" clId="{9216CCCD-79C5-4B94-BFB8-329B8BF4AD03}" dt="2026-05-21T22:57:21.686" v="446" actId="1076"/>
          <ac:spMkLst>
            <pc:docMk/>
            <pc:sldMk cId="4224307467" sldId="364"/>
            <ac:spMk id="35" creationId="{BF545903-C675-4836-89F3-4D43F780769C}"/>
          </ac:spMkLst>
        </pc:spChg>
        <pc:spChg chg="add mod">
          <ac:chgData name="Sergio Daniel Ladino Delgado" userId="2583be0d34a50219" providerId="LiveId" clId="{9216CCCD-79C5-4B94-BFB8-329B8BF4AD03}" dt="2026-05-21T22:57:21.686" v="446" actId="1076"/>
          <ac:spMkLst>
            <pc:docMk/>
            <pc:sldMk cId="4224307467" sldId="364"/>
            <ac:spMk id="36" creationId="{344FB45A-98DA-C14D-CAF1-06FEA214A8A4}"/>
          </ac:spMkLst>
        </pc:spChg>
        <pc:spChg chg="add mod">
          <ac:chgData name="Sergio Daniel Ladino Delgado" userId="2583be0d34a50219" providerId="LiveId" clId="{9216CCCD-79C5-4B94-BFB8-329B8BF4AD03}" dt="2026-05-21T23:11:31.602" v="655" actId="14100"/>
          <ac:spMkLst>
            <pc:docMk/>
            <pc:sldMk cId="4224307467" sldId="364"/>
            <ac:spMk id="78" creationId="{9DC86CE0-4FD8-EF50-9031-8D19D6953086}"/>
          </ac:spMkLst>
        </pc:spChg>
        <pc:spChg chg="add mod">
          <ac:chgData name="Sergio Daniel Ladino Delgado" userId="2583be0d34a50219" providerId="LiveId" clId="{9216CCCD-79C5-4B94-BFB8-329B8BF4AD03}" dt="2026-05-21T23:01:03.974" v="528" actId="1036"/>
          <ac:spMkLst>
            <pc:docMk/>
            <pc:sldMk cId="4224307467" sldId="364"/>
            <ac:spMk id="80" creationId="{A845092F-8F65-FEC3-041D-DD7D1000A69A}"/>
          </ac:spMkLst>
        </pc:spChg>
        <pc:spChg chg="add mod">
          <ac:chgData name="Sergio Daniel Ladino Delgado" userId="2583be0d34a50219" providerId="LiveId" clId="{9216CCCD-79C5-4B94-BFB8-329B8BF4AD03}" dt="2026-05-21T23:01:12.850" v="531" actId="20577"/>
          <ac:spMkLst>
            <pc:docMk/>
            <pc:sldMk cId="4224307467" sldId="364"/>
            <ac:spMk id="81" creationId="{C20C47FF-8A5D-1781-3029-648592876FBB}"/>
          </ac:spMkLst>
        </pc:spChg>
        <pc:spChg chg="add mod">
          <ac:chgData name="Sergio Daniel Ladino Delgado" userId="2583be0d34a50219" providerId="LiveId" clId="{9216CCCD-79C5-4B94-BFB8-329B8BF4AD03}" dt="2026-05-21T23:01:19.363" v="533" actId="1076"/>
          <ac:spMkLst>
            <pc:docMk/>
            <pc:sldMk cId="4224307467" sldId="364"/>
            <ac:spMk id="82" creationId="{26C90249-2A9D-B15B-328B-F6B48AAA7E6D}"/>
          </ac:spMkLst>
        </pc:spChg>
        <pc:spChg chg="add mod">
          <ac:chgData name="Sergio Daniel Ladino Delgado" userId="2583be0d34a50219" providerId="LiveId" clId="{9216CCCD-79C5-4B94-BFB8-329B8BF4AD03}" dt="2026-05-21T23:01:26.647" v="536" actId="20577"/>
          <ac:spMkLst>
            <pc:docMk/>
            <pc:sldMk cId="4224307467" sldId="364"/>
            <ac:spMk id="83" creationId="{F796161A-9775-366F-19FB-FCB264091B74}"/>
          </ac:spMkLst>
        </pc:spChg>
        <pc:spChg chg="add mod">
          <ac:chgData name="Sergio Daniel Ladino Delgado" userId="2583be0d34a50219" providerId="LiveId" clId="{9216CCCD-79C5-4B94-BFB8-329B8BF4AD03}" dt="2026-05-21T23:08:59.558" v="607" actId="20577"/>
          <ac:spMkLst>
            <pc:docMk/>
            <pc:sldMk cId="4224307467" sldId="364"/>
            <ac:spMk id="102" creationId="{1AFD59E7-0320-4DA8-44F1-3A870AB707D6}"/>
          </ac:spMkLst>
        </pc:spChg>
        <pc:spChg chg="add mod">
          <ac:chgData name="Sergio Daniel Ladino Delgado" userId="2583be0d34a50219" providerId="LiveId" clId="{9216CCCD-79C5-4B94-BFB8-329B8BF4AD03}" dt="2026-05-21T23:09:04.175" v="608" actId="20577"/>
          <ac:spMkLst>
            <pc:docMk/>
            <pc:sldMk cId="4224307467" sldId="364"/>
            <ac:spMk id="103" creationId="{E949CB38-4236-FACF-1C38-CF2C74F5BA27}"/>
          </ac:spMkLst>
        </pc:spChg>
        <pc:spChg chg="add mod">
          <ac:chgData name="Sergio Daniel Ladino Delgado" userId="2583be0d34a50219" providerId="LiveId" clId="{9216CCCD-79C5-4B94-BFB8-329B8BF4AD03}" dt="2026-05-21T23:09:07.710" v="609" actId="20577"/>
          <ac:spMkLst>
            <pc:docMk/>
            <pc:sldMk cId="4224307467" sldId="364"/>
            <ac:spMk id="104" creationId="{3098B29C-52F3-2F6F-5EFE-3B26AAF8FE8A}"/>
          </ac:spMkLst>
        </pc:spChg>
        <pc:spChg chg="add mod">
          <ac:chgData name="Sergio Daniel Ladino Delgado" userId="2583be0d34a50219" providerId="LiveId" clId="{9216CCCD-79C5-4B94-BFB8-329B8BF4AD03}" dt="2026-05-21T23:09:17.302" v="612" actId="20577"/>
          <ac:spMkLst>
            <pc:docMk/>
            <pc:sldMk cId="4224307467" sldId="364"/>
            <ac:spMk id="105" creationId="{7405EBF8-D068-FD83-CF64-44E235C5AFAF}"/>
          </ac:spMkLst>
        </pc:spChg>
        <pc:spChg chg="add mod">
          <ac:chgData name="Sergio Daniel Ladino Delgado" userId="2583be0d34a50219" providerId="LiveId" clId="{9216CCCD-79C5-4B94-BFB8-329B8BF4AD03}" dt="2026-05-21T23:08:13.716" v="595" actId="1036"/>
          <ac:spMkLst>
            <pc:docMk/>
            <pc:sldMk cId="4224307467" sldId="364"/>
            <ac:spMk id="136" creationId="{51BAC964-AAF6-B8C8-629C-3C407AAEA2FC}"/>
          </ac:spMkLst>
        </pc:spChg>
        <pc:spChg chg="add mod">
          <ac:chgData name="Sergio Daniel Ladino Delgado" userId="2583be0d34a50219" providerId="LiveId" clId="{9216CCCD-79C5-4B94-BFB8-329B8BF4AD03}" dt="2026-05-21T23:08:13.716" v="595" actId="1036"/>
          <ac:spMkLst>
            <pc:docMk/>
            <pc:sldMk cId="4224307467" sldId="364"/>
            <ac:spMk id="137" creationId="{9C427E72-55CB-525F-9365-C2104C2E895C}"/>
          </ac:spMkLst>
        </pc:spChg>
        <pc:spChg chg="add mod">
          <ac:chgData name="Sergio Daniel Ladino Delgado" userId="2583be0d34a50219" providerId="LiveId" clId="{9216CCCD-79C5-4B94-BFB8-329B8BF4AD03}" dt="2026-05-21T23:08:13.716" v="595" actId="1036"/>
          <ac:spMkLst>
            <pc:docMk/>
            <pc:sldMk cId="4224307467" sldId="364"/>
            <ac:spMk id="138" creationId="{BF04F811-D199-054A-E001-D73A0EE6091D}"/>
          </ac:spMkLst>
        </pc:spChg>
        <pc:spChg chg="add mod">
          <ac:chgData name="Sergio Daniel Ladino Delgado" userId="2583be0d34a50219" providerId="LiveId" clId="{9216CCCD-79C5-4B94-BFB8-329B8BF4AD03}" dt="2026-05-21T23:08:13.716" v="595" actId="1036"/>
          <ac:spMkLst>
            <pc:docMk/>
            <pc:sldMk cId="4224307467" sldId="364"/>
            <ac:spMk id="139" creationId="{DDB57EC9-4FF8-EEC2-4293-B22167B823D8}"/>
          </ac:spMkLst>
        </pc:spChg>
        <pc:spChg chg="add mod">
          <ac:chgData name="Sergio Daniel Ladino Delgado" userId="2583be0d34a50219" providerId="LiveId" clId="{9216CCCD-79C5-4B94-BFB8-329B8BF4AD03}" dt="2026-05-21T23:09:50.342" v="630" actId="14100"/>
          <ac:spMkLst>
            <pc:docMk/>
            <pc:sldMk cId="4224307467" sldId="364"/>
            <ac:spMk id="152" creationId="{63468A3A-F110-C2D7-3289-D7E5EB2A4060}"/>
          </ac:spMkLst>
        </pc:spChg>
        <pc:spChg chg="add mod">
          <ac:chgData name="Sergio Daniel Ladino Delgado" userId="2583be0d34a50219" providerId="LiveId" clId="{9216CCCD-79C5-4B94-BFB8-329B8BF4AD03}" dt="2026-05-21T23:10:03.217" v="642" actId="14100"/>
          <ac:spMkLst>
            <pc:docMk/>
            <pc:sldMk cId="4224307467" sldId="364"/>
            <ac:spMk id="153" creationId="{F24BCC34-9054-2504-7A92-031B4C284982}"/>
          </ac:spMkLst>
        </pc:spChg>
        <pc:spChg chg="add mod">
          <ac:chgData name="Sergio Daniel Ladino Delgado" userId="2583be0d34a50219" providerId="LiveId" clId="{9216CCCD-79C5-4B94-BFB8-329B8BF4AD03}" dt="2026-05-21T23:10:12.801" v="652" actId="14100"/>
          <ac:spMkLst>
            <pc:docMk/>
            <pc:sldMk cId="4224307467" sldId="364"/>
            <ac:spMk id="154" creationId="{D2899AD9-4F23-DAFE-1E24-D3DBD57840FB}"/>
          </ac:spMkLst>
        </pc:spChg>
        <pc:grpChg chg="add mod">
          <ac:chgData name="Sergio Daniel Ladino Delgado" userId="2583be0d34a50219" providerId="LiveId" clId="{9216CCCD-79C5-4B94-BFB8-329B8BF4AD03}" dt="2026-05-21T23:11:28.538" v="654" actId="164"/>
          <ac:grpSpMkLst>
            <pc:docMk/>
            <pc:sldMk cId="4224307467" sldId="364"/>
            <ac:grpSpMk id="57" creationId="{3A9F7F65-8201-FFC3-5B60-390B5E79998F}"/>
          </ac:grpSpMkLst>
        </pc:grpChg>
        <pc:grpChg chg="add mod">
          <ac:chgData name="Sergio Daniel Ladino Delgado" userId="2583be0d34a50219" providerId="LiveId" clId="{9216CCCD-79C5-4B94-BFB8-329B8BF4AD03}" dt="2026-05-21T23:11:58.051" v="658" actId="164"/>
          <ac:grpSpMkLst>
            <pc:docMk/>
            <pc:sldMk cId="4224307467" sldId="364"/>
            <ac:grpSpMk id="84" creationId="{4E1B69B1-3395-E8A9-9CFD-59D3D2F6A9F5}"/>
          </ac:grpSpMkLst>
        </pc:grpChg>
        <pc:grpChg chg="add mod">
          <ac:chgData name="Sergio Daniel Ladino Delgado" userId="2583be0d34a50219" providerId="LiveId" clId="{9216CCCD-79C5-4B94-BFB8-329B8BF4AD03}" dt="2026-05-21T23:12:05.401" v="659" actId="164"/>
          <ac:grpSpMkLst>
            <pc:docMk/>
            <pc:sldMk cId="4224307467" sldId="364"/>
            <ac:grpSpMk id="122" creationId="{5F1FBDA9-3BDB-11D4-4500-A646576DAD39}"/>
          </ac:grpSpMkLst>
        </pc:grpChg>
        <pc:grpChg chg="add mod">
          <ac:chgData name="Sergio Daniel Ladino Delgado" userId="2583be0d34a50219" providerId="LiveId" clId="{9216CCCD-79C5-4B94-BFB8-329B8BF4AD03}" dt="2026-05-21T23:11:28.538" v="654" actId="164"/>
          <ac:grpSpMkLst>
            <pc:docMk/>
            <pc:sldMk cId="4224307467" sldId="364"/>
            <ac:grpSpMk id="155" creationId="{4935C29F-7DA1-9AA5-790D-A132A76266D7}"/>
          </ac:grpSpMkLst>
        </pc:grpChg>
        <pc:grpChg chg="add mod">
          <ac:chgData name="Sergio Daniel Ladino Delgado" userId="2583be0d34a50219" providerId="LiveId" clId="{9216CCCD-79C5-4B94-BFB8-329B8BF4AD03}" dt="2026-05-21T23:11:58.051" v="658" actId="164"/>
          <ac:grpSpMkLst>
            <pc:docMk/>
            <pc:sldMk cId="4224307467" sldId="364"/>
            <ac:grpSpMk id="156" creationId="{85EC75FB-C683-E5F9-4E55-D2D0F77A3FF4}"/>
          </ac:grpSpMkLst>
        </pc:grpChg>
        <pc:grpChg chg="add mod">
          <ac:chgData name="Sergio Daniel Ladino Delgado" userId="2583be0d34a50219" providerId="LiveId" clId="{9216CCCD-79C5-4B94-BFB8-329B8BF4AD03}" dt="2026-05-21T23:12:05.401" v="659" actId="164"/>
          <ac:grpSpMkLst>
            <pc:docMk/>
            <pc:sldMk cId="4224307467" sldId="364"/>
            <ac:grpSpMk id="157" creationId="{E3CCE984-E9E8-2E57-4AB8-123E46A11C44}"/>
          </ac:grpSpMkLst>
        </pc:grpChg>
        <pc:cxnChg chg="add mod">
          <ac:chgData name="Sergio Daniel Ladino Delgado" userId="2583be0d34a50219" providerId="LiveId" clId="{9216CCCD-79C5-4B94-BFB8-329B8BF4AD03}" dt="2026-05-21T22:56:13.160" v="430" actId="13822"/>
          <ac:cxnSpMkLst>
            <pc:docMk/>
            <pc:sldMk cId="4224307467" sldId="364"/>
            <ac:cxnSpMk id="43" creationId="{2749C5D9-2632-F449-E1CB-E1F91F82830D}"/>
          </ac:cxnSpMkLst>
        </pc:cxnChg>
        <pc:cxnChg chg="add mod">
          <ac:chgData name="Sergio Daniel Ladino Delgado" userId="2583be0d34a50219" providerId="LiveId" clId="{9216CCCD-79C5-4B94-BFB8-329B8BF4AD03}" dt="2026-05-21T22:56:13.160" v="430" actId="13822"/>
          <ac:cxnSpMkLst>
            <pc:docMk/>
            <pc:sldMk cId="4224307467" sldId="364"/>
            <ac:cxnSpMk id="45" creationId="{5BC48338-1B1D-44F8-C501-A5A11D96492E}"/>
          </ac:cxnSpMkLst>
        </pc:cxnChg>
        <pc:cxnChg chg="add mod">
          <ac:chgData name="Sergio Daniel Ladino Delgado" userId="2583be0d34a50219" providerId="LiveId" clId="{9216CCCD-79C5-4B94-BFB8-329B8BF4AD03}" dt="2026-05-21T22:56:13.160" v="430" actId="13822"/>
          <ac:cxnSpMkLst>
            <pc:docMk/>
            <pc:sldMk cId="4224307467" sldId="364"/>
            <ac:cxnSpMk id="46" creationId="{7669EB0B-29A1-2224-6ACB-B0EA663289EE}"/>
          </ac:cxnSpMkLst>
        </pc:cxnChg>
        <pc:cxnChg chg="add mod">
          <ac:chgData name="Sergio Daniel Ladino Delgado" userId="2583be0d34a50219" providerId="LiveId" clId="{9216CCCD-79C5-4B94-BFB8-329B8BF4AD03}" dt="2026-05-21T22:56:13.160" v="430" actId="13822"/>
          <ac:cxnSpMkLst>
            <pc:docMk/>
            <pc:sldMk cId="4224307467" sldId="364"/>
            <ac:cxnSpMk id="51" creationId="{D70DA9B9-CFAE-4510-2A6E-EED067D72D2A}"/>
          </ac:cxnSpMkLst>
        </pc:cxnChg>
        <pc:cxnChg chg="add mod">
          <ac:chgData name="Sergio Daniel Ladino Delgado" userId="2583be0d34a50219" providerId="LiveId" clId="{9216CCCD-79C5-4B94-BFB8-329B8BF4AD03}" dt="2026-05-21T22:56:13.160" v="430" actId="13822"/>
          <ac:cxnSpMkLst>
            <pc:docMk/>
            <pc:sldMk cId="4224307467" sldId="364"/>
            <ac:cxnSpMk id="52" creationId="{58A9E754-5D7E-FEF8-A384-D4A9B156FA2B}"/>
          </ac:cxnSpMkLst>
        </pc:cxnChg>
        <pc:cxnChg chg="add mod">
          <ac:chgData name="Sergio Daniel Ladino Delgado" userId="2583be0d34a50219" providerId="LiveId" clId="{9216CCCD-79C5-4B94-BFB8-329B8BF4AD03}" dt="2026-05-21T22:56:53.891" v="437" actId="208"/>
          <ac:cxnSpMkLst>
            <pc:docMk/>
            <pc:sldMk cId="4224307467" sldId="364"/>
            <ac:cxnSpMk id="58" creationId="{B032BC3E-3771-7709-14EA-96679571E600}"/>
          </ac:cxnSpMkLst>
        </pc:cxnChg>
        <pc:cxnChg chg="add mod">
          <ac:chgData name="Sergio Daniel Ladino Delgado" userId="2583be0d34a50219" providerId="LiveId" clId="{9216CCCD-79C5-4B94-BFB8-329B8BF4AD03}" dt="2026-05-21T22:57:26.517" v="447" actId="1076"/>
          <ac:cxnSpMkLst>
            <pc:docMk/>
            <pc:sldMk cId="4224307467" sldId="364"/>
            <ac:cxnSpMk id="61" creationId="{E969FFB4-C74B-BE3C-3628-EB444BEEF96A}"/>
          </ac:cxnSpMkLst>
        </pc:cxnChg>
        <pc:cxnChg chg="add mod">
          <ac:chgData name="Sergio Daniel Ladino Delgado" userId="2583be0d34a50219" providerId="LiveId" clId="{9216CCCD-79C5-4B94-BFB8-329B8BF4AD03}" dt="2026-05-21T22:57:46.012" v="463" actId="1036"/>
          <ac:cxnSpMkLst>
            <pc:docMk/>
            <pc:sldMk cId="4224307467" sldId="364"/>
            <ac:cxnSpMk id="62" creationId="{D7534FA8-A986-CEE5-E4EC-A3A347ED6A73}"/>
          </ac:cxnSpMkLst>
        </pc:cxnChg>
        <pc:cxnChg chg="add mod">
          <ac:chgData name="Sergio Daniel Ladino Delgado" userId="2583be0d34a50219" providerId="LiveId" clId="{9216CCCD-79C5-4B94-BFB8-329B8BF4AD03}" dt="2026-05-21T23:11:28.538" v="654" actId="164"/>
          <ac:cxnSpMkLst>
            <pc:docMk/>
            <pc:sldMk cId="4224307467" sldId="364"/>
            <ac:cxnSpMk id="66" creationId="{5912268D-6455-50A1-D498-1F74BF4F3C28}"/>
          </ac:cxnSpMkLst>
        </pc:cxnChg>
        <pc:cxnChg chg="add mod">
          <ac:chgData name="Sergio Daniel Ladino Delgado" userId="2583be0d34a50219" providerId="LiveId" clId="{9216CCCD-79C5-4B94-BFB8-329B8BF4AD03}" dt="2026-05-21T23:11:28.538" v="654" actId="164"/>
          <ac:cxnSpMkLst>
            <pc:docMk/>
            <pc:sldMk cId="4224307467" sldId="364"/>
            <ac:cxnSpMk id="68" creationId="{827F5464-4AEC-D383-EC1B-64ED08FCC680}"/>
          </ac:cxnSpMkLst>
        </pc:cxnChg>
        <pc:cxnChg chg="add mod">
          <ac:chgData name="Sergio Daniel Ladino Delgado" userId="2583be0d34a50219" providerId="LiveId" clId="{9216CCCD-79C5-4B94-BFB8-329B8BF4AD03}" dt="2026-05-21T23:11:28.538" v="654" actId="164"/>
          <ac:cxnSpMkLst>
            <pc:docMk/>
            <pc:sldMk cId="4224307467" sldId="364"/>
            <ac:cxnSpMk id="69" creationId="{C3E39C1C-935A-EAB1-2674-FE3FCE91B8E0}"/>
          </ac:cxnSpMkLst>
        </pc:cxnChg>
        <pc:cxnChg chg="add mod">
          <ac:chgData name="Sergio Daniel Ladino Delgado" userId="2583be0d34a50219" providerId="LiveId" clId="{9216CCCD-79C5-4B94-BFB8-329B8BF4AD03}" dt="2026-05-21T22:58:34.365" v="475" actId="13822"/>
          <ac:cxnSpMkLst>
            <pc:docMk/>
            <pc:sldMk cId="4224307467" sldId="364"/>
            <ac:cxnSpMk id="71" creationId="{4E100B92-23A1-198D-0090-B78BB0C25265}"/>
          </ac:cxnSpMkLst>
        </pc:cxnChg>
        <pc:cxnChg chg="add mod">
          <ac:chgData name="Sergio Daniel Ladino Delgado" userId="2583be0d34a50219" providerId="LiveId" clId="{9216CCCD-79C5-4B94-BFB8-329B8BF4AD03}" dt="2026-05-21T23:11:28.538" v="654" actId="164"/>
          <ac:cxnSpMkLst>
            <pc:docMk/>
            <pc:sldMk cId="4224307467" sldId="364"/>
            <ac:cxnSpMk id="72" creationId="{FF09D792-B1CB-33CC-2271-983F9F5C4FE6}"/>
          </ac:cxnSpMkLst>
        </pc:cxnChg>
        <pc:cxnChg chg="add mod">
          <ac:chgData name="Sergio Daniel Ladino Delgado" userId="2583be0d34a50219" providerId="LiveId" clId="{9216CCCD-79C5-4B94-BFB8-329B8BF4AD03}" dt="2026-05-21T23:11:28.538" v="654" actId="164"/>
          <ac:cxnSpMkLst>
            <pc:docMk/>
            <pc:sldMk cId="4224307467" sldId="364"/>
            <ac:cxnSpMk id="73" creationId="{AAE31778-31CA-E599-7FE9-4297A3C2AE59}"/>
          </ac:cxnSpMkLst>
        </pc:cxnChg>
        <pc:cxnChg chg="add mod">
          <ac:chgData name="Sergio Daniel Ladino Delgado" userId="2583be0d34a50219" providerId="LiveId" clId="{9216CCCD-79C5-4B94-BFB8-329B8BF4AD03}" dt="2026-05-21T23:11:28.538" v="654" actId="164"/>
          <ac:cxnSpMkLst>
            <pc:docMk/>
            <pc:sldMk cId="4224307467" sldId="364"/>
            <ac:cxnSpMk id="74" creationId="{581EA9E6-3D97-F49E-277E-74CA332EF378}"/>
          </ac:cxnSpMkLst>
        </pc:cxnChg>
        <pc:cxnChg chg="add mod">
          <ac:chgData name="Sergio Daniel Ladino Delgado" userId="2583be0d34a50219" providerId="LiveId" clId="{9216CCCD-79C5-4B94-BFB8-329B8BF4AD03}" dt="2026-05-21T23:11:28.538" v="654" actId="164"/>
          <ac:cxnSpMkLst>
            <pc:docMk/>
            <pc:sldMk cId="4224307467" sldId="364"/>
            <ac:cxnSpMk id="75" creationId="{DCC9EE6D-E1DD-FA3E-4461-03E9E0EB067F}"/>
          </ac:cxnSpMkLst>
        </pc:cxnChg>
        <pc:cxnChg chg="add mod">
          <ac:chgData name="Sergio Daniel Ladino Delgado" userId="2583be0d34a50219" providerId="LiveId" clId="{9216CCCD-79C5-4B94-BFB8-329B8BF4AD03}" dt="2026-05-21T23:11:28.538" v="654" actId="164"/>
          <ac:cxnSpMkLst>
            <pc:docMk/>
            <pc:sldMk cId="4224307467" sldId="364"/>
            <ac:cxnSpMk id="76" creationId="{444A34F8-FCA3-54BD-009D-99FADEBD960C}"/>
          </ac:cxnSpMkLst>
        </pc:cxnChg>
        <pc:cxnChg chg="mod">
          <ac:chgData name="Sergio Daniel Ladino Delgado" userId="2583be0d34a50219" providerId="LiveId" clId="{9216CCCD-79C5-4B94-BFB8-329B8BF4AD03}" dt="2026-05-21T23:01:53.230" v="537"/>
          <ac:cxnSpMkLst>
            <pc:docMk/>
            <pc:sldMk cId="4224307467" sldId="364"/>
            <ac:cxnSpMk id="85" creationId="{A929EAD2-22FA-0F7F-BA95-A5CE19652E6C}"/>
          </ac:cxnSpMkLst>
        </pc:cxnChg>
        <pc:cxnChg chg="add mod">
          <ac:chgData name="Sergio Daniel Ladino Delgado" userId="2583be0d34a50219" providerId="LiveId" clId="{9216CCCD-79C5-4B94-BFB8-329B8BF4AD03}" dt="2026-05-21T23:11:58.051" v="658" actId="164"/>
          <ac:cxnSpMkLst>
            <pc:docMk/>
            <pc:sldMk cId="4224307467" sldId="364"/>
            <ac:cxnSpMk id="90" creationId="{3864F2FD-2E70-2A32-2D7E-9009AB40D8BC}"/>
          </ac:cxnSpMkLst>
        </pc:cxnChg>
        <pc:cxnChg chg="mod">
          <ac:chgData name="Sergio Daniel Ladino Delgado" userId="2583be0d34a50219" providerId="LiveId" clId="{9216CCCD-79C5-4B94-BFB8-329B8BF4AD03}" dt="2026-05-21T23:01:59.279" v="538" actId="1076"/>
          <ac:cxnSpMkLst>
            <pc:docMk/>
            <pc:sldMk cId="4224307467" sldId="364"/>
            <ac:cxnSpMk id="91" creationId="{168C144B-50BB-5097-2861-91BE0B795ADF}"/>
          </ac:cxnSpMkLst>
        </pc:cxnChg>
        <pc:cxnChg chg="add mod">
          <ac:chgData name="Sergio Daniel Ladino Delgado" userId="2583be0d34a50219" providerId="LiveId" clId="{9216CCCD-79C5-4B94-BFB8-329B8BF4AD03}" dt="2026-05-21T23:11:58.051" v="658" actId="164"/>
          <ac:cxnSpMkLst>
            <pc:docMk/>
            <pc:sldMk cId="4224307467" sldId="364"/>
            <ac:cxnSpMk id="92" creationId="{C2B37E6E-DD8F-F995-D2A8-DDCBC108EB16}"/>
          </ac:cxnSpMkLst>
        </pc:cxnChg>
        <pc:cxnChg chg="mod">
          <ac:chgData name="Sergio Daniel Ladino Delgado" userId="2583be0d34a50219" providerId="LiveId" clId="{9216CCCD-79C5-4B94-BFB8-329B8BF4AD03}" dt="2026-05-21T23:11:58.051" v="658" actId="164"/>
          <ac:cxnSpMkLst>
            <pc:docMk/>
            <pc:sldMk cId="4224307467" sldId="364"/>
            <ac:cxnSpMk id="93" creationId="{125F3D4C-F7A2-6BE9-BC98-EA2BC2F2D52D}"/>
          </ac:cxnSpMkLst>
        </pc:cxnChg>
        <pc:cxnChg chg="mod">
          <ac:chgData name="Sergio Daniel Ladino Delgado" userId="2583be0d34a50219" providerId="LiveId" clId="{9216CCCD-79C5-4B94-BFB8-329B8BF4AD03}" dt="2026-05-21T23:11:58.051" v="658" actId="164"/>
          <ac:cxnSpMkLst>
            <pc:docMk/>
            <pc:sldMk cId="4224307467" sldId="364"/>
            <ac:cxnSpMk id="95" creationId="{2632B356-1B85-B8ED-8A08-71F50CA73749}"/>
          </ac:cxnSpMkLst>
        </pc:cxnChg>
        <pc:cxnChg chg="add mod">
          <ac:chgData name="Sergio Daniel Ladino Delgado" userId="2583be0d34a50219" providerId="LiveId" clId="{9216CCCD-79C5-4B94-BFB8-329B8BF4AD03}" dt="2026-05-21T23:11:58.051" v="658" actId="164"/>
          <ac:cxnSpMkLst>
            <pc:docMk/>
            <pc:sldMk cId="4224307467" sldId="364"/>
            <ac:cxnSpMk id="109" creationId="{B7E071C5-A477-5D03-8A20-99ADE310B82F}"/>
          </ac:cxnSpMkLst>
        </pc:cxnChg>
        <pc:cxnChg chg="add mod">
          <ac:chgData name="Sergio Daniel Ladino Delgado" userId="2583be0d34a50219" providerId="LiveId" clId="{9216CCCD-79C5-4B94-BFB8-329B8BF4AD03}" dt="2026-05-21T23:11:58.051" v="658" actId="164"/>
          <ac:cxnSpMkLst>
            <pc:docMk/>
            <pc:sldMk cId="4224307467" sldId="364"/>
            <ac:cxnSpMk id="111" creationId="{A56DEFCC-DEAE-BFD2-8B30-F559A93F37BD}"/>
          </ac:cxnSpMkLst>
        </pc:cxnChg>
        <pc:cxnChg chg="add mod">
          <ac:chgData name="Sergio Daniel Ladino Delgado" userId="2583be0d34a50219" providerId="LiveId" clId="{9216CCCD-79C5-4B94-BFB8-329B8BF4AD03}" dt="2026-05-21T23:03:51.909" v="572" actId="1076"/>
          <ac:cxnSpMkLst>
            <pc:docMk/>
            <pc:sldMk cId="4224307467" sldId="364"/>
            <ac:cxnSpMk id="112" creationId="{CC77DA83-51BA-FB85-8842-1138E6ADD310}"/>
          </ac:cxnSpMkLst>
        </pc:cxnChg>
        <pc:cxnChg chg="add mod">
          <ac:chgData name="Sergio Daniel Ladino Delgado" userId="2583be0d34a50219" providerId="LiveId" clId="{9216CCCD-79C5-4B94-BFB8-329B8BF4AD03}" dt="2026-05-21T23:07:39.233" v="576" actId="1035"/>
          <ac:cxnSpMkLst>
            <pc:docMk/>
            <pc:sldMk cId="4224307467" sldId="364"/>
            <ac:cxnSpMk id="113" creationId="{C27C3E09-21CD-C5F7-68C0-A5AD27C60E09}"/>
          </ac:cxnSpMkLst>
        </pc:cxnChg>
        <pc:cxnChg chg="add mod">
          <ac:chgData name="Sergio Daniel Ladino Delgado" userId="2583be0d34a50219" providerId="LiveId" clId="{9216CCCD-79C5-4B94-BFB8-329B8BF4AD03}" dt="2026-05-21T23:07:39.233" v="576" actId="1035"/>
          <ac:cxnSpMkLst>
            <pc:docMk/>
            <pc:sldMk cId="4224307467" sldId="364"/>
            <ac:cxnSpMk id="114" creationId="{D3F914A7-7574-2677-3ABC-FB5554E04521}"/>
          </ac:cxnSpMkLst>
        </pc:cxnChg>
        <pc:cxnChg chg="add mod">
          <ac:chgData name="Sergio Daniel Ladino Delgado" userId="2583be0d34a50219" providerId="LiveId" clId="{9216CCCD-79C5-4B94-BFB8-329B8BF4AD03}" dt="2026-05-21T23:11:58.051" v="658" actId="164"/>
          <ac:cxnSpMkLst>
            <pc:docMk/>
            <pc:sldMk cId="4224307467" sldId="364"/>
            <ac:cxnSpMk id="115" creationId="{56DE7397-7D8D-3B76-F90E-C06BEB0795EC}"/>
          </ac:cxnSpMkLst>
        </pc:cxnChg>
        <pc:cxnChg chg="add mod">
          <ac:chgData name="Sergio Daniel Ladino Delgado" userId="2583be0d34a50219" providerId="LiveId" clId="{9216CCCD-79C5-4B94-BFB8-329B8BF4AD03}" dt="2026-05-21T23:11:58.051" v="658" actId="164"/>
          <ac:cxnSpMkLst>
            <pc:docMk/>
            <pc:sldMk cId="4224307467" sldId="364"/>
            <ac:cxnSpMk id="116" creationId="{9FEACE73-EC3B-9FF1-95E9-C38A6B67B34F}"/>
          </ac:cxnSpMkLst>
        </pc:cxnChg>
        <pc:cxnChg chg="add mod">
          <ac:chgData name="Sergio Daniel Ladino Delgado" userId="2583be0d34a50219" providerId="LiveId" clId="{9216CCCD-79C5-4B94-BFB8-329B8BF4AD03}" dt="2026-05-21T23:07:49.490" v="588" actId="1036"/>
          <ac:cxnSpMkLst>
            <pc:docMk/>
            <pc:sldMk cId="4224307467" sldId="364"/>
            <ac:cxnSpMk id="117" creationId="{2B558B31-48CD-9095-DB4F-3DA9F9C2706B}"/>
          </ac:cxnSpMkLst>
        </pc:cxnChg>
        <pc:cxnChg chg="add mod">
          <ac:chgData name="Sergio Daniel Ladino Delgado" userId="2583be0d34a50219" providerId="LiveId" clId="{9216CCCD-79C5-4B94-BFB8-329B8BF4AD03}" dt="2026-05-21T23:07:49.490" v="588" actId="1036"/>
          <ac:cxnSpMkLst>
            <pc:docMk/>
            <pc:sldMk cId="4224307467" sldId="364"/>
            <ac:cxnSpMk id="118" creationId="{EAB3A927-6E1D-8B0C-4171-2BCBF3F89727}"/>
          </ac:cxnSpMkLst>
        </pc:cxnChg>
        <pc:cxnChg chg="add mod">
          <ac:chgData name="Sergio Daniel Ladino Delgado" userId="2583be0d34a50219" providerId="LiveId" clId="{9216CCCD-79C5-4B94-BFB8-329B8BF4AD03}" dt="2026-05-21T23:07:56.685" v="590" actId="1076"/>
          <ac:cxnSpMkLst>
            <pc:docMk/>
            <pc:sldMk cId="4224307467" sldId="364"/>
            <ac:cxnSpMk id="119" creationId="{CBD7D266-3B8B-66D4-68DF-22665F20A0F8}"/>
          </ac:cxnSpMkLst>
        </pc:cxnChg>
        <pc:cxnChg chg="add mod">
          <ac:chgData name="Sergio Daniel Ladino Delgado" userId="2583be0d34a50219" providerId="LiveId" clId="{9216CCCD-79C5-4B94-BFB8-329B8BF4AD03}" dt="2026-05-21T23:07:56.685" v="590" actId="1076"/>
          <ac:cxnSpMkLst>
            <pc:docMk/>
            <pc:sldMk cId="4224307467" sldId="364"/>
            <ac:cxnSpMk id="120" creationId="{C71B825C-4566-63E7-120D-340E2A4C422E}"/>
          </ac:cxnSpMkLst>
        </pc:cxnChg>
        <pc:cxnChg chg="add mod">
          <ac:chgData name="Sergio Daniel Ladino Delgado" userId="2583be0d34a50219" providerId="LiveId" clId="{9216CCCD-79C5-4B94-BFB8-329B8BF4AD03}" dt="2026-05-21T23:07:56.685" v="590" actId="1076"/>
          <ac:cxnSpMkLst>
            <pc:docMk/>
            <pc:sldMk cId="4224307467" sldId="364"/>
            <ac:cxnSpMk id="121" creationId="{1A05E323-BEB8-FC15-0139-5DD33B707ECF}"/>
          </ac:cxnSpMkLst>
        </pc:cxnChg>
        <pc:cxnChg chg="add mod">
          <ac:chgData name="Sergio Daniel Ladino Delgado" userId="2583be0d34a50219" providerId="LiveId" clId="{9216CCCD-79C5-4B94-BFB8-329B8BF4AD03}" dt="2026-05-21T23:12:05.401" v="659" actId="164"/>
          <ac:cxnSpMkLst>
            <pc:docMk/>
            <pc:sldMk cId="4224307467" sldId="364"/>
            <ac:cxnSpMk id="128" creationId="{688E0F09-51A6-1A62-C222-861D7703D05B}"/>
          </ac:cxnSpMkLst>
        </pc:cxnChg>
        <pc:cxnChg chg="mod">
          <ac:chgData name="Sergio Daniel Ladino Delgado" userId="2583be0d34a50219" providerId="LiveId" clId="{9216CCCD-79C5-4B94-BFB8-329B8BF4AD03}" dt="2026-05-21T23:12:05.401" v="659" actId="164"/>
          <ac:cxnSpMkLst>
            <pc:docMk/>
            <pc:sldMk cId="4224307467" sldId="364"/>
            <ac:cxnSpMk id="129" creationId="{A1DF3B8C-0B31-97EF-686A-5C9DFC003B46}"/>
          </ac:cxnSpMkLst>
        </pc:cxnChg>
        <pc:cxnChg chg="mod">
          <ac:chgData name="Sergio Daniel Ladino Delgado" userId="2583be0d34a50219" providerId="LiveId" clId="{9216CCCD-79C5-4B94-BFB8-329B8BF4AD03}" dt="2026-05-21T23:12:05.401" v="659" actId="164"/>
          <ac:cxnSpMkLst>
            <pc:docMk/>
            <pc:sldMk cId="4224307467" sldId="364"/>
            <ac:cxnSpMk id="130" creationId="{39F646F7-AE80-E38D-2EA7-64063CD3DA9E}"/>
          </ac:cxnSpMkLst>
        </pc:cxnChg>
        <pc:cxnChg chg="mod">
          <ac:chgData name="Sergio Daniel Ladino Delgado" userId="2583be0d34a50219" providerId="LiveId" clId="{9216CCCD-79C5-4B94-BFB8-329B8BF4AD03}" dt="2026-05-21T23:12:05.401" v="659" actId="164"/>
          <ac:cxnSpMkLst>
            <pc:docMk/>
            <pc:sldMk cId="4224307467" sldId="364"/>
            <ac:cxnSpMk id="131" creationId="{89D6D40F-1EFB-9F04-C420-075F3D7587B2}"/>
          </ac:cxnSpMkLst>
        </pc:cxnChg>
        <pc:cxnChg chg="add mod">
          <ac:chgData name="Sergio Daniel Ladino Delgado" userId="2583be0d34a50219" providerId="LiveId" clId="{9216CCCD-79C5-4B94-BFB8-329B8BF4AD03}" dt="2026-05-21T23:08:13.716" v="595" actId="1036"/>
          <ac:cxnSpMkLst>
            <pc:docMk/>
            <pc:sldMk cId="4224307467" sldId="364"/>
            <ac:cxnSpMk id="133" creationId="{9A67C364-4685-85C1-7A1F-6592413FF631}"/>
          </ac:cxnSpMkLst>
        </pc:cxnChg>
        <pc:cxnChg chg="mod">
          <ac:chgData name="Sergio Daniel Ladino Delgado" userId="2583be0d34a50219" providerId="LiveId" clId="{9216CCCD-79C5-4B94-BFB8-329B8BF4AD03}" dt="2026-05-21T23:12:05.401" v="659" actId="164"/>
          <ac:cxnSpMkLst>
            <pc:docMk/>
            <pc:sldMk cId="4224307467" sldId="364"/>
            <ac:cxnSpMk id="141" creationId="{C3837DFC-AECF-4C24-25A0-520DE7B2008A}"/>
          </ac:cxnSpMkLst>
        </pc:cxnChg>
        <pc:cxnChg chg="add mod">
          <ac:chgData name="Sergio Daniel Ladino Delgado" userId="2583be0d34a50219" providerId="LiveId" clId="{9216CCCD-79C5-4B94-BFB8-329B8BF4AD03}" dt="2026-05-21T23:12:05.401" v="659" actId="164"/>
          <ac:cxnSpMkLst>
            <pc:docMk/>
            <pc:sldMk cId="4224307467" sldId="364"/>
            <ac:cxnSpMk id="144" creationId="{E53249A3-AFF3-0900-BF15-8622FD4EC95C}"/>
          </ac:cxnSpMkLst>
        </pc:cxnChg>
        <pc:cxnChg chg="mod">
          <ac:chgData name="Sergio Daniel Ladino Delgado" userId="2583be0d34a50219" providerId="LiveId" clId="{9216CCCD-79C5-4B94-BFB8-329B8BF4AD03}" dt="2026-05-21T23:12:05.401" v="659" actId="164"/>
          <ac:cxnSpMkLst>
            <pc:docMk/>
            <pc:sldMk cId="4224307467" sldId="364"/>
            <ac:cxnSpMk id="147" creationId="{A4514CDC-23E7-A2DF-0AA4-CA96789F7993}"/>
          </ac:cxnSpMkLst>
        </pc:cxnChg>
        <pc:cxnChg chg="add del mod">
          <ac:chgData name="Sergio Daniel Ladino Delgado" userId="2583be0d34a50219" providerId="LiveId" clId="{9216CCCD-79C5-4B94-BFB8-329B8BF4AD03}" dt="2026-05-21T23:12:05.401" v="659" actId="164"/>
          <ac:cxnSpMkLst>
            <pc:docMk/>
            <pc:sldMk cId="4224307467" sldId="364"/>
            <ac:cxnSpMk id="150" creationId="{63692193-42CA-22EF-C0D7-D42AB93183CB}"/>
          </ac:cxnSpMkLst>
        </pc:cxnChg>
      </pc:sldChg>
      <pc:sldChg chg="addSp modSp add del mod">
        <pc:chgData name="Sergio Daniel Ladino Delgado" userId="2583be0d34a50219" providerId="LiveId" clId="{9216CCCD-79C5-4B94-BFB8-329B8BF4AD03}" dt="2026-05-21T23:27:14.679" v="797"/>
        <pc:sldMkLst>
          <pc:docMk/>
          <pc:sldMk cId="570234124" sldId="394"/>
        </pc:sldMkLst>
        <pc:spChg chg="mod">
          <ac:chgData name="Sergio Daniel Ladino Delgado" userId="2583be0d34a50219" providerId="LiveId" clId="{9216CCCD-79C5-4B94-BFB8-329B8BF4AD03}" dt="2026-05-21T23:27:14.679" v="797"/>
          <ac:spMkLst>
            <pc:docMk/>
            <pc:sldMk cId="570234124" sldId="394"/>
            <ac:spMk id="2" creationId="{DEAFBEAB-3655-CE36-E524-1631A71663C3}"/>
          </ac:spMkLst>
        </pc:spChg>
        <pc:spChg chg="mod">
          <ac:chgData name="Sergio Daniel Ladino Delgado" userId="2583be0d34a50219" providerId="LiveId" clId="{9216CCCD-79C5-4B94-BFB8-329B8BF4AD03}" dt="2026-05-21T23:13:11.521" v="667" actId="1076"/>
          <ac:spMkLst>
            <pc:docMk/>
            <pc:sldMk cId="570234124" sldId="394"/>
            <ac:spMk id="11" creationId="{24F3F633-312C-4E8F-DA73-FE5024DA0CA2}"/>
          </ac:spMkLst>
        </pc:spChg>
        <pc:picChg chg="add mod">
          <ac:chgData name="Sergio Daniel Ladino Delgado" userId="2583be0d34a50219" providerId="LiveId" clId="{9216CCCD-79C5-4B94-BFB8-329B8BF4AD03}" dt="2026-05-21T23:13:12.877" v="668" actId="1076"/>
          <ac:picMkLst>
            <pc:docMk/>
            <pc:sldMk cId="570234124" sldId="394"/>
            <ac:picMk id="6" creationId="{BB0935D3-A5E1-E327-7EFA-2B037740C0D3}"/>
          </ac:picMkLst>
        </pc:picChg>
      </pc:sldChg>
      <pc:sldChg chg="addSp delSp modSp add mod modAnim">
        <pc:chgData name="Sergio Daniel Ladino Delgado" userId="2583be0d34a50219" providerId="LiveId" clId="{9216CCCD-79C5-4B94-BFB8-329B8BF4AD03}" dt="2026-05-27T02:17:36.426" v="4166"/>
        <pc:sldMkLst>
          <pc:docMk/>
          <pc:sldMk cId="2512162801" sldId="397"/>
        </pc:sldMkLst>
        <pc:spChg chg="mod">
          <ac:chgData name="Sergio Daniel Ladino Delgado" userId="2583be0d34a50219" providerId="LiveId" clId="{9216CCCD-79C5-4B94-BFB8-329B8BF4AD03}" dt="2026-05-21T23:14:19.173" v="673" actId="14100"/>
          <ac:spMkLst>
            <pc:docMk/>
            <pc:sldMk cId="2512162801" sldId="397"/>
            <ac:spMk id="6" creationId="{A643D2C1-06E5-D4E4-76B9-628FE25B4390}"/>
          </ac:spMkLst>
        </pc:spChg>
        <pc:spChg chg="add mod">
          <ac:chgData name="Sergio Daniel Ladino Delgado" userId="2583be0d34a50219" providerId="LiveId" clId="{9216CCCD-79C5-4B94-BFB8-329B8BF4AD03}" dt="2026-05-21T23:20:43.990" v="758" actId="1076"/>
          <ac:spMkLst>
            <pc:docMk/>
            <pc:sldMk cId="2512162801" sldId="397"/>
            <ac:spMk id="12" creationId="{56A1B46F-0074-A7C8-DF44-3A8EE31EF92B}"/>
          </ac:spMkLst>
        </pc:spChg>
        <pc:spChg chg="add mod">
          <ac:chgData name="Sergio Daniel Ladino Delgado" userId="2583be0d34a50219" providerId="LiveId" clId="{9216CCCD-79C5-4B94-BFB8-329B8BF4AD03}" dt="2026-05-21T23:21:51.842" v="770" actId="1076"/>
          <ac:spMkLst>
            <pc:docMk/>
            <pc:sldMk cId="2512162801" sldId="397"/>
            <ac:spMk id="13" creationId="{D367E4C2-4C29-4A0B-E7EA-CA1B78503E14}"/>
          </ac:spMkLst>
        </pc:spChg>
        <pc:spChg chg="add mod">
          <ac:chgData name="Sergio Daniel Ladino Delgado" userId="2583be0d34a50219" providerId="LiveId" clId="{9216CCCD-79C5-4B94-BFB8-329B8BF4AD03}" dt="2026-05-21T23:21:51.842" v="770" actId="1076"/>
          <ac:spMkLst>
            <pc:docMk/>
            <pc:sldMk cId="2512162801" sldId="397"/>
            <ac:spMk id="14" creationId="{622CACF5-1EE6-F608-9145-A592593A742C}"/>
          </ac:spMkLst>
        </pc:spChg>
        <pc:spChg chg="mod">
          <ac:chgData name="Sergio Daniel Ladino Delgado" userId="2583be0d34a50219" providerId="LiveId" clId="{9216CCCD-79C5-4B94-BFB8-329B8BF4AD03}" dt="2026-05-21T23:14:25.739" v="674" actId="1076"/>
          <ac:spMkLst>
            <pc:docMk/>
            <pc:sldMk cId="2512162801" sldId="397"/>
            <ac:spMk id="18" creationId="{91D033BF-67A5-0F41-8416-B6DDA2D74BB5}"/>
          </ac:spMkLst>
        </pc:spChg>
        <pc:spChg chg="mod">
          <ac:chgData name="Sergio Daniel Ladino Delgado" userId="2583be0d34a50219" providerId="LiveId" clId="{9216CCCD-79C5-4B94-BFB8-329B8BF4AD03}" dt="2026-05-21T23:14:25.739" v="674" actId="1076"/>
          <ac:spMkLst>
            <pc:docMk/>
            <pc:sldMk cId="2512162801" sldId="397"/>
            <ac:spMk id="19" creationId="{A2101308-772C-8348-803F-6019FDA567D5}"/>
          </ac:spMkLst>
        </pc:spChg>
        <pc:spChg chg="mod">
          <ac:chgData name="Sergio Daniel Ladino Delgado" userId="2583be0d34a50219" providerId="LiveId" clId="{9216CCCD-79C5-4B94-BFB8-329B8BF4AD03}" dt="2026-05-21T23:14:25.739" v="674" actId="1076"/>
          <ac:spMkLst>
            <pc:docMk/>
            <pc:sldMk cId="2512162801" sldId="397"/>
            <ac:spMk id="21" creationId="{8BC167DA-C38D-0C78-C3CE-C26FC34389BA}"/>
          </ac:spMkLst>
        </pc:spChg>
        <pc:spChg chg="mod">
          <ac:chgData name="Sergio Daniel Ladino Delgado" userId="2583be0d34a50219" providerId="LiveId" clId="{9216CCCD-79C5-4B94-BFB8-329B8BF4AD03}" dt="2026-05-21T23:14:25.739" v="674" actId="1076"/>
          <ac:spMkLst>
            <pc:docMk/>
            <pc:sldMk cId="2512162801" sldId="397"/>
            <ac:spMk id="30" creationId="{2B77D37B-78F2-F4E1-4F3D-56AFFDB4B170}"/>
          </ac:spMkLst>
        </pc:spChg>
        <pc:spChg chg="mod">
          <ac:chgData name="Sergio Daniel Ladino Delgado" userId="2583be0d34a50219" providerId="LiveId" clId="{9216CCCD-79C5-4B94-BFB8-329B8BF4AD03}" dt="2026-05-21T23:14:25.739" v="674" actId="1076"/>
          <ac:spMkLst>
            <pc:docMk/>
            <pc:sldMk cId="2512162801" sldId="397"/>
            <ac:spMk id="36" creationId="{231E21B9-0C1B-2C34-C83F-73221A1FF771}"/>
          </ac:spMkLst>
        </pc:spChg>
        <pc:spChg chg="mod">
          <ac:chgData name="Sergio Daniel Ladino Delgado" userId="2583be0d34a50219" providerId="LiveId" clId="{9216CCCD-79C5-4B94-BFB8-329B8BF4AD03}" dt="2026-05-21T23:15:23.321" v="693" actId="947"/>
          <ac:spMkLst>
            <pc:docMk/>
            <pc:sldMk cId="2512162801" sldId="397"/>
            <ac:spMk id="136" creationId="{E1CBF6EB-7A77-F181-BE37-46CB8B5E2915}"/>
          </ac:spMkLst>
        </pc:spChg>
        <pc:spChg chg="mod">
          <ac:chgData name="Sergio Daniel Ladino Delgado" userId="2583be0d34a50219" providerId="LiveId" clId="{9216CCCD-79C5-4B94-BFB8-329B8BF4AD03}" dt="2026-05-21T23:18:23.702" v="710" actId="20577"/>
          <ac:spMkLst>
            <pc:docMk/>
            <pc:sldMk cId="2512162801" sldId="397"/>
            <ac:spMk id="137" creationId="{FF71C04D-192C-4E5C-A321-2FD50DAB2E5A}"/>
          </ac:spMkLst>
        </pc:spChg>
        <pc:spChg chg="mod">
          <ac:chgData name="Sergio Daniel Ladino Delgado" userId="2583be0d34a50219" providerId="LiveId" clId="{9216CCCD-79C5-4B94-BFB8-329B8BF4AD03}" dt="2026-05-21T23:18:28.209" v="711" actId="20577"/>
          <ac:spMkLst>
            <pc:docMk/>
            <pc:sldMk cId="2512162801" sldId="397"/>
            <ac:spMk id="138" creationId="{700FFF44-AE18-1444-B6F1-B79C9BAA76BC}"/>
          </ac:spMkLst>
        </pc:spChg>
        <pc:spChg chg="mod">
          <ac:chgData name="Sergio Daniel Ladino Delgado" userId="2583be0d34a50219" providerId="LiveId" clId="{9216CCCD-79C5-4B94-BFB8-329B8BF4AD03}" dt="2026-05-21T23:18:31.739" v="712" actId="20577"/>
          <ac:spMkLst>
            <pc:docMk/>
            <pc:sldMk cId="2512162801" sldId="397"/>
            <ac:spMk id="139" creationId="{A49CA1B9-7DAB-793A-03F9-8AB42573FCB7}"/>
          </ac:spMkLst>
        </pc:spChg>
        <pc:spChg chg="mod">
          <ac:chgData name="Sergio Daniel Ladino Delgado" userId="2583be0d34a50219" providerId="LiveId" clId="{9216CCCD-79C5-4B94-BFB8-329B8BF4AD03}" dt="2026-05-21T23:14:40.525" v="678" actId="1076"/>
          <ac:spMkLst>
            <pc:docMk/>
            <pc:sldMk cId="2512162801" sldId="397"/>
            <ac:spMk id="154" creationId="{2405D060-6773-76E2-D293-286511A8341D}"/>
          </ac:spMkLst>
        </pc:spChg>
        <pc:grpChg chg="mod">
          <ac:chgData name="Sergio Daniel Ladino Delgado" userId="2583be0d34a50219" providerId="LiveId" clId="{9216CCCD-79C5-4B94-BFB8-329B8BF4AD03}" dt="2026-05-21T23:14:40.525" v="678" actId="1076"/>
          <ac:grpSpMkLst>
            <pc:docMk/>
            <pc:sldMk cId="2512162801" sldId="397"/>
            <ac:grpSpMk id="157" creationId="{C8F721C5-C46A-18D9-2CD7-DD76E9764E75}"/>
          </ac:grpSpMkLst>
        </pc:grpChg>
      </pc:sldChg>
      <pc:sldChg chg="addSp delSp modSp add mod">
        <pc:chgData name="Sergio Daniel Ladino Delgado" userId="2583be0d34a50219" providerId="LiveId" clId="{9216CCCD-79C5-4B94-BFB8-329B8BF4AD03}" dt="2026-05-21T23:26:52.072" v="794"/>
        <pc:sldMkLst>
          <pc:docMk/>
          <pc:sldMk cId="1070378722" sldId="398"/>
        </pc:sldMkLst>
        <pc:spChg chg="mod">
          <ac:chgData name="Sergio Daniel Ladino Delgado" userId="2583be0d34a50219" providerId="LiveId" clId="{9216CCCD-79C5-4B94-BFB8-329B8BF4AD03}" dt="2026-05-21T23:26:52.072" v="794"/>
          <ac:spMkLst>
            <pc:docMk/>
            <pc:sldMk cId="1070378722" sldId="398"/>
            <ac:spMk id="2" creationId="{128C2D33-F3F9-4B50-36B6-6C9E2669D987}"/>
          </ac:spMkLst>
        </pc:spChg>
        <pc:spChg chg="mod">
          <ac:chgData name="Sergio Daniel Ladino Delgado" userId="2583be0d34a50219" providerId="LiveId" clId="{9216CCCD-79C5-4B94-BFB8-329B8BF4AD03}" dt="2026-05-21T23:22:12.243" v="781" actId="20577"/>
          <ac:spMkLst>
            <pc:docMk/>
            <pc:sldMk cId="1070378722" sldId="398"/>
            <ac:spMk id="11" creationId="{8FE7C0BD-A8DE-41C3-DA98-F1D53D5F6F81}"/>
          </ac:spMkLst>
        </pc:spChg>
        <pc:picChg chg="add mod">
          <ac:chgData name="Sergio Daniel Ladino Delgado" userId="2583be0d34a50219" providerId="LiveId" clId="{9216CCCD-79C5-4B94-BFB8-329B8BF4AD03}" dt="2026-05-21T23:23:36.287" v="793" actId="1076"/>
          <ac:picMkLst>
            <pc:docMk/>
            <pc:sldMk cId="1070378722" sldId="398"/>
            <ac:picMk id="7" creationId="{9B9F0627-25C5-50F5-3EA3-3C2F92F498E4}"/>
          </ac:picMkLst>
        </pc:picChg>
      </pc:sldChg>
      <pc:sldChg chg="addSp delSp modSp add mod ord delAnim modAnim modNotesTx">
        <pc:chgData name="Sergio Daniel Ladino Delgado" userId="2583be0d34a50219" providerId="LiveId" clId="{9216CCCD-79C5-4B94-BFB8-329B8BF4AD03}" dt="2026-05-22T00:03:49.452" v="975" actId="478"/>
        <pc:sldMkLst>
          <pc:docMk/>
          <pc:sldMk cId="1833244990" sldId="399"/>
        </pc:sldMkLst>
        <pc:spChg chg="mod">
          <ac:chgData name="Sergio Daniel Ladino Delgado" userId="2583be0d34a50219" providerId="LiveId" clId="{9216CCCD-79C5-4B94-BFB8-329B8BF4AD03}" dt="2026-05-21T23:27:29.761" v="801"/>
          <ac:spMkLst>
            <pc:docMk/>
            <pc:sldMk cId="1833244990" sldId="399"/>
            <ac:spMk id="2" creationId="{1DDB230E-4903-AE3E-CB10-D19EEC4A7677}"/>
          </ac:spMkLst>
        </pc:spChg>
        <pc:spChg chg="mod">
          <ac:chgData name="Sergio Daniel Ladino Delgado" userId="2583be0d34a50219" providerId="LiveId" clId="{9216CCCD-79C5-4B94-BFB8-329B8BF4AD03}" dt="2026-05-21T23:29:18.667" v="823" actId="20577"/>
          <ac:spMkLst>
            <pc:docMk/>
            <pc:sldMk cId="1833244990" sldId="399"/>
            <ac:spMk id="8" creationId="{B534AAEA-C86B-35FC-5F74-18834AB01C19}"/>
          </ac:spMkLst>
        </pc:spChg>
        <pc:spChg chg="mod">
          <ac:chgData name="Sergio Daniel Ladino Delgado" userId="2583be0d34a50219" providerId="LiveId" clId="{9216CCCD-79C5-4B94-BFB8-329B8BF4AD03}" dt="2026-05-21T23:35:39.515" v="873" actId="20577"/>
          <ac:spMkLst>
            <pc:docMk/>
            <pc:sldMk cId="1833244990" sldId="399"/>
            <ac:spMk id="14" creationId="{C19B62CC-D3A1-73EA-0B1C-DA00BAAEAB4F}"/>
          </ac:spMkLst>
        </pc:spChg>
        <pc:picChg chg="add mod modCrop">
          <ac:chgData name="Sergio Daniel Ladino Delgado" userId="2583be0d34a50219" providerId="LiveId" clId="{9216CCCD-79C5-4B94-BFB8-329B8BF4AD03}" dt="2026-05-21T23:28:34.382" v="816" actId="1076"/>
          <ac:picMkLst>
            <pc:docMk/>
            <pc:sldMk cId="1833244990" sldId="399"/>
            <ac:picMk id="6" creationId="{BEA0CF7A-1870-05D9-8304-A96955378835}"/>
          </ac:picMkLst>
        </pc:picChg>
      </pc:sldChg>
      <pc:sldChg chg="addSp delSp modSp add mod">
        <pc:chgData name="Sergio Daniel Ladino Delgado" userId="2583be0d34a50219" providerId="LiveId" clId="{9216CCCD-79C5-4B94-BFB8-329B8BF4AD03}" dt="2026-05-22T00:00:59.690" v="904" actId="14100"/>
        <pc:sldMkLst>
          <pc:docMk/>
          <pc:sldMk cId="1730885204" sldId="400"/>
        </pc:sldMkLst>
        <pc:spChg chg="mod">
          <ac:chgData name="Sergio Daniel Ladino Delgado" userId="2583be0d34a50219" providerId="LiveId" clId="{9216CCCD-79C5-4B94-BFB8-329B8BF4AD03}" dt="2026-05-22T00:00:59.690" v="904" actId="14100"/>
          <ac:spMkLst>
            <pc:docMk/>
            <pc:sldMk cId="1730885204" sldId="400"/>
            <ac:spMk id="8" creationId="{889DB48B-1BF6-745E-27BF-C4037965B958}"/>
          </ac:spMkLst>
        </pc:spChg>
        <pc:spChg chg="mod">
          <ac:chgData name="Sergio Daniel Ladino Delgado" userId="2583be0d34a50219" providerId="LiveId" clId="{9216CCCD-79C5-4B94-BFB8-329B8BF4AD03}" dt="2026-05-21T23:35:45.971" v="874"/>
          <ac:spMkLst>
            <pc:docMk/>
            <pc:sldMk cId="1730885204" sldId="400"/>
            <ac:spMk id="14" creationId="{09B9BE85-EC7A-2B0F-5FE0-11AC6765EEB7}"/>
          </ac:spMkLst>
        </pc:spChg>
        <pc:picChg chg="add mod">
          <ac:chgData name="Sergio Daniel Ladino Delgado" userId="2583be0d34a50219" providerId="LiveId" clId="{9216CCCD-79C5-4B94-BFB8-329B8BF4AD03}" dt="2026-05-21T23:35:18.481" v="863" actId="1076"/>
          <ac:picMkLst>
            <pc:docMk/>
            <pc:sldMk cId="1730885204" sldId="400"/>
            <ac:picMk id="10" creationId="{F4A4A6B7-7855-4089-1F71-DE44810BEAA0}"/>
          </ac:picMkLst>
        </pc:picChg>
      </pc:sldChg>
      <pc:sldChg chg="addSp delSp modSp add mod">
        <pc:chgData name="Sergio Daniel Ladino Delgado" userId="2583be0d34a50219" providerId="LiveId" clId="{9216CCCD-79C5-4B94-BFB8-329B8BF4AD03}" dt="2026-05-27T02:19:47.441" v="4168" actId="20577"/>
        <pc:sldMkLst>
          <pc:docMk/>
          <pc:sldMk cId="653974912" sldId="401"/>
        </pc:sldMkLst>
        <pc:spChg chg="mod">
          <ac:chgData name="Sergio Daniel Ladino Delgado" userId="2583be0d34a50219" providerId="LiveId" clId="{9216CCCD-79C5-4B94-BFB8-329B8BF4AD03}" dt="2026-05-27T02:19:47.441" v="4168" actId="20577"/>
          <ac:spMkLst>
            <pc:docMk/>
            <pc:sldMk cId="653974912" sldId="401"/>
            <ac:spMk id="8" creationId="{050E2246-FB02-C7F1-1287-48E5C699777C}"/>
          </ac:spMkLst>
        </pc:spChg>
        <pc:spChg chg="add mod">
          <ac:chgData name="Sergio Daniel Ladino Delgado" userId="2583be0d34a50219" providerId="LiveId" clId="{9216CCCD-79C5-4B94-BFB8-329B8BF4AD03}" dt="2026-05-22T00:01:21.852" v="920" actId="1076"/>
          <ac:spMkLst>
            <pc:docMk/>
            <pc:sldMk cId="653974912" sldId="401"/>
            <ac:spMk id="13" creationId="{D1F981F4-7FDB-51DE-75F0-85BC65288DFE}"/>
          </ac:spMkLst>
        </pc:spChg>
        <pc:spChg chg="add mod">
          <ac:chgData name="Sergio Daniel Ladino Delgado" userId="2583be0d34a50219" providerId="LiveId" clId="{9216CCCD-79C5-4B94-BFB8-329B8BF4AD03}" dt="2026-05-22T00:01:28.838" v="931" actId="20577"/>
          <ac:spMkLst>
            <pc:docMk/>
            <pc:sldMk cId="653974912" sldId="401"/>
            <ac:spMk id="15" creationId="{2D336AD6-D2A2-6A43-D89A-BC306EEAA51E}"/>
          </ac:spMkLst>
        </pc:spChg>
        <pc:picChg chg="add mod">
          <ac:chgData name="Sergio Daniel Ladino Delgado" userId="2583be0d34a50219" providerId="LiveId" clId="{9216CCCD-79C5-4B94-BFB8-329B8BF4AD03}" dt="2026-05-22T00:02:36.498" v="936" actId="1076"/>
          <ac:picMkLst>
            <pc:docMk/>
            <pc:sldMk cId="653974912" sldId="401"/>
            <ac:picMk id="6" creationId="{963218BF-E3B9-EB19-C7B5-1D3E57253511}"/>
          </ac:picMkLst>
        </pc:picChg>
        <pc:picChg chg="add mod">
          <ac:chgData name="Sergio Daniel Ladino Delgado" userId="2583be0d34a50219" providerId="LiveId" clId="{9216CCCD-79C5-4B94-BFB8-329B8BF4AD03}" dt="2026-05-22T00:01:03.540" v="906" actId="1076"/>
          <ac:picMkLst>
            <pc:docMk/>
            <pc:sldMk cId="653974912" sldId="401"/>
            <ac:picMk id="9" creationId="{4F6EDA7A-ED23-7B23-9F42-D5C5554D3423}"/>
          </ac:picMkLst>
        </pc:picChg>
        <pc:picChg chg="add mod">
          <ac:chgData name="Sergio Daniel Ladino Delgado" userId="2583be0d34a50219" providerId="LiveId" clId="{9216CCCD-79C5-4B94-BFB8-329B8BF4AD03}" dt="2026-05-22T00:01:02.270" v="905" actId="1076"/>
          <ac:picMkLst>
            <pc:docMk/>
            <pc:sldMk cId="653974912" sldId="401"/>
            <ac:picMk id="12" creationId="{97E96F41-FC5E-972F-0848-5827F4B5D1B2}"/>
          </ac:picMkLst>
        </pc:picChg>
      </pc:sldChg>
      <pc:sldChg chg="addSp delSp modSp add mod modNotesTx">
        <pc:chgData name="Sergio Daniel Ladino Delgado" userId="2583be0d34a50219" providerId="LiveId" clId="{9216CCCD-79C5-4B94-BFB8-329B8BF4AD03}" dt="2026-05-22T00:06:02.151" v="978" actId="6549"/>
        <pc:sldMkLst>
          <pc:docMk/>
          <pc:sldMk cId="2288217633" sldId="402"/>
        </pc:sldMkLst>
        <pc:picChg chg="add del">
          <ac:chgData name="Sergio Daniel Ladino Delgado" userId="2583be0d34a50219" providerId="LiveId" clId="{9216CCCD-79C5-4B94-BFB8-329B8BF4AD03}" dt="2026-05-22T00:02:43.227" v="940" actId="478"/>
          <ac:picMkLst>
            <pc:docMk/>
            <pc:sldMk cId="2288217633" sldId="402"/>
            <ac:picMk id="6" creationId="{E1CB7BB4-4EFB-C80A-6148-76B3491CDDED}"/>
          </ac:picMkLst>
        </pc:picChg>
        <pc:picChg chg="add mod">
          <ac:chgData name="Sergio Daniel Ladino Delgado" userId="2583be0d34a50219" providerId="LiveId" clId="{9216CCCD-79C5-4B94-BFB8-329B8BF4AD03}" dt="2026-05-22T00:02:45.762" v="942" actId="1076"/>
          <ac:picMkLst>
            <pc:docMk/>
            <pc:sldMk cId="2288217633" sldId="402"/>
            <ac:picMk id="7" creationId="{820F791D-9E7D-6D3B-D85D-C72BADCCE714}"/>
          </ac:picMkLst>
        </pc:picChg>
      </pc:sldChg>
      <pc:sldChg chg="addSp delSp modSp add mod delAnim modAnim">
        <pc:chgData name="Sergio Daniel Ladino Delgado" userId="2583be0d34a50219" providerId="LiveId" clId="{9216CCCD-79C5-4B94-BFB8-329B8BF4AD03}" dt="2026-05-27T02:21:34.822" v="4170"/>
        <pc:sldMkLst>
          <pc:docMk/>
          <pc:sldMk cId="1750635582" sldId="403"/>
        </pc:sldMkLst>
        <pc:spChg chg="mod">
          <ac:chgData name="Sergio Daniel Ladino Delgado" userId="2583be0d34a50219" providerId="LiveId" clId="{9216CCCD-79C5-4B94-BFB8-329B8BF4AD03}" dt="2026-05-22T00:49:26.853" v="1265" actId="313"/>
          <ac:spMkLst>
            <pc:docMk/>
            <pc:sldMk cId="1750635582" sldId="403"/>
            <ac:spMk id="14" creationId="{169CF863-53C6-9289-EDBD-C85ECE205C16}"/>
          </ac:spMkLst>
        </pc:spChg>
        <pc:spChg chg="add mod">
          <ac:chgData name="Sergio Daniel Ladino Delgado" userId="2583be0d34a50219" providerId="LiveId" clId="{9216CCCD-79C5-4B94-BFB8-329B8BF4AD03}" dt="2026-05-22T00:08:36.818" v="1008" actId="1076"/>
          <ac:spMkLst>
            <pc:docMk/>
            <pc:sldMk cId="1750635582" sldId="403"/>
            <ac:spMk id="47" creationId="{5E2A50AD-8C56-068C-47E3-99497A7B282D}"/>
          </ac:spMkLst>
        </pc:spChg>
        <pc:spChg chg="add mod">
          <ac:chgData name="Sergio Daniel Ladino Delgado" userId="2583be0d34a50219" providerId="LiveId" clId="{9216CCCD-79C5-4B94-BFB8-329B8BF4AD03}" dt="2026-05-22T00:08:36.818" v="1008" actId="1076"/>
          <ac:spMkLst>
            <pc:docMk/>
            <pc:sldMk cId="1750635582" sldId="403"/>
            <ac:spMk id="49" creationId="{930D0687-509F-3CBE-F7AD-3C4C57F18E61}"/>
          </ac:spMkLst>
        </pc:spChg>
        <pc:spChg chg="add mod">
          <ac:chgData name="Sergio Daniel Ladino Delgado" userId="2583be0d34a50219" providerId="LiveId" clId="{9216CCCD-79C5-4B94-BFB8-329B8BF4AD03}" dt="2026-05-22T00:08:36.818" v="1008" actId="1076"/>
          <ac:spMkLst>
            <pc:docMk/>
            <pc:sldMk cId="1750635582" sldId="403"/>
            <ac:spMk id="53" creationId="{567A723A-05EF-2924-3E6C-915122DD0B8A}"/>
          </ac:spMkLst>
        </pc:spChg>
        <pc:spChg chg="add mod">
          <ac:chgData name="Sergio Daniel Ladino Delgado" userId="2583be0d34a50219" providerId="LiveId" clId="{9216CCCD-79C5-4B94-BFB8-329B8BF4AD03}" dt="2026-05-22T00:08:36.818" v="1008" actId="1076"/>
          <ac:spMkLst>
            <pc:docMk/>
            <pc:sldMk cId="1750635582" sldId="403"/>
            <ac:spMk id="55" creationId="{E0310862-A885-C0C9-9AC5-778BD4F740D4}"/>
          </ac:spMkLst>
        </pc:spChg>
        <pc:spChg chg="add mod">
          <ac:chgData name="Sergio Daniel Ladino Delgado" userId="2583be0d34a50219" providerId="LiveId" clId="{9216CCCD-79C5-4B94-BFB8-329B8BF4AD03}" dt="2026-05-22T00:08:36.818" v="1008" actId="1076"/>
          <ac:spMkLst>
            <pc:docMk/>
            <pc:sldMk cId="1750635582" sldId="403"/>
            <ac:spMk id="58" creationId="{66586238-186A-AE20-3BB1-B243FB332D72}"/>
          </ac:spMkLst>
        </pc:spChg>
        <pc:spChg chg="add mod">
          <ac:chgData name="Sergio Daniel Ladino Delgado" userId="2583be0d34a50219" providerId="LiveId" clId="{9216CCCD-79C5-4B94-BFB8-329B8BF4AD03}" dt="2026-05-22T00:08:36.818" v="1008" actId="1076"/>
          <ac:spMkLst>
            <pc:docMk/>
            <pc:sldMk cId="1750635582" sldId="403"/>
            <ac:spMk id="60" creationId="{D3B82997-C41B-CA5B-463A-F2A6109489AB}"/>
          </ac:spMkLst>
        </pc:spChg>
        <pc:spChg chg="add mod">
          <ac:chgData name="Sergio Daniel Ladino Delgado" userId="2583be0d34a50219" providerId="LiveId" clId="{9216CCCD-79C5-4B94-BFB8-329B8BF4AD03}" dt="2026-05-22T00:08:36.818" v="1008" actId="1076"/>
          <ac:spMkLst>
            <pc:docMk/>
            <pc:sldMk cId="1750635582" sldId="403"/>
            <ac:spMk id="61" creationId="{FCE319F8-8AD8-C034-D9E2-6244CBF968CB}"/>
          </ac:spMkLst>
        </pc:spChg>
        <pc:spChg chg="add mod">
          <ac:chgData name="Sergio Daniel Ladino Delgado" userId="2583be0d34a50219" providerId="LiveId" clId="{9216CCCD-79C5-4B94-BFB8-329B8BF4AD03}" dt="2026-05-22T00:08:41.246" v="1009" actId="1076"/>
          <ac:spMkLst>
            <pc:docMk/>
            <pc:sldMk cId="1750635582" sldId="403"/>
            <ac:spMk id="82" creationId="{F07581EF-6623-4C79-851A-E1DB8775D03B}"/>
          </ac:spMkLst>
        </pc:spChg>
        <pc:spChg chg="mod">
          <ac:chgData name="Sergio Daniel Ladino Delgado" userId="2583be0d34a50219" providerId="LiveId" clId="{9216CCCD-79C5-4B94-BFB8-329B8BF4AD03}" dt="2026-05-22T00:08:41.246" v="1009" actId="1076"/>
          <ac:spMkLst>
            <pc:docMk/>
            <pc:sldMk cId="1750635582" sldId="403"/>
            <ac:spMk id="83" creationId="{885527B2-8C90-65B0-4C03-83A4BF083C17}"/>
          </ac:spMkLst>
        </pc:spChg>
        <pc:spChg chg="mod">
          <ac:chgData name="Sergio Daniel Ladino Delgado" userId="2583be0d34a50219" providerId="LiveId" clId="{9216CCCD-79C5-4B94-BFB8-329B8BF4AD03}" dt="2026-05-22T00:08:41.246" v="1009" actId="1076"/>
          <ac:spMkLst>
            <pc:docMk/>
            <pc:sldMk cId="1750635582" sldId="403"/>
            <ac:spMk id="84" creationId="{7182F112-4BA0-5FD8-7164-4A00BEC5B957}"/>
          </ac:spMkLst>
        </pc:spChg>
        <pc:spChg chg="mod">
          <ac:chgData name="Sergio Daniel Ladino Delgado" userId="2583be0d34a50219" providerId="LiveId" clId="{9216CCCD-79C5-4B94-BFB8-329B8BF4AD03}" dt="2026-05-22T00:08:41.246" v="1009" actId="1076"/>
          <ac:spMkLst>
            <pc:docMk/>
            <pc:sldMk cId="1750635582" sldId="403"/>
            <ac:spMk id="85" creationId="{6A170557-87E4-058A-04E2-8EE1BF2F1F39}"/>
          </ac:spMkLst>
        </pc:spChg>
        <pc:spChg chg="add mod">
          <ac:chgData name="Sergio Daniel Ladino Delgado" userId="2583be0d34a50219" providerId="LiveId" clId="{9216CCCD-79C5-4B94-BFB8-329B8BF4AD03}" dt="2026-05-22T00:08:41.246" v="1009" actId="1076"/>
          <ac:spMkLst>
            <pc:docMk/>
            <pc:sldMk cId="1750635582" sldId="403"/>
            <ac:spMk id="86" creationId="{B75DDE46-7FED-13E0-A4B3-85FE4BA08158}"/>
          </ac:spMkLst>
        </pc:spChg>
        <pc:spChg chg="add mod">
          <ac:chgData name="Sergio Daniel Ladino Delgado" userId="2583be0d34a50219" providerId="LiveId" clId="{9216CCCD-79C5-4B94-BFB8-329B8BF4AD03}" dt="2026-05-22T00:08:41.246" v="1009" actId="1076"/>
          <ac:spMkLst>
            <pc:docMk/>
            <pc:sldMk cId="1750635582" sldId="403"/>
            <ac:spMk id="87" creationId="{BE16207D-F34B-1EB9-1A25-435EE612214A}"/>
          </ac:spMkLst>
        </pc:spChg>
        <pc:spChg chg="add mod">
          <ac:chgData name="Sergio Daniel Ladino Delgado" userId="2583be0d34a50219" providerId="LiveId" clId="{9216CCCD-79C5-4B94-BFB8-329B8BF4AD03}" dt="2026-05-22T00:08:41.246" v="1009" actId="1076"/>
          <ac:spMkLst>
            <pc:docMk/>
            <pc:sldMk cId="1750635582" sldId="403"/>
            <ac:spMk id="92" creationId="{B585B9CD-E75C-F4AE-59D3-43ABB088AB52}"/>
          </ac:spMkLst>
        </pc:spChg>
        <pc:grpChg chg="mod">
          <ac:chgData name="Sergio Daniel Ladino Delgado" userId="2583be0d34a50219" providerId="LiveId" clId="{9216CCCD-79C5-4B94-BFB8-329B8BF4AD03}" dt="2026-05-22T00:08:41.246" v="1009" actId="1076"/>
          <ac:grpSpMkLst>
            <pc:docMk/>
            <pc:sldMk cId="1750635582" sldId="403"/>
            <ac:grpSpMk id="63" creationId="{0337D518-36A6-E3E6-251D-D1EB14B1FE3B}"/>
          </ac:grpSpMkLst>
        </pc:grpChg>
        <pc:picChg chg="add mod">
          <ac:chgData name="Sergio Daniel Ladino Delgado" userId="2583be0d34a50219" providerId="LiveId" clId="{9216CCCD-79C5-4B94-BFB8-329B8BF4AD03}" dt="2026-05-22T00:09:12.974" v="1017" actId="1076"/>
          <ac:picMkLst>
            <pc:docMk/>
            <pc:sldMk cId="1750635582" sldId="403"/>
            <ac:picMk id="95" creationId="{188D043B-48B9-FF40-1E22-530CCBB535A1}"/>
          </ac:picMkLst>
        </pc:picChg>
        <pc:picChg chg="add mod">
          <ac:chgData name="Sergio Daniel Ladino Delgado" userId="2583be0d34a50219" providerId="LiveId" clId="{9216CCCD-79C5-4B94-BFB8-329B8BF4AD03}" dt="2026-05-22T00:09:14.099" v="1018" actId="1076"/>
          <ac:picMkLst>
            <pc:docMk/>
            <pc:sldMk cId="1750635582" sldId="403"/>
            <ac:picMk id="97" creationId="{9DF3E8AE-BB49-FB63-C14F-BD83FF6A7C55}"/>
          </ac:picMkLst>
        </pc:picChg>
        <pc:cxnChg chg="mod">
          <ac:chgData name="Sergio Daniel Ladino Delgado" userId="2583be0d34a50219" providerId="LiveId" clId="{9216CCCD-79C5-4B94-BFB8-329B8BF4AD03}" dt="2026-05-22T00:07:17.026" v="987" actId="14100"/>
          <ac:cxnSpMkLst>
            <pc:docMk/>
            <pc:sldMk cId="1750635582" sldId="403"/>
            <ac:cxnSpMk id="69" creationId="{02B70B6B-3696-7AD3-C7AE-18338ECE6FC7}"/>
          </ac:cxnSpMkLst>
        </pc:cxnChg>
        <pc:cxnChg chg="mod">
          <ac:chgData name="Sergio Daniel Ladino Delgado" userId="2583be0d34a50219" providerId="LiveId" clId="{9216CCCD-79C5-4B94-BFB8-329B8BF4AD03}" dt="2026-05-22T00:07:12.395" v="986" actId="14100"/>
          <ac:cxnSpMkLst>
            <pc:docMk/>
            <pc:sldMk cId="1750635582" sldId="403"/>
            <ac:cxnSpMk id="70" creationId="{03AC99C1-E60F-E21B-09C7-1088FB88C24B}"/>
          </ac:cxnSpMkLst>
        </pc:cxnChg>
        <pc:cxnChg chg="add mod">
          <ac:chgData name="Sergio Daniel Ladino Delgado" userId="2583be0d34a50219" providerId="LiveId" clId="{9216CCCD-79C5-4B94-BFB8-329B8BF4AD03}" dt="2026-05-22T00:08:41.246" v="1009" actId="1076"/>
          <ac:cxnSpMkLst>
            <pc:docMk/>
            <pc:sldMk cId="1750635582" sldId="403"/>
            <ac:cxnSpMk id="89" creationId="{8F0DE5C7-4CAA-1FD4-86FD-32D18F8F8129}"/>
          </ac:cxnSpMkLst>
        </pc:cxnChg>
        <pc:cxnChg chg="add mod">
          <ac:chgData name="Sergio Daniel Ladino Delgado" userId="2583be0d34a50219" providerId="LiveId" clId="{9216CCCD-79C5-4B94-BFB8-329B8BF4AD03}" dt="2026-05-22T00:08:41.246" v="1009" actId="1076"/>
          <ac:cxnSpMkLst>
            <pc:docMk/>
            <pc:sldMk cId="1750635582" sldId="403"/>
            <ac:cxnSpMk id="93" creationId="{64D7395E-7B55-28BC-FB64-04C7ACAE6C14}"/>
          </ac:cxnSpMkLst>
        </pc:cxnChg>
      </pc:sldChg>
      <pc:sldChg chg="addSp delSp modSp add mod delAnim modAnim modNotesTx">
        <pc:chgData name="Sergio Daniel Ladino Delgado" userId="2583be0d34a50219" providerId="LiveId" clId="{9216CCCD-79C5-4B94-BFB8-329B8BF4AD03}" dt="2026-05-27T02:23:41.502" v="4191"/>
        <pc:sldMkLst>
          <pc:docMk/>
          <pc:sldMk cId="535074827" sldId="404"/>
        </pc:sldMkLst>
        <pc:spChg chg="add mod">
          <ac:chgData name="Sergio Daniel Ladino Delgado" userId="2583be0d34a50219" providerId="LiveId" clId="{9216CCCD-79C5-4B94-BFB8-329B8BF4AD03}" dt="2026-05-22T00:33:08.629" v="1067" actId="1076"/>
          <ac:spMkLst>
            <pc:docMk/>
            <pc:sldMk cId="535074827" sldId="404"/>
            <ac:spMk id="4" creationId="{2A1B9D55-14D3-543B-B955-FF07D89301AF}"/>
          </ac:spMkLst>
        </pc:spChg>
        <pc:spChg chg="add mod">
          <ac:chgData name="Sergio Daniel Ladino Delgado" userId="2583be0d34a50219" providerId="LiveId" clId="{9216CCCD-79C5-4B94-BFB8-329B8BF4AD03}" dt="2026-05-22T00:33:08.629" v="1067" actId="1076"/>
          <ac:spMkLst>
            <pc:docMk/>
            <pc:sldMk cId="535074827" sldId="404"/>
            <ac:spMk id="6" creationId="{6016895D-BAD7-AC0C-271E-D4C9F7CB6617}"/>
          </ac:spMkLst>
        </pc:spChg>
        <pc:spChg chg="add mod">
          <ac:chgData name="Sergio Daniel Ladino Delgado" userId="2583be0d34a50219" providerId="LiveId" clId="{9216CCCD-79C5-4B94-BFB8-329B8BF4AD03}" dt="2026-05-22T00:33:08.629" v="1067" actId="1076"/>
          <ac:spMkLst>
            <pc:docMk/>
            <pc:sldMk cId="535074827" sldId="404"/>
            <ac:spMk id="7" creationId="{C43993FD-76CF-0CFC-4E20-E74FB0A241D7}"/>
          </ac:spMkLst>
        </pc:spChg>
        <pc:spChg chg="mod">
          <ac:chgData name="Sergio Daniel Ladino Delgado" userId="2583be0d34a50219" providerId="LiveId" clId="{9216CCCD-79C5-4B94-BFB8-329B8BF4AD03}" dt="2026-05-22T00:49:31.602" v="1266"/>
          <ac:spMkLst>
            <pc:docMk/>
            <pc:sldMk cId="535074827" sldId="404"/>
            <ac:spMk id="14" creationId="{74E0B04A-F4CD-EDAB-F8D2-DADD8249B3B0}"/>
          </ac:spMkLst>
        </pc:spChg>
        <pc:spChg chg="add mod">
          <ac:chgData name="Sergio Daniel Ladino Delgado" userId="2583be0d34a50219" providerId="LiveId" clId="{9216CCCD-79C5-4B94-BFB8-329B8BF4AD03}" dt="2026-05-22T00:31:08.485" v="1027" actId="1076"/>
          <ac:spMkLst>
            <pc:docMk/>
            <pc:sldMk cId="535074827" sldId="404"/>
            <ac:spMk id="35" creationId="{0259E5AB-5280-E70B-91A7-B17A2047EBF8}"/>
          </ac:spMkLst>
        </pc:spChg>
        <pc:spChg chg="add mod">
          <ac:chgData name="Sergio Daniel Ladino Delgado" userId="2583be0d34a50219" providerId="LiveId" clId="{9216CCCD-79C5-4B94-BFB8-329B8BF4AD03}" dt="2026-05-22T00:33:08.629" v="1067" actId="1076"/>
          <ac:spMkLst>
            <pc:docMk/>
            <pc:sldMk cId="535074827" sldId="404"/>
            <ac:spMk id="98" creationId="{C84FFEA7-2607-CC9B-01D7-5125E88F239E}"/>
          </ac:spMkLst>
        </pc:spChg>
        <pc:spChg chg="add mod">
          <ac:chgData name="Sergio Daniel Ladino Delgado" userId="2583be0d34a50219" providerId="LiveId" clId="{9216CCCD-79C5-4B94-BFB8-329B8BF4AD03}" dt="2026-05-22T00:34:42.712" v="1113" actId="1076"/>
          <ac:spMkLst>
            <pc:docMk/>
            <pc:sldMk cId="535074827" sldId="404"/>
            <ac:spMk id="107" creationId="{CDAB8C1A-62A1-6A31-000E-35E44543C86B}"/>
          </ac:spMkLst>
        </pc:spChg>
        <pc:spChg chg="add mod">
          <ac:chgData name="Sergio Daniel Ladino Delgado" userId="2583be0d34a50219" providerId="LiveId" clId="{9216CCCD-79C5-4B94-BFB8-329B8BF4AD03}" dt="2026-05-22T00:37:19.546" v="1152" actId="1076"/>
          <ac:spMkLst>
            <pc:docMk/>
            <pc:sldMk cId="535074827" sldId="404"/>
            <ac:spMk id="113" creationId="{D70FCBBA-D565-AD35-CFA1-1E135F17B48B}"/>
          </ac:spMkLst>
        </pc:spChg>
        <pc:spChg chg="add mod">
          <ac:chgData name="Sergio Daniel Ladino Delgado" userId="2583be0d34a50219" providerId="LiveId" clId="{9216CCCD-79C5-4B94-BFB8-329B8BF4AD03}" dt="2026-05-22T00:40:19.617" v="1192" actId="1076"/>
          <ac:spMkLst>
            <pc:docMk/>
            <pc:sldMk cId="535074827" sldId="404"/>
            <ac:spMk id="114" creationId="{245EE3E6-6682-53DF-57FC-9ED046AD609A}"/>
          </ac:spMkLst>
        </pc:spChg>
        <pc:spChg chg="add mod">
          <ac:chgData name="Sergio Daniel Ladino Delgado" userId="2583be0d34a50219" providerId="LiveId" clId="{9216CCCD-79C5-4B94-BFB8-329B8BF4AD03}" dt="2026-05-27T02:23:08.724" v="4186" actId="1076"/>
          <ac:spMkLst>
            <pc:docMk/>
            <pc:sldMk cId="535074827" sldId="404"/>
            <ac:spMk id="115" creationId="{D4109A07-D6D9-CFFD-FBB9-A57B71C47320}"/>
          </ac:spMkLst>
        </pc:spChg>
        <pc:grpChg chg="mod topLvl">
          <ac:chgData name="Sergio Daniel Ladino Delgado" userId="2583be0d34a50219" providerId="LiveId" clId="{9216CCCD-79C5-4B94-BFB8-329B8BF4AD03}" dt="2026-05-22T00:31:22.886" v="1031" actId="165"/>
          <ac:grpSpMkLst>
            <pc:docMk/>
            <pc:sldMk cId="535074827" sldId="404"/>
            <ac:grpSpMk id="9" creationId="{B05FEA79-5F85-D7D1-0C19-D69B55245DD1}"/>
          </ac:grpSpMkLst>
        </pc:grpChg>
        <pc:cxnChg chg="mod topLvl">
          <ac:chgData name="Sergio Daniel Ladino Delgado" userId="2583be0d34a50219" providerId="LiveId" clId="{9216CCCD-79C5-4B94-BFB8-329B8BF4AD03}" dt="2026-05-22T00:31:22.886" v="1031" actId="165"/>
          <ac:cxnSpMkLst>
            <pc:docMk/>
            <pc:sldMk cId="535074827" sldId="404"/>
            <ac:cxnSpMk id="10" creationId="{723B2FA4-A1AB-B4F0-A3BA-871DF78F12E4}"/>
          </ac:cxnSpMkLst>
        </pc:cxnChg>
        <pc:cxnChg chg="mod topLvl">
          <ac:chgData name="Sergio Daniel Ladino Delgado" userId="2583be0d34a50219" providerId="LiveId" clId="{9216CCCD-79C5-4B94-BFB8-329B8BF4AD03}" dt="2026-05-22T00:31:22.886" v="1031" actId="165"/>
          <ac:cxnSpMkLst>
            <pc:docMk/>
            <pc:sldMk cId="535074827" sldId="404"/>
            <ac:cxnSpMk id="11" creationId="{CBFC6CC5-3F61-3791-9D20-8CAEBE5C8DD2}"/>
          </ac:cxnSpMkLst>
        </pc:cxnChg>
        <pc:cxnChg chg="mod topLvl">
          <ac:chgData name="Sergio Daniel Ladino Delgado" userId="2583be0d34a50219" providerId="LiveId" clId="{9216CCCD-79C5-4B94-BFB8-329B8BF4AD03}" dt="2026-05-22T00:31:22.886" v="1031" actId="165"/>
          <ac:cxnSpMkLst>
            <pc:docMk/>
            <pc:sldMk cId="535074827" sldId="404"/>
            <ac:cxnSpMk id="15" creationId="{909A0155-D727-4455-2014-9D9AC489971F}"/>
          </ac:cxnSpMkLst>
        </pc:cxnChg>
        <pc:cxnChg chg="mod">
          <ac:chgData name="Sergio Daniel Ladino Delgado" userId="2583be0d34a50219" providerId="LiveId" clId="{9216CCCD-79C5-4B94-BFB8-329B8BF4AD03}" dt="2026-05-22T00:31:41.173" v="1046" actId="14100"/>
          <ac:cxnSpMkLst>
            <pc:docMk/>
            <pc:sldMk cId="535074827" sldId="404"/>
            <ac:cxnSpMk id="20" creationId="{849E5256-A107-6D26-B4D5-DA159F235065}"/>
          </ac:cxnSpMkLst>
        </pc:cxnChg>
        <pc:cxnChg chg="mod">
          <ac:chgData name="Sergio Daniel Ladino Delgado" userId="2583be0d34a50219" providerId="LiveId" clId="{9216CCCD-79C5-4B94-BFB8-329B8BF4AD03}" dt="2026-05-22T00:31:22.886" v="1031" actId="165"/>
          <ac:cxnSpMkLst>
            <pc:docMk/>
            <pc:sldMk cId="535074827" sldId="404"/>
            <ac:cxnSpMk id="34" creationId="{BF69C7D7-7C07-8320-0795-0A27DBF7A44F}"/>
          </ac:cxnSpMkLst>
        </pc:cxnChg>
        <pc:cxnChg chg="add mod">
          <ac:chgData name="Sergio Daniel Ladino Delgado" userId="2583be0d34a50219" providerId="LiveId" clId="{9216CCCD-79C5-4B94-BFB8-329B8BF4AD03}" dt="2026-05-22T00:31:49.095" v="1048" actId="1076"/>
          <ac:cxnSpMkLst>
            <pc:docMk/>
            <pc:sldMk cId="535074827" sldId="404"/>
            <ac:cxnSpMk id="38" creationId="{9E1AE731-274C-F0E1-B3AF-7AC12055E6B2}"/>
          </ac:cxnSpMkLst>
        </pc:cxnChg>
        <pc:cxnChg chg="add mod">
          <ac:chgData name="Sergio Daniel Ladino Delgado" userId="2583be0d34a50219" providerId="LiveId" clId="{9216CCCD-79C5-4B94-BFB8-329B8BF4AD03}" dt="2026-05-22T00:32:09.793" v="1054" actId="1076"/>
          <ac:cxnSpMkLst>
            <pc:docMk/>
            <pc:sldMk cId="535074827" sldId="404"/>
            <ac:cxnSpMk id="39" creationId="{B2A7A1D0-7FE7-902C-549C-7DBA20E3754C}"/>
          </ac:cxnSpMkLst>
        </pc:cxnChg>
        <pc:cxnChg chg="add mod">
          <ac:chgData name="Sergio Daniel Ladino Delgado" userId="2583be0d34a50219" providerId="LiveId" clId="{9216CCCD-79C5-4B94-BFB8-329B8BF4AD03}" dt="2026-05-22T00:32:16.019" v="1056" actId="1076"/>
          <ac:cxnSpMkLst>
            <pc:docMk/>
            <pc:sldMk cId="535074827" sldId="404"/>
            <ac:cxnSpMk id="43" creationId="{D42DE8CA-9C98-BA9B-70A9-00EC329D98FB}"/>
          </ac:cxnSpMkLst>
        </pc:cxnChg>
        <pc:cxnChg chg="add mod">
          <ac:chgData name="Sergio Daniel Ladino Delgado" userId="2583be0d34a50219" providerId="LiveId" clId="{9216CCCD-79C5-4B94-BFB8-329B8BF4AD03}" dt="2026-05-22T00:32:16.019" v="1056" actId="1076"/>
          <ac:cxnSpMkLst>
            <pc:docMk/>
            <pc:sldMk cId="535074827" sldId="404"/>
            <ac:cxnSpMk id="44" creationId="{2380ECAD-04EF-83C4-D4B0-25BF4970C21B}"/>
          </ac:cxnSpMkLst>
        </pc:cxnChg>
        <pc:cxnChg chg="add mod">
          <ac:chgData name="Sergio Daniel Ladino Delgado" userId="2583be0d34a50219" providerId="LiveId" clId="{9216CCCD-79C5-4B94-BFB8-329B8BF4AD03}" dt="2026-05-22T00:32:16.019" v="1056" actId="1076"/>
          <ac:cxnSpMkLst>
            <pc:docMk/>
            <pc:sldMk cId="535074827" sldId="404"/>
            <ac:cxnSpMk id="45" creationId="{EEA99B42-40E1-D999-120E-8507B81592CD}"/>
          </ac:cxnSpMkLst>
        </pc:cxnChg>
        <pc:cxnChg chg="add mod">
          <ac:chgData name="Sergio Daniel Ladino Delgado" userId="2583be0d34a50219" providerId="LiveId" clId="{9216CCCD-79C5-4B94-BFB8-329B8BF4AD03}" dt="2026-05-22T00:32:31.358" v="1061" actId="1076"/>
          <ac:cxnSpMkLst>
            <pc:docMk/>
            <pc:sldMk cId="535074827" sldId="404"/>
            <ac:cxnSpMk id="46" creationId="{87A0C596-D4F7-7A4C-696F-4A599163CFCB}"/>
          </ac:cxnSpMkLst>
        </pc:cxnChg>
        <pc:cxnChg chg="add mod">
          <ac:chgData name="Sergio Daniel Ladino Delgado" userId="2583be0d34a50219" providerId="LiveId" clId="{9216CCCD-79C5-4B94-BFB8-329B8BF4AD03}" dt="2026-05-22T00:32:31.358" v="1061" actId="1076"/>
          <ac:cxnSpMkLst>
            <pc:docMk/>
            <pc:sldMk cId="535074827" sldId="404"/>
            <ac:cxnSpMk id="88" creationId="{C46FF279-4909-3835-6C93-5EC2CBD8210C}"/>
          </ac:cxnSpMkLst>
        </pc:cxnChg>
        <pc:cxnChg chg="add mod">
          <ac:chgData name="Sergio Daniel Ladino Delgado" userId="2583be0d34a50219" providerId="LiveId" clId="{9216CCCD-79C5-4B94-BFB8-329B8BF4AD03}" dt="2026-05-22T00:32:31.358" v="1061" actId="1076"/>
          <ac:cxnSpMkLst>
            <pc:docMk/>
            <pc:sldMk cId="535074827" sldId="404"/>
            <ac:cxnSpMk id="90" creationId="{C6E2EA2F-2AF5-1FE7-6BD1-98959B3FB90E}"/>
          </ac:cxnSpMkLst>
        </pc:cxnChg>
        <pc:cxnChg chg="add mod">
          <ac:chgData name="Sergio Daniel Ladino Delgado" userId="2583be0d34a50219" providerId="LiveId" clId="{9216CCCD-79C5-4B94-BFB8-329B8BF4AD03}" dt="2026-05-22T00:32:26.265" v="1060" actId="1076"/>
          <ac:cxnSpMkLst>
            <pc:docMk/>
            <pc:sldMk cId="535074827" sldId="404"/>
            <ac:cxnSpMk id="91" creationId="{89B8A7AE-EEC9-60AC-F703-ED6190DFDF00}"/>
          </ac:cxnSpMkLst>
        </pc:cxnChg>
        <pc:cxnChg chg="add mod">
          <ac:chgData name="Sergio Daniel Ladino Delgado" userId="2583be0d34a50219" providerId="LiveId" clId="{9216CCCD-79C5-4B94-BFB8-329B8BF4AD03}" dt="2026-05-22T00:32:26.265" v="1060" actId="1076"/>
          <ac:cxnSpMkLst>
            <pc:docMk/>
            <pc:sldMk cId="535074827" sldId="404"/>
            <ac:cxnSpMk id="94" creationId="{63F6CC04-4E50-E3A4-FC93-4CF6642EC12F}"/>
          </ac:cxnSpMkLst>
        </pc:cxnChg>
        <pc:cxnChg chg="add mod">
          <ac:chgData name="Sergio Daniel Ladino Delgado" userId="2583be0d34a50219" providerId="LiveId" clId="{9216CCCD-79C5-4B94-BFB8-329B8BF4AD03}" dt="2026-05-22T00:32:26.265" v="1060" actId="1076"/>
          <ac:cxnSpMkLst>
            <pc:docMk/>
            <pc:sldMk cId="535074827" sldId="404"/>
            <ac:cxnSpMk id="96" creationId="{E6DF867A-39A7-B7C3-B4C6-5355C35AFA3C}"/>
          </ac:cxnSpMkLst>
        </pc:cxnChg>
        <pc:cxnChg chg="add mod">
          <ac:chgData name="Sergio Daniel Ladino Delgado" userId="2583be0d34a50219" providerId="LiveId" clId="{9216CCCD-79C5-4B94-BFB8-329B8BF4AD03}" dt="2026-05-22T00:33:21.126" v="1070" actId="208"/>
          <ac:cxnSpMkLst>
            <pc:docMk/>
            <pc:sldMk cId="535074827" sldId="404"/>
            <ac:cxnSpMk id="99" creationId="{EB7F88F2-E335-3AFE-62FC-BA0233D44C10}"/>
          </ac:cxnSpMkLst>
        </pc:cxnChg>
        <pc:cxnChg chg="add mod">
          <ac:chgData name="Sergio Daniel Ladino Delgado" userId="2583be0d34a50219" providerId="LiveId" clId="{9216CCCD-79C5-4B94-BFB8-329B8BF4AD03}" dt="2026-05-22T00:33:31.891" v="1073" actId="208"/>
          <ac:cxnSpMkLst>
            <pc:docMk/>
            <pc:sldMk cId="535074827" sldId="404"/>
            <ac:cxnSpMk id="100" creationId="{6DA7391C-53C9-69A0-C709-598542E753F6}"/>
          </ac:cxnSpMkLst>
        </pc:cxnChg>
        <pc:cxnChg chg="add mod">
          <ac:chgData name="Sergio Daniel Ladino Delgado" userId="2583be0d34a50219" providerId="LiveId" clId="{9216CCCD-79C5-4B94-BFB8-329B8BF4AD03}" dt="2026-05-22T00:34:20.191" v="1100" actId="1076"/>
          <ac:cxnSpMkLst>
            <pc:docMk/>
            <pc:sldMk cId="535074827" sldId="404"/>
            <ac:cxnSpMk id="101" creationId="{805F0F9F-BDFB-2F59-869E-D93A4F31930B}"/>
          </ac:cxnSpMkLst>
        </pc:cxnChg>
        <pc:cxnChg chg="add mod">
          <ac:chgData name="Sergio Daniel Ladino Delgado" userId="2583be0d34a50219" providerId="LiveId" clId="{9216CCCD-79C5-4B94-BFB8-329B8BF4AD03}" dt="2026-05-22T00:34:21.503" v="1101" actId="1076"/>
          <ac:cxnSpMkLst>
            <pc:docMk/>
            <pc:sldMk cId="535074827" sldId="404"/>
            <ac:cxnSpMk id="102" creationId="{902EBEBA-BAE0-F2AD-9B33-88FCD27C0021}"/>
          </ac:cxnSpMkLst>
        </pc:cxnChg>
        <pc:cxnChg chg="add mod">
          <ac:chgData name="Sergio Daniel Ladino Delgado" userId="2583be0d34a50219" providerId="LiveId" clId="{9216CCCD-79C5-4B94-BFB8-329B8BF4AD03}" dt="2026-05-22T00:34:13.955" v="1097" actId="1076"/>
          <ac:cxnSpMkLst>
            <pc:docMk/>
            <pc:sldMk cId="535074827" sldId="404"/>
            <ac:cxnSpMk id="103" creationId="{70EC11E3-531F-6028-02C5-72828776EB0D}"/>
          </ac:cxnSpMkLst>
        </pc:cxnChg>
        <pc:cxnChg chg="add mod">
          <ac:chgData name="Sergio Daniel Ladino Delgado" userId="2583be0d34a50219" providerId="LiveId" clId="{9216CCCD-79C5-4B94-BFB8-329B8BF4AD03}" dt="2026-05-22T00:34:10.079" v="1096" actId="1076"/>
          <ac:cxnSpMkLst>
            <pc:docMk/>
            <pc:sldMk cId="535074827" sldId="404"/>
            <ac:cxnSpMk id="104" creationId="{FE75CE68-2041-2473-F35A-6FAA9AABC38D}"/>
          </ac:cxnSpMkLst>
        </pc:cxnChg>
        <pc:cxnChg chg="add mod">
          <ac:chgData name="Sergio Daniel Ladino Delgado" userId="2583be0d34a50219" providerId="LiveId" clId="{9216CCCD-79C5-4B94-BFB8-329B8BF4AD03}" dt="2026-05-22T00:34:07.725" v="1095" actId="1076"/>
          <ac:cxnSpMkLst>
            <pc:docMk/>
            <pc:sldMk cId="535074827" sldId="404"/>
            <ac:cxnSpMk id="105" creationId="{C051EF0F-E864-9624-E9A7-93D789B22355}"/>
          </ac:cxnSpMkLst>
        </pc:cxnChg>
        <pc:cxnChg chg="add mod">
          <ac:chgData name="Sergio Daniel Ladino Delgado" userId="2583be0d34a50219" providerId="LiveId" clId="{9216CCCD-79C5-4B94-BFB8-329B8BF4AD03}" dt="2026-05-22T00:34:01.061" v="1093" actId="1035"/>
          <ac:cxnSpMkLst>
            <pc:docMk/>
            <pc:sldMk cId="535074827" sldId="404"/>
            <ac:cxnSpMk id="106" creationId="{5011EDC7-5296-847A-195A-6C7608154B78}"/>
          </ac:cxnSpMkLst>
        </pc:cxnChg>
        <pc:cxnChg chg="add mod">
          <ac:chgData name="Sergio Daniel Ladino Delgado" userId="2583be0d34a50219" providerId="LiveId" clId="{9216CCCD-79C5-4B94-BFB8-329B8BF4AD03}" dt="2026-05-22T00:36:46.223" v="1123" actId="1076"/>
          <ac:cxnSpMkLst>
            <pc:docMk/>
            <pc:sldMk cId="535074827" sldId="404"/>
            <ac:cxnSpMk id="110" creationId="{D8F7CA12-86B8-4F94-D9F4-37F17606FCEB}"/>
          </ac:cxnSpMkLst>
        </pc:cxnChg>
      </pc:sldChg>
      <pc:sldChg chg="addSp delSp modSp add mod delAnim modAnim">
        <pc:chgData name="Sergio Daniel Ladino Delgado" userId="2583be0d34a50219" providerId="LiveId" clId="{9216CCCD-79C5-4B94-BFB8-329B8BF4AD03}" dt="2026-05-27T02:24:50.645" v="4193"/>
        <pc:sldMkLst>
          <pc:docMk/>
          <pc:sldMk cId="1625471951" sldId="405"/>
        </pc:sldMkLst>
        <pc:spChg chg="mod">
          <ac:chgData name="Sergio Daniel Ladino Delgado" userId="2583be0d34a50219" providerId="LiveId" clId="{9216CCCD-79C5-4B94-BFB8-329B8BF4AD03}" dt="2026-05-22T00:49:36.548" v="1268"/>
          <ac:spMkLst>
            <pc:docMk/>
            <pc:sldMk cId="1625471951" sldId="405"/>
            <ac:spMk id="14" creationId="{171DD4AE-704E-3522-117C-80BAAAC28594}"/>
          </ac:spMkLst>
        </pc:spChg>
        <pc:spChg chg="add mod">
          <ac:chgData name="Sergio Daniel Ladino Delgado" userId="2583be0d34a50219" providerId="LiveId" clId="{9216CCCD-79C5-4B94-BFB8-329B8BF4AD03}" dt="2026-05-22T00:47:09.603" v="1230" actId="20577"/>
          <ac:spMkLst>
            <pc:docMk/>
            <pc:sldMk cId="1625471951" sldId="405"/>
            <ac:spMk id="22" creationId="{DA7F49AC-B1F5-6190-EDB2-C7DA5364336F}"/>
          </ac:spMkLst>
        </pc:spChg>
        <pc:spChg chg="add mod">
          <ac:chgData name="Sergio Daniel Ladino Delgado" userId="2583be0d34a50219" providerId="LiveId" clId="{9216CCCD-79C5-4B94-BFB8-329B8BF4AD03}" dt="2026-05-22T00:47:48.893" v="1245" actId="1076"/>
          <ac:spMkLst>
            <pc:docMk/>
            <pc:sldMk cId="1625471951" sldId="405"/>
            <ac:spMk id="24" creationId="{D955C15A-7ADD-D482-AE25-46F29DE4E941}"/>
          </ac:spMkLst>
        </pc:spChg>
        <pc:spChg chg="add mod">
          <ac:chgData name="Sergio Daniel Ladino Delgado" userId="2583be0d34a50219" providerId="LiveId" clId="{9216CCCD-79C5-4B94-BFB8-329B8BF4AD03}" dt="2026-05-22T00:48:02.786" v="1253" actId="20577"/>
          <ac:spMkLst>
            <pc:docMk/>
            <pc:sldMk cId="1625471951" sldId="405"/>
            <ac:spMk id="25" creationId="{01F7176D-E6B8-B215-0BF9-35661935359E}"/>
          </ac:spMkLst>
        </pc:spChg>
        <pc:spChg chg="mod">
          <ac:chgData name="Sergio Daniel Ladino Delgado" userId="2583be0d34a50219" providerId="LiveId" clId="{9216CCCD-79C5-4B94-BFB8-329B8BF4AD03}" dt="2026-05-22T00:46:58.075" v="1226" actId="20577"/>
          <ac:spMkLst>
            <pc:docMk/>
            <pc:sldMk cId="1625471951" sldId="405"/>
            <ac:spMk id="115" creationId="{38103A18-6BD0-B9A5-C5A0-01B68EB2CD0A}"/>
          </ac:spMkLst>
        </pc:spChg>
        <pc:picChg chg="add mod">
          <ac:chgData name="Sergio Daniel Ladino Delgado" userId="2583be0d34a50219" providerId="LiveId" clId="{9216CCCD-79C5-4B94-BFB8-329B8BF4AD03}" dt="2026-05-22T00:45:12.177" v="1212" actId="14100"/>
          <ac:picMkLst>
            <pc:docMk/>
            <pc:sldMk cId="1625471951" sldId="405"/>
            <ac:picMk id="18" creationId="{A4570D9E-4A71-0A82-3695-A95A64CF2289}"/>
          </ac:picMkLst>
        </pc:picChg>
        <pc:picChg chg="add mod">
          <ac:chgData name="Sergio Daniel Ladino Delgado" userId="2583be0d34a50219" providerId="LiveId" clId="{9216CCCD-79C5-4B94-BFB8-329B8BF4AD03}" dt="2026-05-22T00:45:12.982" v="1213" actId="1076"/>
          <ac:picMkLst>
            <pc:docMk/>
            <pc:sldMk cId="1625471951" sldId="405"/>
            <ac:picMk id="21" creationId="{82EFE8C7-2691-8852-D010-6305A2EDE598}"/>
          </ac:picMkLst>
        </pc:picChg>
      </pc:sldChg>
      <pc:sldChg chg="delSp modSp add mod ord">
        <pc:chgData name="Sergio Daniel Ladino Delgado" userId="2583be0d34a50219" providerId="LiveId" clId="{9216CCCD-79C5-4B94-BFB8-329B8BF4AD03}" dt="2026-05-22T01:17:09.826" v="1314" actId="1076"/>
        <pc:sldMkLst>
          <pc:docMk/>
          <pc:sldMk cId="4080084641" sldId="406"/>
        </pc:sldMkLst>
        <pc:spChg chg="mod">
          <ac:chgData name="Sergio Daniel Ladino Delgado" userId="2583be0d34a50219" providerId="LiveId" clId="{9216CCCD-79C5-4B94-BFB8-329B8BF4AD03}" dt="2026-05-22T01:17:09.826" v="1314" actId="1076"/>
          <ac:spMkLst>
            <pc:docMk/>
            <pc:sldMk cId="4080084641" sldId="406"/>
            <ac:spMk id="11" creationId="{5C9A9F33-E99B-87E9-C186-E30E53C590BE}"/>
          </ac:spMkLst>
        </pc:spChg>
      </pc:sldChg>
      <pc:sldChg chg="addSp delSp modSp add mod delAnim modAnim">
        <pc:chgData name="Sergio Daniel Ladino Delgado" userId="2583be0d34a50219" providerId="LiveId" clId="{9216CCCD-79C5-4B94-BFB8-329B8BF4AD03}" dt="2026-05-27T02:25:02.542" v="4194"/>
        <pc:sldMkLst>
          <pc:docMk/>
          <pc:sldMk cId="1756608835" sldId="407"/>
        </pc:sldMkLst>
        <pc:spChg chg="add mod">
          <ac:chgData name="Sergio Daniel Ladino Delgado" userId="2583be0d34a50219" providerId="LiveId" clId="{9216CCCD-79C5-4B94-BFB8-329B8BF4AD03}" dt="2026-05-22T01:18:56.486" v="1343" actId="1076"/>
          <ac:spMkLst>
            <pc:docMk/>
            <pc:sldMk cId="1756608835" sldId="407"/>
            <ac:spMk id="4" creationId="{AFF117CB-70B6-CFBF-8C75-005BC5C99453}"/>
          </ac:spMkLst>
        </pc:spChg>
        <pc:spChg chg="add mod">
          <ac:chgData name="Sergio Daniel Ladino Delgado" userId="2583be0d34a50219" providerId="LiveId" clId="{9216CCCD-79C5-4B94-BFB8-329B8BF4AD03}" dt="2026-05-22T01:18:56.486" v="1343" actId="1076"/>
          <ac:spMkLst>
            <pc:docMk/>
            <pc:sldMk cId="1756608835" sldId="407"/>
            <ac:spMk id="6" creationId="{CD3762D2-CEED-8F76-F29D-297A49326C83}"/>
          </ac:spMkLst>
        </pc:spChg>
        <pc:spChg chg="add mod">
          <ac:chgData name="Sergio Daniel Ladino Delgado" userId="2583be0d34a50219" providerId="LiveId" clId="{9216CCCD-79C5-4B94-BFB8-329B8BF4AD03}" dt="2026-05-22T01:18:56.486" v="1343" actId="1076"/>
          <ac:spMkLst>
            <pc:docMk/>
            <pc:sldMk cId="1756608835" sldId="407"/>
            <ac:spMk id="7" creationId="{87718DA4-5D83-13B5-F93F-69B8FDBC76A6}"/>
          </ac:spMkLst>
        </pc:spChg>
        <pc:spChg chg="add mod">
          <ac:chgData name="Sergio Daniel Ladino Delgado" userId="2583be0d34a50219" providerId="LiveId" clId="{9216CCCD-79C5-4B94-BFB8-329B8BF4AD03}" dt="2026-05-22T01:20:40.166" v="1352" actId="1076"/>
          <ac:spMkLst>
            <pc:docMk/>
            <pc:sldMk cId="1756608835" sldId="407"/>
            <ac:spMk id="10" creationId="{CD4C154B-4D67-8359-D070-52BDDA95A602}"/>
          </ac:spMkLst>
        </pc:spChg>
        <pc:spChg chg="add mod">
          <ac:chgData name="Sergio Daniel Ladino Delgado" userId="2583be0d34a50219" providerId="LiveId" clId="{9216CCCD-79C5-4B94-BFB8-329B8BF4AD03}" dt="2026-05-22T01:18:56.486" v="1343" actId="1076"/>
          <ac:spMkLst>
            <pc:docMk/>
            <pc:sldMk cId="1756608835" sldId="407"/>
            <ac:spMk id="11" creationId="{EB27DCC6-78E0-5B63-8914-9FE4D87390A2}"/>
          </ac:spMkLst>
        </pc:spChg>
        <pc:spChg chg="add mod">
          <ac:chgData name="Sergio Daniel Ladino Delgado" userId="2583be0d34a50219" providerId="LiveId" clId="{9216CCCD-79C5-4B94-BFB8-329B8BF4AD03}" dt="2026-05-22T01:20:40.166" v="1352" actId="1076"/>
          <ac:spMkLst>
            <pc:docMk/>
            <pc:sldMk cId="1756608835" sldId="407"/>
            <ac:spMk id="13" creationId="{967A135A-3DAD-BC6C-C8F5-968303AF4687}"/>
          </ac:spMkLst>
        </pc:spChg>
        <pc:spChg chg="mod">
          <ac:chgData name="Sergio Daniel Ladino Delgado" userId="2583be0d34a50219" providerId="LiveId" clId="{9216CCCD-79C5-4B94-BFB8-329B8BF4AD03}" dt="2026-05-22T01:18:52.482" v="1342" actId="20577"/>
          <ac:spMkLst>
            <pc:docMk/>
            <pc:sldMk cId="1756608835" sldId="407"/>
            <ac:spMk id="14" creationId="{78B5F7BB-0DAA-30EB-2FA8-5443C6BE686B}"/>
          </ac:spMkLst>
        </pc:spChg>
        <pc:spChg chg="add mod">
          <ac:chgData name="Sergio Daniel Ladino Delgado" userId="2583be0d34a50219" providerId="LiveId" clId="{9216CCCD-79C5-4B94-BFB8-329B8BF4AD03}" dt="2026-05-22T01:18:56.486" v="1343" actId="1076"/>
          <ac:spMkLst>
            <pc:docMk/>
            <pc:sldMk cId="1756608835" sldId="407"/>
            <ac:spMk id="19" creationId="{2FED4283-34EE-9092-301D-1ADCE0290B6C}"/>
          </ac:spMkLst>
        </pc:spChg>
        <pc:spChg chg="add mod">
          <ac:chgData name="Sergio Daniel Ladino Delgado" userId="2583be0d34a50219" providerId="LiveId" clId="{9216CCCD-79C5-4B94-BFB8-329B8BF4AD03}" dt="2026-05-22T01:18:56.486" v="1343" actId="1076"/>
          <ac:spMkLst>
            <pc:docMk/>
            <pc:sldMk cId="1756608835" sldId="407"/>
            <ac:spMk id="23" creationId="{5C018857-A980-F014-1860-C26A7423A586}"/>
          </ac:spMkLst>
        </pc:spChg>
        <pc:spChg chg="add mod">
          <ac:chgData name="Sergio Daniel Ladino Delgado" userId="2583be0d34a50219" providerId="LiveId" clId="{9216CCCD-79C5-4B94-BFB8-329B8BF4AD03}" dt="2026-05-22T01:18:56.486" v="1343" actId="1076"/>
          <ac:spMkLst>
            <pc:docMk/>
            <pc:sldMk cId="1756608835" sldId="407"/>
            <ac:spMk id="26" creationId="{21A5B2B2-20BB-036E-A0ED-B2117D9FB3B2}"/>
          </ac:spMkLst>
        </pc:spChg>
        <pc:spChg chg="add mod">
          <ac:chgData name="Sergio Daniel Ladino Delgado" userId="2583be0d34a50219" providerId="LiveId" clId="{9216CCCD-79C5-4B94-BFB8-329B8BF4AD03}" dt="2026-05-22T01:18:46.035" v="1329" actId="1076"/>
          <ac:spMkLst>
            <pc:docMk/>
            <pc:sldMk cId="1756608835" sldId="407"/>
            <ac:spMk id="28" creationId="{EA15BCEC-7FEA-BA2C-0615-753F4ED284F2}"/>
          </ac:spMkLst>
        </pc:spChg>
        <pc:spChg chg="add mod">
          <ac:chgData name="Sergio Daniel Ladino Delgado" userId="2583be0d34a50219" providerId="LiveId" clId="{9216CCCD-79C5-4B94-BFB8-329B8BF4AD03}" dt="2026-05-22T01:20:24.457" v="1349" actId="20577"/>
          <ac:spMkLst>
            <pc:docMk/>
            <pc:sldMk cId="1756608835" sldId="407"/>
            <ac:spMk id="29" creationId="{3D03B3CE-CAE3-E1B6-44F0-4A5529ECA3FD}"/>
          </ac:spMkLst>
        </pc:spChg>
        <pc:spChg chg="add mod">
          <ac:chgData name="Sergio Daniel Ladino Delgado" userId="2583be0d34a50219" providerId="LiveId" clId="{9216CCCD-79C5-4B94-BFB8-329B8BF4AD03}" dt="2026-05-22T01:20:07.098" v="1346" actId="1076"/>
          <ac:spMkLst>
            <pc:docMk/>
            <pc:sldMk cId="1756608835" sldId="407"/>
            <ac:spMk id="32" creationId="{4587F2B2-02B0-F248-C9D1-D5F4D0E8DFFE}"/>
          </ac:spMkLst>
        </pc:spChg>
        <pc:spChg chg="add del mod">
          <ac:chgData name="Sergio Daniel Ladino Delgado" userId="2583be0d34a50219" providerId="LiveId" clId="{9216CCCD-79C5-4B94-BFB8-329B8BF4AD03}" dt="2026-05-22T01:21:07.038" v="1358" actId="21"/>
          <ac:spMkLst>
            <pc:docMk/>
            <pc:sldMk cId="1756608835" sldId="407"/>
            <ac:spMk id="33" creationId="{837CDC0A-1553-BC12-34CF-DD77B3B74477}"/>
          </ac:spMkLst>
        </pc:spChg>
        <pc:spChg chg="add mod">
          <ac:chgData name="Sergio Daniel Ladino Delgado" userId="2583be0d34a50219" providerId="LiveId" clId="{9216CCCD-79C5-4B94-BFB8-329B8BF4AD03}" dt="2026-05-22T01:21:49.076" v="1375" actId="1076"/>
          <ac:spMkLst>
            <pc:docMk/>
            <pc:sldMk cId="1756608835" sldId="407"/>
            <ac:spMk id="35" creationId="{42E16B37-222D-4C90-E13A-740DAAFE998D}"/>
          </ac:spMkLst>
        </pc:spChg>
        <pc:spChg chg="add mod">
          <ac:chgData name="Sergio Daniel Ladino Delgado" userId="2583be0d34a50219" providerId="LiveId" clId="{9216CCCD-79C5-4B94-BFB8-329B8BF4AD03}" dt="2026-05-22T01:21:22.803" v="1365" actId="20577"/>
          <ac:spMkLst>
            <pc:docMk/>
            <pc:sldMk cId="1756608835" sldId="407"/>
            <ac:spMk id="36" creationId="{F78AEAC0-3A9E-E5B9-C4A2-E925CFDC2F82}"/>
          </ac:spMkLst>
        </pc:spChg>
        <pc:cxnChg chg="add mod">
          <ac:chgData name="Sergio Daniel Ladino Delgado" userId="2583be0d34a50219" providerId="LiveId" clId="{9216CCCD-79C5-4B94-BFB8-329B8BF4AD03}" dt="2026-05-22T01:20:02.153" v="1345" actId="1076"/>
          <ac:cxnSpMkLst>
            <pc:docMk/>
            <pc:sldMk cId="1756608835" sldId="407"/>
            <ac:cxnSpMk id="30" creationId="{018F0BB7-079A-9129-1655-E1371761C3F4}"/>
          </ac:cxnSpMkLst>
        </pc:cxnChg>
        <pc:cxnChg chg="add mod">
          <ac:chgData name="Sergio Daniel Ladino Delgado" userId="2583be0d34a50219" providerId="LiveId" clId="{9216CCCD-79C5-4B94-BFB8-329B8BF4AD03}" dt="2026-05-22T01:20:07.098" v="1346" actId="1076"/>
          <ac:cxnSpMkLst>
            <pc:docMk/>
            <pc:sldMk cId="1756608835" sldId="407"/>
            <ac:cxnSpMk id="31" creationId="{0159BFD8-D2EC-DCB2-2ABB-77F311E79A91}"/>
          </ac:cxnSpMkLst>
        </pc:cxnChg>
        <pc:cxnChg chg="add mod">
          <ac:chgData name="Sergio Daniel Ladino Delgado" userId="2583be0d34a50219" providerId="LiveId" clId="{9216CCCD-79C5-4B94-BFB8-329B8BF4AD03}" dt="2026-05-22T01:21:07.038" v="1358" actId="21"/>
          <ac:cxnSpMkLst>
            <pc:docMk/>
            <pc:sldMk cId="1756608835" sldId="407"/>
            <ac:cxnSpMk id="34" creationId="{7F614B88-CC1C-46FB-CF72-16417091184E}"/>
          </ac:cxnSpMkLst>
        </pc:cxnChg>
        <pc:cxnChg chg="add mod">
          <ac:chgData name="Sergio Daniel Ladino Delgado" userId="2583be0d34a50219" providerId="LiveId" clId="{9216CCCD-79C5-4B94-BFB8-329B8BF4AD03}" dt="2026-05-22T01:21:28.624" v="1367" actId="1076"/>
          <ac:cxnSpMkLst>
            <pc:docMk/>
            <pc:sldMk cId="1756608835" sldId="407"/>
            <ac:cxnSpMk id="37" creationId="{1E90574F-D652-7706-AC81-9D7B633FEBAA}"/>
          </ac:cxnSpMkLst>
        </pc:cxnChg>
        <pc:cxnChg chg="add mod">
          <ac:chgData name="Sergio Daniel Ladino Delgado" userId="2583be0d34a50219" providerId="LiveId" clId="{9216CCCD-79C5-4B94-BFB8-329B8BF4AD03}" dt="2026-05-22T01:21:40.001" v="1372" actId="14100"/>
          <ac:cxnSpMkLst>
            <pc:docMk/>
            <pc:sldMk cId="1756608835" sldId="407"/>
            <ac:cxnSpMk id="38" creationId="{4ED03525-1697-8E49-D4B0-7374BEB2C693}"/>
          </ac:cxnSpMkLst>
        </pc:cxnChg>
        <pc:cxnChg chg="add mod">
          <ac:chgData name="Sergio Daniel Ladino Delgado" userId="2583be0d34a50219" providerId="LiveId" clId="{9216CCCD-79C5-4B94-BFB8-329B8BF4AD03}" dt="2026-05-22T01:21:47.169" v="1374" actId="1076"/>
          <ac:cxnSpMkLst>
            <pc:docMk/>
            <pc:sldMk cId="1756608835" sldId="407"/>
            <ac:cxnSpMk id="41" creationId="{FB5466A3-D6C7-9652-170C-90AEB3C16124}"/>
          </ac:cxnSpMkLst>
        </pc:cxnChg>
      </pc:sldChg>
      <pc:sldChg chg="addSp delSp modSp add mod modNotesTx">
        <pc:chgData name="Sergio Daniel Ladino Delgado" userId="2583be0d34a50219" providerId="LiveId" clId="{9216CCCD-79C5-4B94-BFB8-329B8BF4AD03}" dt="2026-05-22T01:41:19.080" v="1483" actId="1076"/>
        <pc:sldMkLst>
          <pc:docMk/>
          <pc:sldMk cId="2907171287" sldId="408"/>
        </pc:sldMkLst>
        <pc:spChg chg="mod">
          <ac:chgData name="Sergio Daniel Ladino Delgado" userId="2583be0d34a50219" providerId="LiveId" clId="{9216CCCD-79C5-4B94-BFB8-329B8BF4AD03}" dt="2026-05-22T01:22:29.571" v="1394" actId="313"/>
          <ac:spMkLst>
            <pc:docMk/>
            <pc:sldMk cId="2907171287" sldId="408"/>
            <ac:spMk id="14" creationId="{45648C74-C108-C164-47FF-DB87AD560FA9}"/>
          </ac:spMkLst>
        </pc:spChg>
        <pc:picChg chg="add mod">
          <ac:chgData name="Sergio Daniel Ladino Delgado" userId="2583be0d34a50219" providerId="LiveId" clId="{9216CCCD-79C5-4B94-BFB8-329B8BF4AD03}" dt="2026-05-22T01:39:30.969" v="1463" actId="1076"/>
          <ac:picMkLst>
            <pc:docMk/>
            <pc:sldMk cId="2907171287" sldId="408"/>
            <ac:picMk id="18" creationId="{22D75AF8-9E40-6ECB-98A1-15E407C48E87}"/>
          </ac:picMkLst>
        </pc:picChg>
        <pc:picChg chg="add mod modCrop">
          <ac:chgData name="Sergio Daniel Ladino Delgado" userId="2583be0d34a50219" providerId="LiveId" clId="{9216CCCD-79C5-4B94-BFB8-329B8BF4AD03}" dt="2026-05-22T01:41:15.862" v="1481" actId="1076"/>
          <ac:picMkLst>
            <pc:docMk/>
            <pc:sldMk cId="2907171287" sldId="408"/>
            <ac:picMk id="20" creationId="{9A0FA2E9-F95C-1C6D-5FCB-0091E1C1CED8}"/>
          </ac:picMkLst>
        </pc:picChg>
        <pc:picChg chg="add mod modCrop">
          <ac:chgData name="Sergio Daniel Ladino Delgado" userId="2583be0d34a50219" providerId="LiveId" clId="{9216CCCD-79C5-4B94-BFB8-329B8BF4AD03}" dt="2026-05-22T01:41:19.080" v="1483" actId="1076"/>
          <ac:picMkLst>
            <pc:docMk/>
            <pc:sldMk cId="2907171287" sldId="408"/>
            <ac:picMk id="26" creationId="{7F53D056-AD99-B517-9FB3-04C339A792FC}"/>
          </ac:picMkLst>
        </pc:picChg>
        <pc:picChg chg="add mod">
          <ac:chgData name="Sergio Daniel Ladino Delgado" userId="2583be0d34a50219" providerId="LiveId" clId="{9216CCCD-79C5-4B94-BFB8-329B8BF4AD03}" dt="2026-05-22T01:41:17.313" v="1482" actId="1076"/>
          <ac:picMkLst>
            <pc:docMk/>
            <pc:sldMk cId="2907171287" sldId="408"/>
            <ac:picMk id="28" creationId="{01516189-3B99-FC6A-6F05-878EF94F8BFB}"/>
          </ac:picMkLst>
        </pc:picChg>
      </pc:sldChg>
      <pc:sldChg chg="addSp delSp modSp add mod modNotesTx">
        <pc:chgData name="Sergio Daniel Ladino Delgado" userId="2583be0d34a50219" providerId="LiveId" clId="{9216CCCD-79C5-4B94-BFB8-329B8BF4AD03}" dt="2026-05-22T02:08:13.934" v="1514" actId="1076"/>
        <pc:sldMkLst>
          <pc:docMk/>
          <pc:sldMk cId="1865826925" sldId="409"/>
        </pc:sldMkLst>
        <pc:spChg chg="add mod">
          <ac:chgData name="Sergio Daniel Ladino Delgado" userId="2583be0d34a50219" providerId="LiveId" clId="{9216CCCD-79C5-4B94-BFB8-329B8BF4AD03}" dt="2026-05-22T02:00:28.635" v="1505" actId="14100"/>
          <ac:spMkLst>
            <pc:docMk/>
            <pc:sldMk cId="1865826925" sldId="409"/>
            <ac:spMk id="6" creationId="{C5BD8ABA-43E7-8B57-B077-BA6E9106BD29}"/>
          </ac:spMkLst>
        </pc:spChg>
        <pc:picChg chg="add mod">
          <ac:chgData name="Sergio Daniel Ladino Delgado" userId="2583be0d34a50219" providerId="LiveId" clId="{9216CCCD-79C5-4B94-BFB8-329B8BF4AD03}" dt="2026-05-22T02:08:13.934" v="1514" actId="1076"/>
          <ac:picMkLst>
            <pc:docMk/>
            <pc:sldMk cId="1865826925" sldId="409"/>
            <ac:picMk id="11" creationId="{432A5B19-2920-3D5F-1EA9-366F7B30B466}"/>
          </ac:picMkLst>
        </pc:picChg>
      </pc:sldChg>
      <pc:sldChg chg="addSp delSp modSp add mod">
        <pc:chgData name="Sergio Daniel Ladino Delgado" userId="2583be0d34a50219" providerId="LiveId" clId="{9216CCCD-79C5-4B94-BFB8-329B8BF4AD03}" dt="2026-05-22T01:32:32.776" v="1459"/>
        <pc:sldMkLst>
          <pc:docMk/>
          <pc:sldMk cId="4249762089" sldId="410"/>
        </pc:sldMkLst>
        <pc:spChg chg="mod">
          <ac:chgData name="Sergio Daniel Ladino Delgado" userId="2583be0d34a50219" providerId="LiveId" clId="{9216CCCD-79C5-4B94-BFB8-329B8BF4AD03}" dt="2026-05-22T01:32:16.401" v="1457" actId="20577"/>
          <ac:spMkLst>
            <pc:docMk/>
            <pc:sldMk cId="4249762089" sldId="410"/>
            <ac:spMk id="8" creationId="{C8DBF669-D02B-BD44-70F8-84FEBE48DA50}"/>
          </ac:spMkLst>
        </pc:spChg>
        <pc:spChg chg="mod">
          <ac:chgData name="Sergio Daniel Ladino Delgado" userId="2583be0d34a50219" providerId="LiveId" clId="{9216CCCD-79C5-4B94-BFB8-329B8BF4AD03}" dt="2026-05-22T01:32:23.995" v="1458"/>
          <ac:spMkLst>
            <pc:docMk/>
            <pc:sldMk cId="4249762089" sldId="410"/>
            <ac:spMk id="11" creationId="{FC332B5B-842E-3E50-F2FD-C55CC0D59251}"/>
          </ac:spMkLst>
        </pc:spChg>
        <pc:spChg chg="mod">
          <ac:chgData name="Sergio Daniel Ladino Delgado" userId="2583be0d34a50219" providerId="LiveId" clId="{9216CCCD-79C5-4B94-BFB8-329B8BF4AD03}" dt="2026-05-22T01:32:32.776" v="1459"/>
          <ac:spMkLst>
            <pc:docMk/>
            <pc:sldMk cId="4249762089" sldId="410"/>
            <ac:spMk id="16" creationId="{18D441B3-4C01-7981-C9D6-39D25BADD229}"/>
          </ac:spMkLst>
        </pc:spChg>
        <pc:picChg chg="add mod">
          <ac:chgData name="Sergio Daniel Ladino Delgado" userId="2583be0d34a50219" providerId="LiveId" clId="{9216CCCD-79C5-4B94-BFB8-329B8BF4AD03}" dt="2026-05-22T01:31:30.958" v="1446" actId="1076"/>
          <ac:picMkLst>
            <pc:docMk/>
            <pc:sldMk cId="4249762089" sldId="410"/>
            <ac:picMk id="6" creationId="{3B565CBF-73A0-D9AB-7ABA-4DADFC9AB4E6}"/>
          </ac:picMkLst>
        </pc:picChg>
        <pc:picChg chg="add mod">
          <ac:chgData name="Sergio Daniel Ladino Delgado" userId="2583be0d34a50219" providerId="LiveId" clId="{9216CCCD-79C5-4B94-BFB8-329B8BF4AD03}" dt="2026-05-22T01:31:44.782" v="1448" actId="1076"/>
          <ac:picMkLst>
            <pc:docMk/>
            <pc:sldMk cId="4249762089" sldId="410"/>
            <ac:picMk id="12" creationId="{F7E65FDC-906B-D821-3D25-E7F3488FE5D4}"/>
          </ac:picMkLst>
        </pc:picChg>
        <pc:picChg chg="add mod">
          <ac:chgData name="Sergio Daniel Ladino Delgado" userId="2583be0d34a50219" providerId="LiveId" clId="{9216CCCD-79C5-4B94-BFB8-329B8BF4AD03}" dt="2026-05-22T01:31:59.452" v="1450" actId="1076"/>
          <ac:picMkLst>
            <pc:docMk/>
            <pc:sldMk cId="4249762089" sldId="410"/>
            <ac:picMk id="17" creationId="{1F5DB7C1-8164-D616-46A9-7C0695EACB83}"/>
          </ac:picMkLst>
        </pc:picChg>
      </pc:sldChg>
      <pc:sldChg chg="add">
        <pc:chgData name="Sergio Daniel Ladino Delgado" userId="2583be0d34a50219" providerId="LiveId" clId="{9216CCCD-79C5-4B94-BFB8-329B8BF4AD03}" dt="2026-05-22T01:39:23.454" v="1460" actId="2890"/>
        <pc:sldMkLst>
          <pc:docMk/>
          <pc:sldMk cId="3835148745" sldId="411"/>
        </pc:sldMkLst>
      </pc:sldChg>
      <pc:sldChg chg="addSp delSp modSp add mod delAnim modAnim">
        <pc:chgData name="Sergio Daniel Ladino Delgado" userId="2583be0d34a50219" providerId="LiveId" clId="{9216CCCD-79C5-4B94-BFB8-329B8BF4AD03}" dt="2026-05-28T00:26:16.395" v="4271" actId="20577"/>
        <pc:sldMkLst>
          <pc:docMk/>
          <pc:sldMk cId="2591531578" sldId="412"/>
        </pc:sldMkLst>
        <pc:spChg chg="add mod">
          <ac:chgData name="Sergio Daniel Ladino Delgado" userId="2583be0d34a50219" providerId="LiveId" clId="{9216CCCD-79C5-4B94-BFB8-329B8BF4AD03}" dt="2026-05-22T02:36:51.256" v="1551" actId="164"/>
          <ac:spMkLst>
            <pc:docMk/>
            <pc:sldMk cId="2591531578" sldId="412"/>
            <ac:spMk id="10" creationId="{E40251CC-17A7-B6F9-D5E2-AF9EAA1BC0ED}"/>
          </ac:spMkLst>
        </pc:spChg>
        <pc:spChg chg="mod">
          <ac:chgData name="Sergio Daniel Ladino Delgado" userId="2583be0d34a50219" providerId="LiveId" clId="{9216CCCD-79C5-4B94-BFB8-329B8BF4AD03}" dt="2026-05-22T02:36:51.256" v="1551" actId="164"/>
          <ac:spMkLst>
            <pc:docMk/>
            <pc:sldMk cId="2591531578" sldId="412"/>
            <ac:spMk id="11" creationId="{46D85A28-5038-CD27-D375-76DC84EDE6D6}"/>
          </ac:spMkLst>
        </pc:spChg>
        <pc:spChg chg="add mod">
          <ac:chgData name="Sergio Daniel Ladino Delgado" userId="2583be0d34a50219" providerId="LiveId" clId="{9216CCCD-79C5-4B94-BFB8-329B8BF4AD03}" dt="2026-05-22T02:36:51.256" v="1551" actId="164"/>
          <ac:spMkLst>
            <pc:docMk/>
            <pc:sldMk cId="2591531578" sldId="412"/>
            <ac:spMk id="12" creationId="{DD48FE1A-3E2E-1496-6626-2BE97527A5E1}"/>
          </ac:spMkLst>
        </pc:spChg>
        <pc:spChg chg="add mod">
          <ac:chgData name="Sergio Daniel Ladino Delgado" userId="2583be0d34a50219" providerId="LiveId" clId="{9216CCCD-79C5-4B94-BFB8-329B8BF4AD03}" dt="2026-05-22T02:36:51.256" v="1551" actId="164"/>
          <ac:spMkLst>
            <pc:docMk/>
            <pc:sldMk cId="2591531578" sldId="412"/>
            <ac:spMk id="13" creationId="{42F82570-489F-2930-3029-CD2EAB2C23D4}"/>
          </ac:spMkLst>
        </pc:spChg>
        <pc:spChg chg="add mod">
          <ac:chgData name="Sergio Daniel Ladino Delgado" userId="2583be0d34a50219" providerId="LiveId" clId="{9216CCCD-79C5-4B94-BFB8-329B8BF4AD03}" dt="2026-05-22T02:36:51.256" v="1551" actId="164"/>
          <ac:spMkLst>
            <pc:docMk/>
            <pc:sldMk cId="2591531578" sldId="412"/>
            <ac:spMk id="15" creationId="{C284FD44-2766-F8FE-EC20-6B2617C81FC3}"/>
          </ac:spMkLst>
        </pc:spChg>
        <pc:spChg chg="add mod">
          <ac:chgData name="Sergio Daniel Ladino Delgado" userId="2583be0d34a50219" providerId="LiveId" clId="{9216CCCD-79C5-4B94-BFB8-329B8BF4AD03}" dt="2026-05-22T02:36:51.256" v="1551" actId="164"/>
          <ac:spMkLst>
            <pc:docMk/>
            <pc:sldMk cId="2591531578" sldId="412"/>
            <ac:spMk id="17" creationId="{AC5ADA48-A7E1-33B5-94CC-72F323BADEC2}"/>
          </ac:spMkLst>
        </pc:spChg>
        <pc:spChg chg="add mod">
          <ac:chgData name="Sergio Daniel Ladino Delgado" userId="2583be0d34a50219" providerId="LiveId" clId="{9216CCCD-79C5-4B94-BFB8-329B8BF4AD03}" dt="2026-05-22T02:36:51.256" v="1551" actId="164"/>
          <ac:spMkLst>
            <pc:docMk/>
            <pc:sldMk cId="2591531578" sldId="412"/>
            <ac:spMk id="19" creationId="{0222C98C-71C2-9C37-8F58-A3AE4C25EE65}"/>
          </ac:spMkLst>
        </pc:spChg>
        <pc:spChg chg="add mod">
          <ac:chgData name="Sergio Daniel Ladino Delgado" userId="2583be0d34a50219" providerId="LiveId" clId="{9216CCCD-79C5-4B94-BFB8-329B8BF4AD03}" dt="2026-05-22T02:36:51.256" v="1551" actId="164"/>
          <ac:spMkLst>
            <pc:docMk/>
            <pc:sldMk cId="2591531578" sldId="412"/>
            <ac:spMk id="22" creationId="{0834384D-E57E-7C00-2FEB-97F9575D3F0B}"/>
          </ac:spMkLst>
        </pc:spChg>
        <pc:spChg chg="mod">
          <ac:chgData name="Sergio Daniel Ladino Delgado" userId="2583be0d34a50219" providerId="LiveId" clId="{9216CCCD-79C5-4B94-BFB8-329B8BF4AD03}" dt="2026-05-22T02:36:51.256" v="1551" actId="164"/>
          <ac:spMkLst>
            <pc:docMk/>
            <pc:sldMk cId="2591531578" sldId="412"/>
            <ac:spMk id="23" creationId="{8C29D7FD-0833-5F80-B3FB-1B08BD13353A}"/>
          </ac:spMkLst>
        </pc:spChg>
        <pc:spChg chg="add mod">
          <ac:chgData name="Sergio Daniel Ladino Delgado" userId="2583be0d34a50219" providerId="LiveId" clId="{9216CCCD-79C5-4B94-BFB8-329B8BF4AD03}" dt="2026-05-22T02:36:51.256" v="1551" actId="164"/>
          <ac:spMkLst>
            <pc:docMk/>
            <pc:sldMk cId="2591531578" sldId="412"/>
            <ac:spMk id="24" creationId="{57840BBF-971A-B417-8C5B-C0EC4FED4AF2}"/>
          </ac:spMkLst>
        </pc:spChg>
        <pc:spChg chg="add mod">
          <ac:chgData name="Sergio Daniel Ladino Delgado" userId="2583be0d34a50219" providerId="LiveId" clId="{9216CCCD-79C5-4B94-BFB8-329B8BF4AD03}" dt="2026-05-22T03:07:41.897" v="1946" actId="1076"/>
          <ac:spMkLst>
            <pc:docMk/>
            <pc:sldMk cId="2591531578" sldId="412"/>
            <ac:spMk id="86" creationId="{D10AA1BA-E47F-4C23-6ED3-FBD188FB109B}"/>
          </ac:spMkLst>
        </pc:spChg>
        <pc:spChg chg="add mod">
          <ac:chgData name="Sergio Daniel Ladino Delgado" userId="2583be0d34a50219" providerId="LiveId" clId="{9216CCCD-79C5-4B94-BFB8-329B8BF4AD03}" dt="2026-05-22T02:45:07.109" v="1666" actId="1076"/>
          <ac:spMkLst>
            <pc:docMk/>
            <pc:sldMk cId="2591531578" sldId="412"/>
            <ac:spMk id="130" creationId="{59509937-C1D2-8C68-E631-61673C1BFEB3}"/>
          </ac:spMkLst>
        </pc:spChg>
        <pc:spChg chg="add mod">
          <ac:chgData name="Sergio Daniel Ladino Delgado" userId="2583be0d34a50219" providerId="LiveId" clId="{9216CCCD-79C5-4B94-BFB8-329B8BF4AD03}" dt="2026-05-22T02:45:14.720" v="1669" actId="20577"/>
          <ac:spMkLst>
            <pc:docMk/>
            <pc:sldMk cId="2591531578" sldId="412"/>
            <ac:spMk id="131" creationId="{BF2292EC-1527-FB8D-D094-62CD587DBA7C}"/>
          </ac:spMkLst>
        </pc:spChg>
        <pc:spChg chg="add mod">
          <ac:chgData name="Sergio Daniel Ladino Delgado" userId="2583be0d34a50219" providerId="LiveId" clId="{9216CCCD-79C5-4B94-BFB8-329B8BF4AD03}" dt="2026-05-22T02:45:26.280" v="1674" actId="20577"/>
          <ac:spMkLst>
            <pc:docMk/>
            <pc:sldMk cId="2591531578" sldId="412"/>
            <ac:spMk id="132" creationId="{18AF7CE5-B226-4C24-903E-CF6F3C697AD7}"/>
          </ac:spMkLst>
        </pc:spChg>
        <pc:spChg chg="add mod">
          <ac:chgData name="Sergio Daniel Ladino Delgado" userId="2583be0d34a50219" providerId="LiveId" clId="{9216CCCD-79C5-4B94-BFB8-329B8BF4AD03}" dt="2026-05-22T02:45:38.552" v="1677" actId="20577"/>
          <ac:spMkLst>
            <pc:docMk/>
            <pc:sldMk cId="2591531578" sldId="412"/>
            <ac:spMk id="133" creationId="{C154B096-1361-1060-69D7-55E422FDB64A}"/>
          </ac:spMkLst>
        </pc:spChg>
        <pc:spChg chg="add mod">
          <ac:chgData name="Sergio Daniel Ladino Delgado" userId="2583be0d34a50219" providerId="LiveId" clId="{9216CCCD-79C5-4B94-BFB8-329B8BF4AD03}" dt="2026-05-22T02:45:56.255" v="1681" actId="6549"/>
          <ac:spMkLst>
            <pc:docMk/>
            <pc:sldMk cId="2591531578" sldId="412"/>
            <ac:spMk id="134" creationId="{22B9DD19-DB20-FDBA-2FBD-FCF4E1FDE44B}"/>
          </ac:spMkLst>
        </pc:spChg>
        <pc:spChg chg="add mod">
          <ac:chgData name="Sergio Daniel Ladino Delgado" userId="2583be0d34a50219" providerId="LiveId" clId="{9216CCCD-79C5-4B94-BFB8-329B8BF4AD03}" dt="2026-05-27T02:30:29.225" v="4213" actId="1076"/>
          <ac:spMkLst>
            <pc:docMk/>
            <pc:sldMk cId="2591531578" sldId="412"/>
            <ac:spMk id="143" creationId="{FFBB75AF-A600-693A-4206-D5D06D69DB3C}"/>
          </ac:spMkLst>
        </pc:spChg>
        <pc:spChg chg="add mod">
          <ac:chgData name="Sergio Daniel Ladino Delgado" userId="2583be0d34a50219" providerId="LiveId" clId="{9216CCCD-79C5-4B94-BFB8-329B8BF4AD03}" dt="2026-05-27T02:30:22.169" v="4211" actId="1076"/>
          <ac:spMkLst>
            <pc:docMk/>
            <pc:sldMk cId="2591531578" sldId="412"/>
            <ac:spMk id="151" creationId="{085552AE-F79F-8A8F-D66B-BBCF4ACFABD1}"/>
          </ac:spMkLst>
        </pc:spChg>
        <pc:spChg chg="add mod">
          <ac:chgData name="Sergio Daniel Ladino Delgado" userId="2583be0d34a50219" providerId="LiveId" clId="{9216CCCD-79C5-4B94-BFB8-329B8BF4AD03}" dt="2026-05-27T02:31:26.143" v="4235" actId="1076"/>
          <ac:spMkLst>
            <pc:docMk/>
            <pc:sldMk cId="2591531578" sldId="412"/>
            <ac:spMk id="152" creationId="{8D8F1D63-0335-02E8-4693-BAD97E247820}"/>
          </ac:spMkLst>
        </pc:spChg>
        <pc:spChg chg="add mod">
          <ac:chgData name="Sergio Daniel Ladino Delgado" userId="2583be0d34a50219" providerId="LiveId" clId="{9216CCCD-79C5-4B94-BFB8-329B8BF4AD03}" dt="2026-05-27T02:29:58.387" v="4206" actId="1076"/>
          <ac:spMkLst>
            <pc:docMk/>
            <pc:sldMk cId="2591531578" sldId="412"/>
            <ac:spMk id="153" creationId="{743F0092-A70B-CF03-B74D-BA51AB1B5D66}"/>
          </ac:spMkLst>
        </pc:spChg>
        <pc:spChg chg="add mod">
          <ac:chgData name="Sergio Daniel Ladino Delgado" userId="2583be0d34a50219" providerId="LiveId" clId="{9216CCCD-79C5-4B94-BFB8-329B8BF4AD03}" dt="2026-05-27T02:29:58.387" v="4206" actId="1076"/>
          <ac:spMkLst>
            <pc:docMk/>
            <pc:sldMk cId="2591531578" sldId="412"/>
            <ac:spMk id="154" creationId="{E87C31CE-D1DC-9237-BDF4-A83E0C2B18C6}"/>
          </ac:spMkLst>
        </pc:spChg>
        <pc:spChg chg="add mod">
          <ac:chgData name="Sergio Daniel Ladino Delgado" userId="2583be0d34a50219" providerId="LiveId" clId="{9216CCCD-79C5-4B94-BFB8-329B8BF4AD03}" dt="2026-05-27T02:29:58.387" v="4206" actId="1076"/>
          <ac:spMkLst>
            <pc:docMk/>
            <pc:sldMk cId="2591531578" sldId="412"/>
            <ac:spMk id="155" creationId="{952529C3-6C14-C9E2-9A6B-983E929AF907}"/>
          </ac:spMkLst>
        </pc:spChg>
        <pc:spChg chg="add mod">
          <ac:chgData name="Sergio Daniel Ladino Delgado" userId="2583be0d34a50219" providerId="LiveId" clId="{9216CCCD-79C5-4B94-BFB8-329B8BF4AD03}" dt="2026-05-27T02:31:21.518" v="4234" actId="1076"/>
          <ac:spMkLst>
            <pc:docMk/>
            <pc:sldMk cId="2591531578" sldId="412"/>
            <ac:spMk id="171" creationId="{B2ACB1D7-1F3D-C336-EF95-AAE10A7D6A1E}"/>
          </ac:spMkLst>
        </pc:spChg>
        <pc:spChg chg="add mod">
          <ac:chgData name="Sergio Daniel Ladino Delgado" userId="2583be0d34a50219" providerId="LiveId" clId="{9216CCCD-79C5-4B94-BFB8-329B8BF4AD03}" dt="2026-05-22T02:53:13.263" v="1776" actId="20577"/>
          <ac:spMkLst>
            <pc:docMk/>
            <pc:sldMk cId="2591531578" sldId="412"/>
            <ac:spMk id="172" creationId="{99B409D2-71AE-2E13-AD84-A64A4F9D5998}"/>
          </ac:spMkLst>
        </pc:spChg>
        <pc:spChg chg="add mod">
          <ac:chgData name="Sergio Daniel Ladino Delgado" userId="2583be0d34a50219" providerId="LiveId" clId="{9216CCCD-79C5-4B94-BFB8-329B8BF4AD03}" dt="2026-05-22T02:53:10.664" v="1775" actId="20577"/>
          <ac:spMkLst>
            <pc:docMk/>
            <pc:sldMk cId="2591531578" sldId="412"/>
            <ac:spMk id="173" creationId="{E0CB1E31-74B5-9012-0232-10EE502834F9}"/>
          </ac:spMkLst>
        </pc:spChg>
        <pc:spChg chg="add mod">
          <ac:chgData name="Sergio Daniel Ladino Delgado" userId="2583be0d34a50219" providerId="LiveId" clId="{9216CCCD-79C5-4B94-BFB8-329B8BF4AD03}" dt="2026-05-22T02:53:03.591" v="1774" actId="20577"/>
          <ac:spMkLst>
            <pc:docMk/>
            <pc:sldMk cId="2591531578" sldId="412"/>
            <ac:spMk id="174" creationId="{E49FA2A4-6E85-4761-7089-9154F2099C58}"/>
          </ac:spMkLst>
        </pc:spChg>
        <pc:spChg chg="add mod">
          <ac:chgData name="Sergio Daniel Ladino Delgado" userId="2583be0d34a50219" providerId="LiveId" clId="{9216CCCD-79C5-4B94-BFB8-329B8BF4AD03}" dt="2026-05-27T02:31:18.561" v="4233" actId="1076"/>
          <ac:spMkLst>
            <pc:docMk/>
            <pc:sldMk cId="2591531578" sldId="412"/>
            <ac:spMk id="177" creationId="{012CAC6C-037A-5CD6-14AC-180916F3E8C7}"/>
          </ac:spMkLst>
        </pc:spChg>
        <pc:spChg chg="add mod">
          <ac:chgData name="Sergio Daniel Ladino Delgado" userId="2583be0d34a50219" providerId="LiveId" clId="{9216CCCD-79C5-4B94-BFB8-329B8BF4AD03}" dt="2026-05-22T02:53:55.198" v="1786" actId="1076"/>
          <ac:spMkLst>
            <pc:docMk/>
            <pc:sldMk cId="2591531578" sldId="412"/>
            <ac:spMk id="178" creationId="{BDF1ADCC-6F3D-216E-82B3-A07FA76D2160}"/>
          </ac:spMkLst>
        </pc:spChg>
        <pc:spChg chg="add mod">
          <ac:chgData name="Sergio Daniel Ladino Delgado" userId="2583be0d34a50219" providerId="LiveId" clId="{9216CCCD-79C5-4B94-BFB8-329B8BF4AD03}" dt="2026-05-22T02:54:01.975" v="1789" actId="20577"/>
          <ac:spMkLst>
            <pc:docMk/>
            <pc:sldMk cId="2591531578" sldId="412"/>
            <ac:spMk id="179" creationId="{448B2E4E-AE50-8E86-9CDB-7E97BB1E5B59}"/>
          </ac:spMkLst>
        </pc:spChg>
        <pc:spChg chg="add mod">
          <ac:chgData name="Sergio Daniel Ladino Delgado" userId="2583be0d34a50219" providerId="LiveId" clId="{9216CCCD-79C5-4B94-BFB8-329B8BF4AD03}" dt="2026-05-22T03:11:50.409" v="2020" actId="1076"/>
          <ac:spMkLst>
            <pc:docMk/>
            <pc:sldMk cId="2591531578" sldId="412"/>
            <ac:spMk id="182" creationId="{BEFCD6EF-897E-E91F-9A3C-773CEC7CA8FF}"/>
          </ac:spMkLst>
        </pc:spChg>
        <pc:spChg chg="add mod">
          <ac:chgData name="Sergio Daniel Ladino Delgado" userId="2583be0d34a50219" providerId="LiveId" clId="{9216CCCD-79C5-4B94-BFB8-329B8BF4AD03}" dt="2026-05-24T18:21:48.956" v="2136" actId="1076"/>
          <ac:spMkLst>
            <pc:docMk/>
            <pc:sldMk cId="2591531578" sldId="412"/>
            <ac:spMk id="183" creationId="{93813522-5779-75E4-BDAF-14AC0C775BD2}"/>
          </ac:spMkLst>
        </pc:spChg>
        <pc:spChg chg="add mod">
          <ac:chgData name="Sergio Daniel Ladino Delgado" userId="2583be0d34a50219" providerId="LiveId" clId="{9216CCCD-79C5-4B94-BFB8-329B8BF4AD03}" dt="2026-05-24T18:21:51.884" v="2137" actId="1076"/>
          <ac:spMkLst>
            <pc:docMk/>
            <pc:sldMk cId="2591531578" sldId="412"/>
            <ac:spMk id="184" creationId="{03060F39-79AA-226D-1862-CE1A982EEEA3}"/>
          </ac:spMkLst>
        </pc:spChg>
        <pc:spChg chg="add mod">
          <ac:chgData name="Sergio Daniel Ladino Delgado" userId="2583be0d34a50219" providerId="LiveId" clId="{9216CCCD-79C5-4B94-BFB8-329B8BF4AD03}" dt="2026-05-22T03:09:44.752" v="1986" actId="1076"/>
          <ac:spMkLst>
            <pc:docMk/>
            <pc:sldMk cId="2591531578" sldId="412"/>
            <ac:spMk id="185" creationId="{924A5B08-FBB8-46BF-38F8-8EDE0C579ED0}"/>
          </ac:spMkLst>
        </pc:spChg>
        <pc:spChg chg="add mod">
          <ac:chgData name="Sergio Daniel Ladino Delgado" userId="2583be0d34a50219" providerId="LiveId" clId="{9216CCCD-79C5-4B94-BFB8-329B8BF4AD03}" dt="2026-05-24T18:22:15.230" v="2140" actId="14100"/>
          <ac:spMkLst>
            <pc:docMk/>
            <pc:sldMk cId="2591531578" sldId="412"/>
            <ac:spMk id="186" creationId="{87CE04C1-1995-7870-BE77-79843A0C17A9}"/>
          </ac:spMkLst>
        </pc:spChg>
        <pc:spChg chg="add mod">
          <ac:chgData name="Sergio Daniel Ladino Delgado" userId="2583be0d34a50219" providerId="LiveId" clId="{9216CCCD-79C5-4B94-BFB8-329B8BF4AD03}" dt="2026-05-22T03:11:46.037" v="2019" actId="1076"/>
          <ac:spMkLst>
            <pc:docMk/>
            <pc:sldMk cId="2591531578" sldId="412"/>
            <ac:spMk id="187" creationId="{FD1AD402-4817-704B-D660-9C3B9C70AD67}"/>
          </ac:spMkLst>
        </pc:spChg>
        <pc:spChg chg="add mod">
          <ac:chgData name="Sergio Daniel Ladino Delgado" userId="2583be0d34a50219" providerId="LiveId" clId="{9216CCCD-79C5-4B94-BFB8-329B8BF4AD03}" dt="2026-05-28T00:26:16.395" v="4271" actId="20577"/>
          <ac:spMkLst>
            <pc:docMk/>
            <pc:sldMk cId="2591531578" sldId="412"/>
            <ac:spMk id="188" creationId="{F072483E-8C55-75EF-928F-BB2C096457DE}"/>
          </ac:spMkLst>
        </pc:spChg>
        <pc:spChg chg="add mod">
          <ac:chgData name="Sergio Daniel Ladino Delgado" userId="2583be0d34a50219" providerId="LiveId" clId="{9216CCCD-79C5-4B94-BFB8-329B8BF4AD03}" dt="2026-05-24T18:22:09.954" v="2139" actId="14100"/>
          <ac:spMkLst>
            <pc:docMk/>
            <pc:sldMk cId="2591531578" sldId="412"/>
            <ac:spMk id="189" creationId="{C40B0396-5FB9-5C1F-1F6D-7856A725DE2F}"/>
          </ac:spMkLst>
        </pc:spChg>
        <pc:spChg chg="add mod">
          <ac:chgData name="Sergio Daniel Ladino Delgado" userId="2583be0d34a50219" providerId="LiveId" clId="{9216CCCD-79C5-4B94-BFB8-329B8BF4AD03}" dt="2026-05-22T03:14:27.565" v="2048" actId="14100"/>
          <ac:spMkLst>
            <pc:docMk/>
            <pc:sldMk cId="2591531578" sldId="412"/>
            <ac:spMk id="190" creationId="{E8EC4F7E-C21F-6210-F8E1-7AF6543376EE}"/>
          </ac:spMkLst>
        </pc:spChg>
        <pc:grpChg chg="mod">
          <ac:chgData name="Sergio Daniel Ladino Delgado" userId="2583be0d34a50219" providerId="LiveId" clId="{9216CCCD-79C5-4B94-BFB8-329B8BF4AD03}" dt="2026-05-22T03:07:41.897" v="1946" actId="1076"/>
          <ac:grpSpMkLst>
            <pc:docMk/>
            <pc:sldMk cId="2591531578" sldId="412"/>
            <ac:grpSpMk id="67" creationId="{55655DFC-7BEC-9D60-29B3-9EB5C6773046}"/>
          </ac:grpSpMkLst>
        </pc:grpChg>
        <pc:grpChg chg="add mod">
          <ac:chgData name="Sergio Daniel Ladino Delgado" userId="2583be0d34a50219" providerId="LiveId" clId="{9216CCCD-79C5-4B94-BFB8-329B8BF4AD03}" dt="2026-05-27T02:30:13.856" v="4208" actId="1076"/>
          <ac:grpSpMkLst>
            <pc:docMk/>
            <pc:sldMk cId="2591531578" sldId="412"/>
            <ac:grpSpMk id="140" creationId="{64F82F4D-948B-9BBB-A447-D2FDAD6F9694}"/>
          </ac:grpSpMkLst>
        </pc:grpChg>
        <pc:cxnChg chg="add mod">
          <ac:chgData name="Sergio Daniel Ladino Delgado" userId="2583be0d34a50219" providerId="LiveId" clId="{9216CCCD-79C5-4B94-BFB8-329B8BF4AD03}" dt="2026-05-27T02:30:53.625" v="4221" actId="1076"/>
          <ac:cxnSpMkLst>
            <pc:docMk/>
            <pc:sldMk cId="2591531578" sldId="412"/>
            <ac:cxnSpMk id="7" creationId="{9A1E0A36-229B-762E-A961-9747D2B55BFD}"/>
          </ac:cxnSpMkLst>
        </pc:cxnChg>
        <pc:cxnChg chg="add mod">
          <ac:chgData name="Sergio Daniel Ladino Delgado" userId="2583be0d34a50219" providerId="LiveId" clId="{9216CCCD-79C5-4B94-BFB8-329B8BF4AD03}" dt="2026-05-27T02:30:57.881" v="4223" actId="1076"/>
          <ac:cxnSpMkLst>
            <pc:docMk/>
            <pc:sldMk cId="2591531578" sldId="412"/>
            <ac:cxnSpMk id="8" creationId="{53EC2703-5C48-9BFE-329F-232F93088C9B}"/>
          </ac:cxnSpMkLst>
        </pc:cxnChg>
        <pc:cxnChg chg="add mod">
          <ac:chgData name="Sergio Daniel Ladino Delgado" userId="2583be0d34a50219" providerId="LiveId" clId="{9216CCCD-79C5-4B94-BFB8-329B8BF4AD03}" dt="2026-05-27T02:31:11.660" v="4228" actId="1076"/>
          <ac:cxnSpMkLst>
            <pc:docMk/>
            <pc:sldMk cId="2591531578" sldId="412"/>
            <ac:cxnSpMk id="9" creationId="{7D982150-947E-A314-D450-88C8823F8A44}"/>
          </ac:cxnSpMkLst>
        </pc:cxnChg>
        <pc:cxnChg chg="add mod">
          <ac:chgData name="Sergio Daniel Ladino Delgado" userId="2583be0d34a50219" providerId="LiveId" clId="{9216CCCD-79C5-4B94-BFB8-329B8BF4AD03}" dt="2026-05-27T02:31:13.968" v="4230" actId="1036"/>
          <ac:cxnSpMkLst>
            <pc:docMk/>
            <pc:sldMk cId="2591531578" sldId="412"/>
            <ac:cxnSpMk id="14" creationId="{9BA1C053-F6E1-46FF-3512-B8F1CAC24143}"/>
          </ac:cxnSpMkLst>
        </pc:cxnChg>
        <pc:cxnChg chg="add mod">
          <ac:chgData name="Sergio Daniel Ladino Delgado" userId="2583be0d34a50219" providerId="LiveId" clId="{9216CCCD-79C5-4B94-BFB8-329B8BF4AD03}" dt="2026-05-27T02:31:15.071" v="4232" actId="1036"/>
          <ac:cxnSpMkLst>
            <pc:docMk/>
            <pc:sldMk cId="2591531578" sldId="412"/>
            <ac:cxnSpMk id="27" creationId="{667097F4-5DE3-BE84-95A9-8DF0CA72B920}"/>
          </ac:cxnSpMkLst>
        </pc:cxnChg>
        <pc:cxnChg chg="mod">
          <ac:chgData name="Sergio Daniel Ladino Delgado" userId="2583be0d34a50219" providerId="LiveId" clId="{9216CCCD-79C5-4B94-BFB8-329B8BF4AD03}" dt="2026-05-22T02:51:42.342" v="1749" actId="14100"/>
          <ac:cxnSpMkLst>
            <pc:docMk/>
            <pc:sldMk cId="2591531578" sldId="412"/>
            <ac:cxnSpMk id="68" creationId="{A36A3C6D-567B-C793-976B-2F709DDEFE55}"/>
          </ac:cxnSpMkLst>
        </pc:cxnChg>
        <pc:cxnChg chg="add mod topLvl">
          <ac:chgData name="Sergio Daniel Ladino Delgado" userId="2583be0d34a50219" providerId="LiveId" clId="{9216CCCD-79C5-4B94-BFB8-329B8BF4AD03}" dt="2026-05-22T02:44:23.438" v="1663" actId="14100"/>
          <ac:cxnSpMkLst>
            <pc:docMk/>
            <pc:sldMk cId="2591531578" sldId="412"/>
            <ac:cxnSpMk id="69" creationId="{2F656611-1847-88A0-2094-04449845B3E8}"/>
          </ac:cxnSpMkLst>
        </pc:cxnChg>
        <pc:cxnChg chg="mod topLvl">
          <ac:chgData name="Sergio Daniel Ladino Delgado" userId="2583be0d34a50219" providerId="LiveId" clId="{9216CCCD-79C5-4B94-BFB8-329B8BF4AD03}" dt="2026-05-22T02:43:49.736" v="1650" actId="14100"/>
          <ac:cxnSpMkLst>
            <pc:docMk/>
            <pc:sldMk cId="2591531578" sldId="412"/>
            <ac:cxnSpMk id="70" creationId="{2F64ACC4-16A8-8EE9-93DA-BEBB27F0B1FE}"/>
          </ac:cxnSpMkLst>
        </pc:cxnChg>
        <pc:cxnChg chg="mod topLvl">
          <ac:chgData name="Sergio Daniel Ladino Delgado" userId="2583be0d34a50219" providerId="LiveId" clId="{9216CCCD-79C5-4B94-BFB8-329B8BF4AD03}" dt="2026-05-22T02:48:24.083" v="1701" actId="208"/>
          <ac:cxnSpMkLst>
            <pc:docMk/>
            <pc:sldMk cId="2591531578" sldId="412"/>
            <ac:cxnSpMk id="71" creationId="{F334F9EA-B57C-31C7-335A-A9D36ED8CE99}"/>
          </ac:cxnSpMkLst>
        </pc:cxnChg>
        <pc:cxnChg chg="mod topLvl">
          <ac:chgData name="Sergio Daniel Ladino Delgado" userId="2583be0d34a50219" providerId="LiveId" clId="{9216CCCD-79C5-4B94-BFB8-329B8BF4AD03}" dt="2026-05-22T02:48:24.083" v="1701" actId="208"/>
          <ac:cxnSpMkLst>
            <pc:docMk/>
            <pc:sldMk cId="2591531578" sldId="412"/>
            <ac:cxnSpMk id="72" creationId="{71832542-B63C-7703-31AE-96F33530A507}"/>
          </ac:cxnSpMkLst>
        </pc:cxnChg>
        <pc:cxnChg chg="mod">
          <ac:chgData name="Sergio Daniel Ladino Delgado" userId="2583be0d34a50219" providerId="LiveId" clId="{9216CCCD-79C5-4B94-BFB8-329B8BF4AD03}" dt="2026-05-22T03:07:41.897" v="1946" actId="1076"/>
          <ac:cxnSpMkLst>
            <pc:docMk/>
            <pc:sldMk cId="2591531578" sldId="412"/>
            <ac:cxnSpMk id="92" creationId="{99319561-386E-1252-50F7-94DC5552887E}"/>
          </ac:cxnSpMkLst>
        </pc:cxnChg>
        <pc:cxnChg chg="add mod">
          <ac:chgData name="Sergio Daniel Ladino Delgado" userId="2583be0d34a50219" providerId="LiveId" clId="{9216CCCD-79C5-4B94-BFB8-329B8BF4AD03}" dt="2026-05-22T02:41:06.224" v="1585" actId="14100"/>
          <ac:cxnSpMkLst>
            <pc:docMk/>
            <pc:sldMk cId="2591531578" sldId="412"/>
            <ac:cxnSpMk id="103" creationId="{3E00C954-EAAC-EDA6-CD7A-7A4570BD24C6}"/>
          </ac:cxnSpMkLst>
        </pc:cxnChg>
        <pc:cxnChg chg="add mod">
          <ac:chgData name="Sergio Daniel Ladino Delgado" userId="2583be0d34a50219" providerId="LiveId" clId="{9216CCCD-79C5-4B94-BFB8-329B8BF4AD03}" dt="2026-05-22T02:41:38.222" v="1594" actId="14100"/>
          <ac:cxnSpMkLst>
            <pc:docMk/>
            <pc:sldMk cId="2591531578" sldId="412"/>
            <ac:cxnSpMk id="109" creationId="{0F4AF1AC-1173-D4A0-6419-19B79E6CC4CA}"/>
          </ac:cxnSpMkLst>
        </pc:cxnChg>
        <pc:cxnChg chg="add mod">
          <ac:chgData name="Sergio Daniel Ladino Delgado" userId="2583be0d34a50219" providerId="LiveId" clId="{9216CCCD-79C5-4B94-BFB8-329B8BF4AD03}" dt="2026-05-22T02:48:24.083" v="1701" actId="208"/>
          <ac:cxnSpMkLst>
            <pc:docMk/>
            <pc:sldMk cId="2591531578" sldId="412"/>
            <ac:cxnSpMk id="117" creationId="{22702243-E701-1270-BFD3-F00A46FAAB71}"/>
          </ac:cxnSpMkLst>
        </pc:cxnChg>
        <pc:cxnChg chg="add mod">
          <ac:chgData name="Sergio Daniel Ladino Delgado" userId="2583be0d34a50219" providerId="LiveId" clId="{9216CCCD-79C5-4B94-BFB8-329B8BF4AD03}" dt="2026-05-22T02:48:24.083" v="1701" actId="208"/>
          <ac:cxnSpMkLst>
            <pc:docMk/>
            <pc:sldMk cId="2591531578" sldId="412"/>
            <ac:cxnSpMk id="118" creationId="{60A4BEFD-6CB1-9816-33CA-59A6123FFBAA}"/>
          </ac:cxnSpMkLst>
        </pc:cxnChg>
        <pc:cxnChg chg="add mod">
          <ac:chgData name="Sergio Daniel Ladino Delgado" userId="2583be0d34a50219" providerId="LiveId" clId="{9216CCCD-79C5-4B94-BFB8-329B8BF4AD03}" dt="2026-05-22T02:44:07.768" v="1660" actId="14100"/>
          <ac:cxnSpMkLst>
            <pc:docMk/>
            <pc:sldMk cId="2591531578" sldId="412"/>
            <ac:cxnSpMk id="123" creationId="{AEDEB6E4-EC87-B4F5-D866-A50DC2CEFAFE}"/>
          </ac:cxnSpMkLst>
        </pc:cxnChg>
        <pc:cxnChg chg="add mod">
          <ac:chgData name="Sergio Daniel Ladino Delgado" userId="2583be0d34a50219" providerId="LiveId" clId="{9216CCCD-79C5-4B94-BFB8-329B8BF4AD03}" dt="2026-05-22T02:46:45.087" v="1684" actId="164"/>
          <ac:cxnSpMkLst>
            <pc:docMk/>
            <pc:sldMk cId="2591531578" sldId="412"/>
            <ac:cxnSpMk id="135" creationId="{AF4F40AE-F939-A166-0AEB-9B8859F7CB2A}"/>
          </ac:cxnSpMkLst>
        </pc:cxnChg>
        <pc:cxnChg chg="add mod">
          <ac:chgData name="Sergio Daniel Ladino Delgado" userId="2583be0d34a50219" providerId="LiveId" clId="{9216CCCD-79C5-4B94-BFB8-329B8BF4AD03}" dt="2026-05-22T02:46:45.087" v="1684" actId="164"/>
          <ac:cxnSpMkLst>
            <pc:docMk/>
            <pc:sldMk cId="2591531578" sldId="412"/>
            <ac:cxnSpMk id="136" creationId="{F012B5BE-FB1A-2886-6336-40484ECE4F43}"/>
          </ac:cxnSpMkLst>
        </pc:cxnChg>
        <pc:cxnChg chg="add mod">
          <ac:chgData name="Sergio Daniel Ladino Delgado" userId="2583be0d34a50219" providerId="LiveId" clId="{9216CCCD-79C5-4B94-BFB8-329B8BF4AD03}" dt="2026-05-22T02:46:45.087" v="1684" actId="164"/>
          <ac:cxnSpMkLst>
            <pc:docMk/>
            <pc:sldMk cId="2591531578" sldId="412"/>
            <ac:cxnSpMk id="137" creationId="{DF2FC243-232C-DCE9-9F52-39A305B9C942}"/>
          </ac:cxnSpMkLst>
        </pc:cxnChg>
        <pc:cxnChg chg="add mod">
          <ac:chgData name="Sergio Daniel Ladino Delgado" userId="2583be0d34a50219" providerId="LiveId" clId="{9216CCCD-79C5-4B94-BFB8-329B8BF4AD03}" dt="2026-05-22T02:46:45.087" v="1684" actId="164"/>
          <ac:cxnSpMkLst>
            <pc:docMk/>
            <pc:sldMk cId="2591531578" sldId="412"/>
            <ac:cxnSpMk id="138" creationId="{5E6DB900-3FB8-B83E-6F1E-C0CC211D149F}"/>
          </ac:cxnSpMkLst>
        </pc:cxnChg>
        <pc:cxnChg chg="add mod">
          <ac:chgData name="Sergio Daniel Ladino Delgado" userId="2583be0d34a50219" providerId="LiveId" clId="{9216CCCD-79C5-4B94-BFB8-329B8BF4AD03}" dt="2026-05-22T02:46:45.087" v="1684" actId="164"/>
          <ac:cxnSpMkLst>
            <pc:docMk/>
            <pc:sldMk cId="2591531578" sldId="412"/>
            <ac:cxnSpMk id="139" creationId="{AFE5E0F4-1F4A-2D39-DB5E-E5896584FE9B}"/>
          </ac:cxnSpMkLst>
        </pc:cxnChg>
        <pc:cxnChg chg="add mod">
          <ac:chgData name="Sergio Daniel Ladino Delgado" userId="2583be0d34a50219" providerId="LiveId" clId="{9216CCCD-79C5-4B94-BFB8-329B8BF4AD03}" dt="2026-05-27T02:30:26.090" v="4212" actId="1076"/>
          <ac:cxnSpMkLst>
            <pc:docMk/>
            <pc:sldMk cId="2591531578" sldId="412"/>
            <ac:cxnSpMk id="141" creationId="{63B8273D-9A1D-4D37-3A89-43CE686879CA}"/>
          </ac:cxnSpMkLst>
        </pc:cxnChg>
        <pc:cxnChg chg="add mod">
          <ac:chgData name="Sergio Daniel Ladino Delgado" userId="2583be0d34a50219" providerId="LiveId" clId="{9216CCCD-79C5-4B94-BFB8-329B8BF4AD03}" dt="2026-05-27T02:30:19.977" v="4210" actId="1076"/>
          <ac:cxnSpMkLst>
            <pc:docMk/>
            <pc:sldMk cId="2591531578" sldId="412"/>
            <ac:cxnSpMk id="144" creationId="{B1FC1482-ADFF-CE8B-55B3-5DDE382C0430}"/>
          </ac:cxnSpMkLst>
        </pc:cxnChg>
        <pc:cxnChg chg="add mod">
          <ac:chgData name="Sergio Daniel Ladino Delgado" userId="2583be0d34a50219" providerId="LiveId" clId="{9216CCCD-79C5-4B94-BFB8-329B8BF4AD03}" dt="2026-05-27T02:29:58.387" v="4206" actId="1076"/>
          <ac:cxnSpMkLst>
            <pc:docMk/>
            <pc:sldMk cId="2591531578" sldId="412"/>
            <ac:cxnSpMk id="148" creationId="{70B82588-4DDB-5287-5935-573F65AD9B11}"/>
          </ac:cxnSpMkLst>
        </pc:cxnChg>
        <pc:cxnChg chg="add mod">
          <ac:chgData name="Sergio Daniel Ladino Delgado" userId="2583be0d34a50219" providerId="LiveId" clId="{9216CCCD-79C5-4B94-BFB8-329B8BF4AD03}" dt="2026-05-27T02:30:48.770" v="4219" actId="1076"/>
          <ac:cxnSpMkLst>
            <pc:docMk/>
            <pc:sldMk cId="2591531578" sldId="412"/>
            <ac:cxnSpMk id="150" creationId="{6CEFAAF2-8452-C461-ED45-94679772827E}"/>
          </ac:cxnSpMkLst>
        </pc:cxnChg>
        <pc:cxnChg chg="mod">
          <ac:chgData name="Sergio Daniel Ladino Delgado" userId="2583be0d34a50219" providerId="LiveId" clId="{9216CCCD-79C5-4B94-BFB8-329B8BF4AD03}" dt="2026-05-27T02:31:37.089" v="4252" actId="1035"/>
          <ac:cxnSpMkLst>
            <pc:docMk/>
            <pc:sldMk cId="2591531578" sldId="412"/>
            <ac:cxnSpMk id="165" creationId="{B08AF11D-76FC-BDC7-475C-7399C14DCDCE}"/>
          </ac:cxnSpMkLst>
        </pc:cxnChg>
        <pc:cxnChg chg="add mod">
          <ac:chgData name="Sergio Daniel Ladino Delgado" userId="2583be0d34a50219" providerId="LiveId" clId="{9216CCCD-79C5-4B94-BFB8-329B8BF4AD03}" dt="2026-05-27T02:31:38.804" v="4259" actId="1035"/>
          <ac:cxnSpMkLst>
            <pc:docMk/>
            <pc:sldMk cId="2591531578" sldId="412"/>
            <ac:cxnSpMk id="175" creationId="{E035A9FF-FC29-8F82-96E8-C4E4CA13E4BA}"/>
          </ac:cxnSpMkLst>
        </pc:cxnChg>
      </pc:sldChg>
      <pc:sldChg chg="addSp modSp add mod">
        <pc:chgData name="Sergio Daniel Ladino Delgado" userId="2583be0d34a50219" providerId="LiveId" clId="{9216CCCD-79C5-4B94-BFB8-329B8BF4AD03}" dt="2026-05-22T03:20:20.460" v="2054" actId="14100"/>
        <pc:sldMkLst>
          <pc:docMk/>
          <pc:sldMk cId="1732922838" sldId="413"/>
        </pc:sldMkLst>
        <pc:spChg chg="mod">
          <ac:chgData name="Sergio Daniel Ladino Delgado" userId="2583be0d34a50219" providerId="LiveId" clId="{9216CCCD-79C5-4B94-BFB8-329B8BF4AD03}" dt="2026-05-22T03:16:09.823" v="2051" actId="1076"/>
          <ac:spMkLst>
            <pc:docMk/>
            <pc:sldMk cId="1732922838" sldId="413"/>
            <ac:spMk id="9" creationId="{A79A6284-E5DB-B7C6-1C43-E21CC419DC26}"/>
          </ac:spMkLst>
        </pc:spChg>
        <pc:picChg chg="add mod">
          <ac:chgData name="Sergio Daniel Ladino Delgado" userId="2583be0d34a50219" providerId="LiveId" clId="{9216CCCD-79C5-4B94-BFB8-329B8BF4AD03}" dt="2026-05-22T03:20:20.460" v="2054" actId="14100"/>
          <ac:picMkLst>
            <pc:docMk/>
            <pc:sldMk cId="1732922838" sldId="413"/>
            <ac:picMk id="6" creationId="{3A75B123-CFDA-C982-7CF3-67F46030963B}"/>
          </ac:picMkLst>
        </pc:picChg>
      </pc:sldChg>
      <pc:sldChg chg="addSp delSp modSp add mod ord">
        <pc:chgData name="Sergio Daniel Ladino Delgado" userId="2583be0d34a50219" providerId="LiveId" clId="{9216CCCD-79C5-4B94-BFB8-329B8BF4AD03}" dt="2026-05-24T19:30:23.791" v="2142"/>
        <pc:sldMkLst>
          <pc:docMk/>
          <pc:sldMk cId="1703769270" sldId="414"/>
        </pc:sldMkLst>
        <pc:picChg chg="add mod">
          <ac:chgData name="Sergio Daniel Ladino Delgado" userId="2583be0d34a50219" providerId="LiveId" clId="{9216CCCD-79C5-4B94-BFB8-329B8BF4AD03}" dt="2026-05-22T03:22:23.026" v="2066" actId="1076"/>
          <ac:picMkLst>
            <pc:docMk/>
            <pc:sldMk cId="1703769270" sldId="414"/>
            <ac:picMk id="10" creationId="{D986E8FE-82AC-B6F2-5AE4-3174BC48BE09}"/>
          </ac:picMkLst>
        </pc:picChg>
        <pc:picChg chg="add mod">
          <ac:chgData name="Sergio Daniel Ladino Delgado" userId="2583be0d34a50219" providerId="LiveId" clId="{9216CCCD-79C5-4B94-BFB8-329B8BF4AD03}" dt="2026-05-22T03:24:34.568" v="2129" actId="14100"/>
          <ac:picMkLst>
            <pc:docMk/>
            <pc:sldMk cId="1703769270" sldId="414"/>
            <ac:picMk id="11" creationId="{D4E4250D-47BD-AA09-0D1C-01D2522270CC}"/>
          </ac:picMkLst>
        </pc:picChg>
      </pc:sldChg>
      <pc:sldChg chg="modSp add mod ord modAnim">
        <pc:chgData name="Sergio Daniel Ladino Delgado" userId="2583be0d34a50219" providerId="LiveId" clId="{9216CCCD-79C5-4B94-BFB8-329B8BF4AD03}" dt="2026-05-27T02:33:04.395" v="4270"/>
        <pc:sldMkLst>
          <pc:docMk/>
          <pc:sldMk cId="1018039761" sldId="415"/>
        </pc:sldMkLst>
        <pc:spChg chg="mod">
          <ac:chgData name="Sergio Daniel Ladino Delgado" userId="2583be0d34a50219" providerId="LiveId" clId="{9216CCCD-79C5-4B94-BFB8-329B8BF4AD03}" dt="2026-05-22T03:23:48.456" v="2120" actId="20577"/>
          <ac:spMkLst>
            <pc:docMk/>
            <pc:sldMk cId="1018039761" sldId="415"/>
            <ac:spMk id="28" creationId="{016529F9-2F8B-81ED-3D22-2727423BC712}"/>
          </ac:spMkLst>
        </pc:spChg>
      </pc:sldChg>
      <pc:sldChg chg="addSp delSp modSp add mod">
        <pc:chgData name="Sergio Daniel Ladino Delgado" userId="2583be0d34a50219" providerId="LiveId" clId="{9216CCCD-79C5-4B94-BFB8-329B8BF4AD03}" dt="2026-05-28T02:12:16.063" v="4305" actId="1076"/>
        <pc:sldMkLst>
          <pc:docMk/>
          <pc:sldMk cId="2141792714" sldId="416"/>
        </pc:sldMkLst>
        <pc:spChg chg="add mod">
          <ac:chgData name="Sergio Daniel Ladino Delgado" userId="2583be0d34a50219" providerId="LiveId" clId="{9216CCCD-79C5-4B94-BFB8-329B8BF4AD03}" dt="2026-05-28T02:12:16.063" v="4305" actId="1076"/>
          <ac:spMkLst>
            <pc:docMk/>
            <pc:sldMk cId="2141792714" sldId="416"/>
            <ac:spMk id="7" creationId="{15C02121-3777-2680-201A-D6CC5C58DBAB}"/>
          </ac:spMkLst>
        </pc:spChg>
        <pc:spChg chg="mod">
          <ac:chgData name="Sergio Daniel Ladino Delgado" userId="2583be0d34a50219" providerId="LiveId" clId="{9216CCCD-79C5-4B94-BFB8-329B8BF4AD03}" dt="2026-05-28T02:11:00.022" v="4286" actId="20577"/>
          <ac:spMkLst>
            <pc:docMk/>
            <pc:sldMk cId="2141792714" sldId="416"/>
            <ac:spMk id="14" creationId="{F2F47B31-D276-C3B2-841E-7AFA87A70E87}"/>
          </ac:spMkLst>
        </pc:spChg>
        <pc:picChg chg="add mod">
          <ac:chgData name="Sergio Daniel Ladino Delgado" userId="2583be0d34a50219" providerId="LiveId" clId="{9216CCCD-79C5-4B94-BFB8-329B8BF4AD03}" dt="2026-05-28T02:12:14.013" v="4304" actId="1076"/>
          <ac:picMkLst>
            <pc:docMk/>
            <pc:sldMk cId="2141792714" sldId="416"/>
            <ac:picMk id="6" creationId="{1FF259E6-64AD-7F7F-CB3B-88BF03FB16A4}"/>
          </ac:picMkLst>
        </pc:picChg>
      </pc:sldChg>
      <pc:sldChg chg="modSp add mod">
        <pc:chgData name="Sergio Daniel Ladino Delgado" userId="2583be0d34a50219" providerId="LiveId" clId="{9216CCCD-79C5-4B94-BFB8-329B8BF4AD03}" dt="2026-05-24T19:31:06.426" v="2153" actId="20577"/>
        <pc:sldMkLst>
          <pc:docMk/>
          <pc:sldMk cId="3085417540" sldId="417"/>
        </pc:sldMkLst>
        <pc:spChg chg="mod">
          <ac:chgData name="Sergio Daniel Ladino Delgado" userId="2583be0d34a50219" providerId="LiveId" clId="{9216CCCD-79C5-4B94-BFB8-329B8BF4AD03}" dt="2026-05-24T19:31:06.426" v="2153" actId="20577"/>
          <ac:spMkLst>
            <pc:docMk/>
            <pc:sldMk cId="3085417540" sldId="417"/>
            <ac:spMk id="11" creationId="{0A6275AE-0717-A016-EA57-F57735CA1D2F}"/>
          </ac:spMkLst>
        </pc:spChg>
      </pc:sldChg>
      <pc:sldChg chg="modSp add mod ord">
        <pc:chgData name="Sergio Daniel Ladino Delgado" userId="2583be0d34a50219" providerId="LiveId" clId="{9216CCCD-79C5-4B94-BFB8-329B8BF4AD03}" dt="2026-05-24T21:10:31.307" v="2207" actId="20577"/>
        <pc:sldMkLst>
          <pc:docMk/>
          <pc:sldMk cId="2760763865" sldId="418"/>
        </pc:sldMkLst>
        <pc:spChg chg="mod">
          <ac:chgData name="Sergio Daniel Ladino Delgado" userId="2583be0d34a50219" providerId="LiveId" clId="{9216CCCD-79C5-4B94-BFB8-329B8BF4AD03}" dt="2026-05-24T21:10:31.307" v="2207" actId="20577"/>
          <ac:spMkLst>
            <pc:docMk/>
            <pc:sldMk cId="2760763865" sldId="418"/>
            <ac:spMk id="2" creationId="{23662A7C-7486-86FB-226A-E51DB8A9321E}"/>
          </ac:spMkLst>
        </pc:spChg>
        <pc:spChg chg="mod">
          <ac:chgData name="Sergio Daniel Ladino Delgado" userId="2583be0d34a50219" providerId="LiveId" clId="{9216CCCD-79C5-4B94-BFB8-329B8BF4AD03}" dt="2026-05-24T21:10:19.082" v="2199" actId="20577"/>
          <ac:spMkLst>
            <pc:docMk/>
            <pc:sldMk cId="2760763865" sldId="418"/>
            <ac:spMk id="11" creationId="{5B275533-104C-9E0A-D25D-57BA914B0E14}"/>
          </ac:spMkLst>
        </pc:spChg>
      </pc:sldChg>
      <pc:sldChg chg="addSp delSp modSp add mod ord">
        <pc:chgData name="Sergio Daniel Ladino Delgado" userId="2583be0d34a50219" providerId="LiveId" clId="{9216CCCD-79C5-4B94-BFB8-329B8BF4AD03}" dt="2026-05-24T21:36:21.581" v="2253" actId="20577"/>
        <pc:sldMkLst>
          <pc:docMk/>
          <pc:sldMk cId="687065628" sldId="419"/>
        </pc:sldMkLst>
        <pc:spChg chg="mod">
          <ac:chgData name="Sergio Daniel Ladino Delgado" userId="2583be0d34a50219" providerId="LiveId" clId="{9216CCCD-79C5-4B94-BFB8-329B8BF4AD03}" dt="2026-05-24T21:10:39.771" v="2217" actId="20577"/>
          <ac:spMkLst>
            <pc:docMk/>
            <pc:sldMk cId="687065628" sldId="419"/>
            <ac:spMk id="2" creationId="{D95D75D8-9881-7EE7-E0DD-BDE3C8BE86D8}"/>
          </ac:spMkLst>
        </pc:spChg>
        <pc:spChg chg="mod">
          <ac:chgData name="Sergio Daniel Ladino Delgado" userId="2583be0d34a50219" providerId="LiveId" clId="{9216CCCD-79C5-4B94-BFB8-329B8BF4AD03}" dt="2026-05-24T21:36:21.581" v="2253" actId="20577"/>
          <ac:spMkLst>
            <pc:docMk/>
            <pc:sldMk cId="687065628" sldId="419"/>
            <ac:spMk id="14" creationId="{692F3B16-B8A6-DCE7-C162-B62355E08D5F}"/>
          </ac:spMkLst>
        </pc:spChg>
        <pc:graphicFrameChg chg="add del mod">
          <ac:chgData name="Sergio Daniel Ladino Delgado" userId="2583be0d34a50219" providerId="LiveId" clId="{9216CCCD-79C5-4B94-BFB8-329B8BF4AD03}" dt="2026-05-24T21:35:06.579" v="2226" actId="2085"/>
          <ac:graphicFrameMkLst>
            <pc:docMk/>
            <pc:sldMk cId="687065628" sldId="419"/>
            <ac:graphicFrameMk id="4" creationId="{72294B6D-FF2D-3B99-494C-2A2F7CCBD53E}"/>
          </ac:graphicFrameMkLst>
        </pc:graphicFrameChg>
      </pc:sldChg>
      <pc:sldChg chg="addSp delSp modSp add mod">
        <pc:chgData name="Sergio Daniel Ladino Delgado" userId="2583be0d34a50219" providerId="LiveId" clId="{9216CCCD-79C5-4B94-BFB8-329B8BF4AD03}" dt="2026-05-24T21:38:52.208" v="2257" actId="1076"/>
        <pc:sldMkLst>
          <pc:docMk/>
          <pc:sldMk cId="2999176954" sldId="420"/>
        </pc:sldMkLst>
        <pc:spChg chg="mod">
          <ac:chgData name="Sergio Daniel Ladino Delgado" userId="2583be0d34a50219" providerId="LiveId" clId="{9216CCCD-79C5-4B94-BFB8-329B8BF4AD03}" dt="2026-05-24T21:36:27.504" v="2254"/>
          <ac:spMkLst>
            <pc:docMk/>
            <pc:sldMk cId="2999176954" sldId="420"/>
            <ac:spMk id="14" creationId="{A3C15444-B807-92C6-91C4-83F024A1361F}"/>
          </ac:spMkLst>
        </pc:spChg>
        <pc:picChg chg="add mod">
          <ac:chgData name="Sergio Daniel Ladino Delgado" userId="2583be0d34a50219" providerId="LiveId" clId="{9216CCCD-79C5-4B94-BFB8-329B8BF4AD03}" dt="2026-05-24T21:38:52.208" v="2257" actId="1076"/>
          <ac:picMkLst>
            <pc:docMk/>
            <pc:sldMk cId="2999176954" sldId="420"/>
            <ac:picMk id="6" creationId="{5E23A4FE-A2A8-A2E9-8D92-CEB5FBF52F46}"/>
          </ac:picMkLst>
        </pc:picChg>
      </pc:sldChg>
      <pc:sldChg chg="addSp delSp modSp add mod modAnim">
        <pc:chgData name="Sergio Daniel Ladino Delgado" userId="2583be0d34a50219" providerId="LiveId" clId="{9216CCCD-79C5-4B94-BFB8-329B8BF4AD03}" dt="2026-05-29T02:14:39.251" v="4501"/>
        <pc:sldMkLst>
          <pc:docMk/>
          <pc:sldMk cId="3633828540" sldId="421"/>
        </pc:sldMkLst>
        <pc:spChg chg="add mod">
          <ac:chgData name="Sergio Daniel Ladino Delgado" userId="2583be0d34a50219" providerId="LiveId" clId="{9216CCCD-79C5-4B94-BFB8-329B8BF4AD03}" dt="2026-05-24T23:15:58.454" v="3529" actId="1076"/>
          <ac:spMkLst>
            <pc:docMk/>
            <pc:sldMk cId="3633828540" sldId="421"/>
            <ac:spMk id="8" creationId="{5A5A10D0-0DF7-E2C1-754F-1C2956A76002}"/>
          </ac:spMkLst>
        </pc:spChg>
        <pc:spChg chg="add mod">
          <ac:chgData name="Sergio Daniel Ladino Delgado" userId="2583be0d34a50219" providerId="LiveId" clId="{9216CCCD-79C5-4B94-BFB8-329B8BF4AD03}" dt="2026-05-24T23:16:00.487" v="3530" actId="1076"/>
          <ac:spMkLst>
            <pc:docMk/>
            <pc:sldMk cId="3633828540" sldId="421"/>
            <ac:spMk id="9" creationId="{B84CEF20-C67B-2B7E-FDD6-7929842A4F2E}"/>
          </ac:spMkLst>
        </pc:spChg>
        <pc:spChg chg="add mod">
          <ac:chgData name="Sergio Daniel Ladino Delgado" userId="2583be0d34a50219" providerId="LiveId" clId="{9216CCCD-79C5-4B94-BFB8-329B8BF4AD03}" dt="2026-05-29T02:14:36.801" v="4500" actId="14100"/>
          <ac:spMkLst>
            <pc:docMk/>
            <pc:sldMk cId="3633828540" sldId="421"/>
            <ac:spMk id="12" creationId="{DE498C90-1F28-0160-C371-77CF655CD350}"/>
          </ac:spMkLst>
        </pc:spChg>
        <pc:spChg chg="add mod">
          <ac:chgData name="Sergio Daniel Ladino Delgado" userId="2583be0d34a50219" providerId="LiveId" clId="{9216CCCD-79C5-4B94-BFB8-329B8BF4AD03}" dt="2026-05-24T23:15:20.718" v="3465" actId="1076"/>
          <ac:spMkLst>
            <pc:docMk/>
            <pc:sldMk cId="3633828540" sldId="421"/>
            <ac:spMk id="13" creationId="{77BF8A80-775B-A71C-1C66-C0C61F15AC10}"/>
          </ac:spMkLst>
        </pc:spChg>
        <pc:spChg chg="mod">
          <ac:chgData name="Sergio Daniel Ladino Delgado" userId="2583be0d34a50219" providerId="LiveId" clId="{9216CCCD-79C5-4B94-BFB8-329B8BF4AD03}" dt="2026-05-24T21:41:16.027" v="2303" actId="20577"/>
          <ac:spMkLst>
            <pc:docMk/>
            <pc:sldMk cId="3633828540" sldId="421"/>
            <ac:spMk id="14" creationId="{A48FCC38-CAC3-34EF-1F0D-9E073A82BAE3}"/>
          </ac:spMkLst>
        </pc:spChg>
        <pc:spChg chg="add mod">
          <ac:chgData name="Sergio Daniel Ladino Delgado" userId="2583be0d34a50219" providerId="LiveId" clId="{9216CCCD-79C5-4B94-BFB8-329B8BF4AD03}" dt="2026-05-24T23:16:09.519" v="3535" actId="14100"/>
          <ac:spMkLst>
            <pc:docMk/>
            <pc:sldMk cId="3633828540" sldId="421"/>
            <ac:spMk id="15" creationId="{57C18F44-A2D7-C21F-A5AF-23985F3EB77B}"/>
          </ac:spMkLst>
        </pc:spChg>
        <pc:spChg chg="add mod">
          <ac:chgData name="Sergio Daniel Ladino Delgado" userId="2583be0d34a50219" providerId="LiveId" clId="{9216CCCD-79C5-4B94-BFB8-329B8BF4AD03}" dt="2026-05-24T23:16:33.565" v="3545" actId="1076"/>
          <ac:spMkLst>
            <pc:docMk/>
            <pc:sldMk cId="3633828540" sldId="421"/>
            <ac:spMk id="16" creationId="{A2F80D13-1C82-073F-483B-FDF4C7406438}"/>
          </ac:spMkLst>
        </pc:spChg>
        <pc:spChg chg="add mod">
          <ac:chgData name="Sergio Daniel Ladino Delgado" userId="2583be0d34a50219" providerId="LiveId" clId="{9216CCCD-79C5-4B94-BFB8-329B8BF4AD03}" dt="2026-05-24T23:16:45.722" v="3550" actId="1076"/>
          <ac:spMkLst>
            <pc:docMk/>
            <pc:sldMk cId="3633828540" sldId="421"/>
            <ac:spMk id="17" creationId="{62C330AF-CDFB-AAB0-19E5-D65ABBFA1E4F}"/>
          </ac:spMkLst>
        </pc:spChg>
        <pc:spChg chg="add mod">
          <ac:chgData name="Sergio Daniel Ladino Delgado" userId="2583be0d34a50219" providerId="LiveId" clId="{9216CCCD-79C5-4B94-BFB8-329B8BF4AD03}" dt="2026-05-24T23:16:38.912" v="3547" actId="1076"/>
          <ac:spMkLst>
            <pc:docMk/>
            <pc:sldMk cId="3633828540" sldId="421"/>
            <ac:spMk id="18" creationId="{AEE88DAE-BA83-CDEA-D5D1-5EFBDD90330C}"/>
          </ac:spMkLst>
        </pc:spChg>
        <pc:picChg chg="add mod">
          <ac:chgData name="Sergio Daniel Ladino Delgado" userId="2583be0d34a50219" providerId="LiveId" clId="{9216CCCD-79C5-4B94-BFB8-329B8BF4AD03}" dt="2026-05-24T21:41:34.231" v="2306" actId="1076"/>
          <ac:picMkLst>
            <pc:docMk/>
            <pc:sldMk cId="3633828540" sldId="421"/>
            <ac:picMk id="7" creationId="{3FAFEF53-1B43-4666-22D8-95B5C6BB21E4}"/>
          </ac:picMkLst>
        </pc:picChg>
      </pc:sldChg>
      <pc:sldChg chg="addSp delSp modSp add mod modAnim">
        <pc:chgData name="Sergio Daniel Ladino Delgado" userId="2583be0d34a50219" providerId="LiveId" clId="{9216CCCD-79C5-4B94-BFB8-329B8BF4AD03}" dt="2026-05-29T02:14:55.718" v="4505"/>
        <pc:sldMkLst>
          <pc:docMk/>
          <pc:sldMk cId="180527552" sldId="422"/>
        </pc:sldMkLst>
        <pc:spChg chg="add mod ord">
          <ac:chgData name="Sergio Daniel Ladino Delgado" userId="2583be0d34a50219" providerId="LiveId" clId="{9216CCCD-79C5-4B94-BFB8-329B8BF4AD03}" dt="2026-05-24T21:53:43.460" v="2782" actId="1076"/>
          <ac:spMkLst>
            <pc:docMk/>
            <pc:sldMk cId="180527552" sldId="422"/>
            <ac:spMk id="10" creationId="{769E4A54-9E90-19E4-38AA-1878D5B90927}"/>
          </ac:spMkLst>
        </pc:spChg>
        <pc:spChg chg="mod">
          <ac:chgData name="Sergio Daniel Ladino Delgado" userId="2583be0d34a50219" providerId="LiveId" clId="{9216CCCD-79C5-4B94-BFB8-329B8BF4AD03}" dt="2026-05-24T21:52:42.224" v="2765" actId="1076"/>
          <ac:spMkLst>
            <pc:docMk/>
            <pc:sldMk cId="180527552" sldId="422"/>
            <ac:spMk id="12" creationId="{56AF2AD6-E909-C96A-630A-34FCEFD7589E}"/>
          </ac:spMkLst>
        </pc:spChg>
        <pc:spChg chg="mod">
          <ac:chgData name="Sergio Daniel Ladino Delgado" userId="2583be0d34a50219" providerId="LiveId" clId="{9216CCCD-79C5-4B94-BFB8-329B8BF4AD03}" dt="2026-05-29T02:14:45.290" v="4503" actId="1076"/>
          <ac:spMkLst>
            <pc:docMk/>
            <pc:sldMk cId="180527552" sldId="422"/>
            <ac:spMk id="14" creationId="{89B9EC2A-9D42-1F57-C7AA-80FF3FEABA3E}"/>
          </ac:spMkLst>
        </pc:spChg>
        <pc:spChg chg="add mod">
          <ac:chgData name="Sergio Daniel Ladino Delgado" userId="2583be0d34a50219" providerId="LiveId" clId="{9216CCCD-79C5-4B94-BFB8-329B8BF4AD03}" dt="2026-05-24T21:54:36.740" v="2793" actId="1076"/>
          <ac:spMkLst>
            <pc:docMk/>
            <pc:sldMk cId="180527552" sldId="422"/>
            <ac:spMk id="20" creationId="{45EDF5F3-02D8-F737-0643-BDF58AC21A2D}"/>
          </ac:spMkLst>
        </pc:spChg>
        <pc:spChg chg="add mod">
          <ac:chgData name="Sergio Daniel Ladino Delgado" userId="2583be0d34a50219" providerId="LiveId" clId="{9216CCCD-79C5-4B94-BFB8-329B8BF4AD03}" dt="2026-05-24T21:54:34.993" v="2792" actId="1076"/>
          <ac:spMkLst>
            <pc:docMk/>
            <pc:sldMk cId="180527552" sldId="422"/>
            <ac:spMk id="21" creationId="{3299B15C-5B94-E07C-1C48-5B62CEB5A182}"/>
          </ac:spMkLst>
        </pc:spChg>
        <pc:spChg chg="add mod">
          <ac:chgData name="Sergio Daniel Ladino Delgado" userId="2583be0d34a50219" providerId="LiveId" clId="{9216CCCD-79C5-4B94-BFB8-329B8BF4AD03}" dt="2026-05-24T21:55:16.706" v="2798" actId="1076"/>
          <ac:spMkLst>
            <pc:docMk/>
            <pc:sldMk cId="180527552" sldId="422"/>
            <ac:spMk id="22" creationId="{5500429F-436E-1E79-09A8-AD44B28F15F0}"/>
          </ac:spMkLst>
        </pc:spChg>
        <pc:spChg chg="add mod">
          <ac:chgData name="Sergio Daniel Ladino Delgado" userId="2583be0d34a50219" providerId="LiveId" clId="{9216CCCD-79C5-4B94-BFB8-329B8BF4AD03}" dt="2026-05-24T21:55:25.659" v="2801" actId="20577"/>
          <ac:spMkLst>
            <pc:docMk/>
            <pc:sldMk cId="180527552" sldId="422"/>
            <ac:spMk id="23" creationId="{96B2931F-3560-EFE4-F36D-792938572BD8}"/>
          </ac:spMkLst>
        </pc:spChg>
        <pc:spChg chg="add mod">
          <ac:chgData name="Sergio Daniel Ladino Delgado" userId="2583be0d34a50219" providerId="LiveId" clId="{9216CCCD-79C5-4B94-BFB8-329B8BF4AD03}" dt="2026-05-24T21:55:58.490" v="2804" actId="20577"/>
          <ac:spMkLst>
            <pc:docMk/>
            <pc:sldMk cId="180527552" sldId="422"/>
            <ac:spMk id="24" creationId="{842346ED-A3DC-1B0F-45F7-311A7FCB9408}"/>
          </ac:spMkLst>
        </pc:spChg>
        <pc:spChg chg="add mod">
          <ac:chgData name="Sergio Daniel Ladino Delgado" userId="2583be0d34a50219" providerId="LiveId" clId="{9216CCCD-79C5-4B94-BFB8-329B8BF4AD03}" dt="2026-05-24T21:56:05.689" v="2807" actId="20577"/>
          <ac:spMkLst>
            <pc:docMk/>
            <pc:sldMk cId="180527552" sldId="422"/>
            <ac:spMk id="25" creationId="{51CF2AC4-BD46-D196-1504-1C27AB4F66F8}"/>
          </ac:spMkLst>
        </pc:spChg>
        <pc:spChg chg="add mod">
          <ac:chgData name="Sergio Daniel Ladino Delgado" userId="2583be0d34a50219" providerId="LiveId" clId="{9216CCCD-79C5-4B94-BFB8-329B8BF4AD03}" dt="2026-05-24T21:56:18.303" v="2810" actId="20577"/>
          <ac:spMkLst>
            <pc:docMk/>
            <pc:sldMk cId="180527552" sldId="422"/>
            <ac:spMk id="26" creationId="{D6D6ADDA-4CE6-EACD-42D3-48CAB518BFB0}"/>
          </ac:spMkLst>
        </pc:spChg>
        <pc:spChg chg="add mod">
          <ac:chgData name="Sergio Daniel Ladino Delgado" userId="2583be0d34a50219" providerId="LiveId" clId="{9216CCCD-79C5-4B94-BFB8-329B8BF4AD03}" dt="2026-05-24T21:56:31.170" v="2819" actId="20577"/>
          <ac:spMkLst>
            <pc:docMk/>
            <pc:sldMk cId="180527552" sldId="422"/>
            <ac:spMk id="27" creationId="{1CE4002D-DAF4-8F7E-83F7-7D0B0D483ADE}"/>
          </ac:spMkLst>
        </pc:spChg>
        <pc:spChg chg="add mod">
          <ac:chgData name="Sergio Daniel Ladino Delgado" userId="2583be0d34a50219" providerId="LiveId" clId="{9216CCCD-79C5-4B94-BFB8-329B8BF4AD03}" dt="2026-05-24T21:58:19.954" v="2856" actId="1076"/>
          <ac:spMkLst>
            <pc:docMk/>
            <pc:sldMk cId="180527552" sldId="422"/>
            <ac:spMk id="29" creationId="{E0B5F6DD-9A19-19D1-C0FF-66213882B623}"/>
          </ac:spMkLst>
        </pc:spChg>
        <pc:spChg chg="add mod">
          <ac:chgData name="Sergio Daniel Ladino Delgado" userId="2583be0d34a50219" providerId="LiveId" clId="{9216CCCD-79C5-4B94-BFB8-329B8BF4AD03}" dt="2026-05-24T21:58:19.954" v="2856" actId="1076"/>
          <ac:spMkLst>
            <pc:docMk/>
            <pc:sldMk cId="180527552" sldId="422"/>
            <ac:spMk id="30" creationId="{273E77A4-EAAD-B576-2E3A-303E8549B1A7}"/>
          </ac:spMkLst>
        </pc:spChg>
        <pc:spChg chg="add mod">
          <ac:chgData name="Sergio Daniel Ladino Delgado" userId="2583be0d34a50219" providerId="LiveId" clId="{9216CCCD-79C5-4B94-BFB8-329B8BF4AD03}" dt="2026-05-24T21:58:19.954" v="2856" actId="1076"/>
          <ac:spMkLst>
            <pc:docMk/>
            <pc:sldMk cId="180527552" sldId="422"/>
            <ac:spMk id="33" creationId="{E47FD567-58A9-31E3-B930-CBD6EE163201}"/>
          </ac:spMkLst>
        </pc:spChg>
        <pc:spChg chg="add mod">
          <ac:chgData name="Sergio Daniel Ladino Delgado" userId="2583be0d34a50219" providerId="LiveId" clId="{9216CCCD-79C5-4B94-BFB8-329B8BF4AD03}" dt="2026-05-24T21:58:19.954" v="2856" actId="1076"/>
          <ac:spMkLst>
            <pc:docMk/>
            <pc:sldMk cId="180527552" sldId="422"/>
            <ac:spMk id="34" creationId="{167BA384-1688-03E9-7B72-059EDF663324}"/>
          </ac:spMkLst>
        </pc:spChg>
        <pc:picChg chg="add mod">
          <ac:chgData name="Sergio Daniel Ladino Delgado" userId="2583be0d34a50219" providerId="LiveId" clId="{9216CCCD-79C5-4B94-BFB8-329B8BF4AD03}" dt="2026-05-24T21:52:39.502" v="2764" actId="1076"/>
          <ac:picMkLst>
            <pc:docMk/>
            <pc:sldMk cId="180527552" sldId="422"/>
            <ac:picMk id="6" creationId="{05F27A57-DA27-A5DD-0BF6-1E4C911C952B}"/>
          </ac:picMkLst>
        </pc:picChg>
        <pc:cxnChg chg="add mod">
          <ac:chgData name="Sergio Daniel Ladino Delgado" userId="2583be0d34a50219" providerId="LiveId" clId="{9216CCCD-79C5-4B94-BFB8-329B8BF4AD03}" dt="2026-05-24T21:53:47.195" v="2783" actId="14100"/>
          <ac:cxnSpMkLst>
            <pc:docMk/>
            <pc:sldMk cId="180527552" sldId="422"/>
            <ac:cxnSpMk id="15" creationId="{5B7D933D-4ECB-3FDF-4FAC-D96C968A30B2}"/>
          </ac:cxnSpMkLst>
        </pc:cxnChg>
        <pc:cxnChg chg="add mod">
          <ac:chgData name="Sergio Daniel Ladino Delgado" userId="2583be0d34a50219" providerId="LiveId" clId="{9216CCCD-79C5-4B94-BFB8-329B8BF4AD03}" dt="2026-05-24T21:54:25.357" v="2789" actId="1076"/>
          <ac:cxnSpMkLst>
            <pc:docMk/>
            <pc:sldMk cId="180527552" sldId="422"/>
            <ac:cxnSpMk id="17" creationId="{C27F87B9-9475-5FA6-C867-D52ADFCC2B63}"/>
          </ac:cxnSpMkLst>
        </pc:cxnChg>
        <pc:cxnChg chg="add mod">
          <ac:chgData name="Sergio Daniel Ladino Delgado" userId="2583be0d34a50219" providerId="LiveId" clId="{9216CCCD-79C5-4B94-BFB8-329B8BF4AD03}" dt="2026-05-24T21:58:19.954" v="2856" actId="1076"/>
          <ac:cxnSpMkLst>
            <pc:docMk/>
            <pc:sldMk cId="180527552" sldId="422"/>
            <ac:cxnSpMk id="31" creationId="{C9132A7A-C1D7-9746-A6D1-08EE0190ECB3}"/>
          </ac:cxnSpMkLst>
        </pc:cxnChg>
        <pc:cxnChg chg="add mod">
          <ac:chgData name="Sergio Daniel Ladino Delgado" userId="2583be0d34a50219" providerId="LiveId" clId="{9216CCCD-79C5-4B94-BFB8-329B8BF4AD03}" dt="2026-05-24T21:58:19.954" v="2856" actId="1076"/>
          <ac:cxnSpMkLst>
            <pc:docMk/>
            <pc:sldMk cId="180527552" sldId="422"/>
            <ac:cxnSpMk id="35" creationId="{5253974D-ADD7-E86F-957E-29AEC499D9AC}"/>
          </ac:cxnSpMkLst>
        </pc:cxnChg>
      </pc:sldChg>
      <pc:sldChg chg="addSp delSp modSp add mod">
        <pc:chgData name="Sergio Daniel Ladino Delgado" userId="2583be0d34a50219" providerId="LiveId" clId="{9216CCCD-79C5-4B94-BFB8-329B8BF4AD03}" dt="2026-05-24T22:04:56.422" v="2981" actId="1076"/>
        <pc:sldMkLst>
          <pc:docMk/>
          <pc:sldMk cId="4112261369" sldId="423"/>
        </pc:sldMkLst>
        <pc:spChg chg="add mod">
          <ac:chgData name="Sergio Daniel Ladino Delgado" userId="2583be0d34a50219" providerId="LiveId" clId="{9216CCCD-79C5-4B94-BFB8-329B8BF4AD03}" dt="2026-05-24T22:04:24.345" v="2948" actId="1076"/>
          <ac:spMkLst>
            <pc:docMk/>
            <pc:sldMk cId="4112261369" sldId="423"/>
            <ac:spMk id="8" creationId="{2E577A25-83AF-4588-A1C8-FB545D2FD1E5}"/>
          </ac:spMkLst>
        </pc:spChg>
        <pc:spChg chg="add mod">
          <ac:chgData name="Sergio Daniel Ladino Delgado" userId="2583be0d34a50219" providerId="LiveId" clId="{9216CCCD-79C5-4B94-BFB8-329B8BF4AD03}" dt="2026-05-24T22:04:56.422" v="2981" actId="1076"/>
          <ac:spMkLst>
            <pc:docMk/>
            <pc:sldMk cId="4112261369" sldId="423"/>
            <ac:spMk id="9" creationId="{72F9A751-075B-9442-FD63-1B4EE4E77287}"/>
          </ac:spMkLst>
        </pc:spChg>
        <pc:spChg chg="add mod">
          <ac:chgData name="Sergio Daniel Ladino Delgado" userId="2583be0d34a50219" providerId="LiveId" clId="{9216CCCD-79C5-4B94-BFB8-329B8BF4AD03}" dt="2026-05-24T22:04:53.734" v="2980" actId="14100"/>
          <ac:spMkLst>
            <pc:docMk/>
            <pc:sldMk cId="4112261369" sldId="423"/>
            <ac:spMk id="11" creationId="{CE1AE7BE-06EC-A485-3FE5-D89F413965C9}"/>
          </ac:spMkLst>
        </pc:spChg>
        <pc:spChg chg="mod">
          <ac:chgData name="Sergio Daniel Ladino Delgado" userId="2583be0d34a50219" providerId="LiveId" clId="{9216CCCD-79C5-4B94-BFB8-329B8BF4AD03}" dt="2026-05-24T21:59:55.012" v="2922" actId="20577"/>
          <ac:spMkLst>
            <pc:docMk/>
            <pc:sldMk cId="4112261369" sldId="423"/>
            <ac:spMk id="14" creationId="{C0D24C61-F049-1D21-B85C-1373C763AE33}"/>
          </ac:spMkLst>
        </pc:spChg>
        <pc:picChg chg="add mod">
          <ac:chgData name="Sergio Daniel Ladino Delgado" userId="2583be0d34a50219" providerId="LiveId" clId="{9216CCCD-79C5-4B94-BFB8-329B8BF4AD03}" dt="2026-05-24T22:03:53.430" v="2929" actId="1076"/>
          <ac:picMkLst>
            <pc:docMk/>
            <pc:sldMk cId="4112261369" sldId="423"/>
            <ac:picMk id="7" creationId="{1CF65889-8077-F0A8-7401-29BD1AEC52B4}"/>
          </ac:picMkLst>
        </pc:picChg>
      </pc:sldChg>
      <pc:sldChg chg="addSp delSp modSp add mod">
        <pc:chgData name="Sergio Daniel Ladino Delgado" userId="2583be0d34a50219" providerId="LiveId" clId="{9216CCCD-79C5-4B94-BFB8-329B8BF4AD03}" dt="2026-05-24T22:26:56.795" v="3204" actId="1076"/>
        <pc:sldMkLst>
          <pc:docMk/>
          <pc:sldMk cId="1953440251" sldId="424"/>
        </pc:sldMkLst>
        <pc:spChg chg="add mod">
          <ac:chgData name="Sergio Daniel Ladino Delgado" userId="2583be0d34a50219" providerId="LiveId" clId="{9216CCCD-79C5-4B94-BFB8-329B8BF4AD03}" dt="2026-05-24T22:07:33.643" v="3026" actId="20577"/>
          <ac:spMkLst>
            <pc:docMk/>
            <pc:sldMk cId="1953440251" sldId="424"/>
            <ac:spMk id="8" creationId="{4CB96C3C-0756-18A6-F965-FD7D491C792D}"/>
          </ac:spMkLst>
        </pc:spChg>
        <pc:spChg chg="add mod">
          <ac:chgData name="Sergio Daniel Ladino Delgado" userId="2583be0d34a50219" providerId="LiveId" clId="{9216CCCD-79C5-4B94-BFB8-329B8BF4AD03}" dt="2026-05-24T22:13:56.616" v="3094" actId="1076"/>
          <ac:spMkLst>
            <pc:docMk/>
            <pc:sldMk cId="1953440251" sldId="424"/>
            <ac:spMk id="11" creationId="{0F08F10E-7ABA-0DEA-3275-5FDBF107B206}"/>
          </ac:spMkLst>
        </pc:spChg>
        <pc:spChg chg="add mod">
          <ac:chgData name="Sergio Daniel Ladino Delgado" userId="2583be0d34a50219" providerId="LiveId" clId="{9216CCCD-79C5-4B94-BFB8-329B8BF4AD03}" dt="2026-05-24T22:14:13.770" v="3104" actId="20577"/>
          <ac:spMkLst>
            <pc:docMk/>
            <pc:sldMk cId="1953440251" sldId="424"/>
            <ac:spMk id="12" creationId="{813A57ED-8EA5-1811-AA9D-B514273CD2C8}"/>
          </ac:spMkLst>
        </pc:spChg>
        <pc:spChg chg="add mod">
          <ac:chgData name="Sergio Daniel Ladino Delgado" userId="2583be0d34a50219" providerId="LiveId" clId="{9216CCCD-79C5-4B94-BFB8-329B8BF4AD03}" dt="2026-05-24T22:15:06.709" v="3110" actId="207"/>
          <ac:spMkLst>
            <pc:docMk/>
            <pc:sldMk cId="1953440251" sldId="424"/>
            <ac:spMk id="16" creationId="{32C8D613-C9A0-812B-F3BB-3302C2133F75}"/>
          </ac:spMkLst>
        </pc:spChg>
        <pc:spChg chg="add mod">
          <ac:chgData name="Sergio Daniel Ladino Delgado" userId="2583be0d34a50219" providerId="LiveId" clId="{9216CCCD-79C5-4B94-BFB8-329B8BF4AD03}" dt="2026-05-24T22:26:56.795" v="3204" actId="1076"/>
          <ac:spMkLst>
            <pc:docMk/>
            <pc:sldMk cId="1953440251" sldId="424"/>
            <ac:spMk id="18" creationId="{54F6ED31-F95C-23F5-76E0-D8918F3FCC21}"/>
          </ac:spMkLst>
        </pc:spChg>
        <pc:spChg chg="add mod">
          <ac:chgData name="Sergio Daniel Ladino Delgado" userId="2583be0d34a50219" providerId="LiveId" clId="{9216CCCD-79C5-4B94-BFB8-329B8BF4AD03}" dt="2026-05-24T22:26:35.130" v="3200" actId="1076"/>
          <ac:spMkLst>
            <pc:docMk/>
            <pc:sldMk cId="1953440251" sldId="424"/>
            <ac:spMk id="19" creationId="{CE19F857-6626-3BFD-260D-6A644BE69ADE}"/>
          </ac:spMkLst>
        </pc:spChg>
        <pc:picChg chg="add mod">
          <ac:chgData name="Sergio Daniel Ladino Delgado" userId="2583be0d34a50219" providerId="LiveId" clId="{9216CCCD-79C5-4B94-BFB8-329B8BF4AD03}" dt="2026-05-24T22:00:34.989" v="2927" actId="14100"/>
          <ac:picMkLst>
            <pc:docMk/>
            <pc:sldMk cId="1953440251" sldId="424"/>
            <ac:picMk id="6" creationId="{BED83040-2A1E-B94C-B2E0-F012C48675DF}"/>
          </ac:picMkLst>
        </pc:picChg>
        <pc:cxnChg chg="add">
          <ac:chgData name="Sergio Daniel Ladino Delgado" userId="2583be0d34a50219" providerId="LiveId" clId="{9216CCCD-79C5-4B94-BFB8-329B8BF4AD03}" dt="2026-05-24T22:14:46.335" v="3105" actId="11529"/>
          <ac:cxnSpMkLst>
            <pc:docMk/>
            <pc:sldMk cId="1953440251" sldId="424"/>
            <ac:cxnSpMk id="15" creationId="{41C12422-3F24-F832-6847-68AA41FC3BC9}"/>
          </ac:cxnSpMkLst>
        </pc:cxnChg>
      </pc:sldChg>
      <pc:sldChg chg="delSp modSp add mod">
        <pc:chgData name="Sergio Daniel Ladino Delgado" userId="2583be0d34a50219" providerId="LiveId" clId="{9216CCCD-79C5-4B94-BFB8-329B8BF4AD03}" dt="2026-05-24T22:06:29.159" v="3018" actId="1076"/>
        <pc:sldMkLst>
          <pc:docMk/>
          <pc:sldMk cId="1532186436" sldId="425"/>
        </pc:sldMkLst>
        <pc:spChg chg="mod">
          <ac:chgData name="Sergio Daniel Ladino Delgado" userId="2583be0d34a50219" providerId="LiveId" clId="{9216CCCD-79C5-4B94-BFB8-329B8BF4AD03}" dt="2026-05-24T22:06:29.159" v="3018" actId="1076"/>
          <ac:spMkLst>
            <pc:docMk/>
            <pc:sldMk cId="1532186436" sldId="425"/>
            <ac:spMk id="11" creationId="{45DAC60D-BF2B-AAF4-73A6-79E53146E8CE}"/>
          </ac:spMkLst>
        </pc:spChg>
        <pc:picChg chg="mod">
          <ac:chgData name="Sergio Daniel Ladino Delgado" userId="2583be0d34a50219" providerId="LiveId" clId="{9216CCCD-79C5-4B94-BFB8-329B8BF4AD03}" dt="2026-05-24T22:05:05.799" v="2984" actId="1076"/>
          <ac:picMkLst>
            <pc:docMk/>
            <pc:sldMk cId="1532186436" sldId="425"/>
            <ac:picMk id="7" creationId="{965C9C24-AA2E-1695-546B-26AB3C9E6E3F}"/>
          </ac:picMkLst>
        </pc:picChg>
      </pc:sldChg>
      <pc:sldChg chg="addSp delSp modSp add mod addAnim delAnim">
        <pc:chgData name="Sergio Daniel Ladino Delgado" userId="2583be0d34a50219" providerId="LiveId" clId="{9216CCCD-79C5-4B94-BFB8-329B8BF4AD03}" dt="2026-05-24T22:40:31.260" v="3335" actId="1076"/>
        <pc:sldMkLst>
          <pc:docMk/>
          <pc:sldMk cId="830344121" sldId="426"/>
        </pc:sldMkLst>
        <pc:spChg chg="mod">
          <ac:chgData name="Sergio Daniel Ladino Delgado" userId="2583be0d34a50219" providerId="LiveId" clId="{9216CCCD-79C5-4B94-BFB8-329B8BF4AD03}" dt="2026-05-24T22:25:30.960" v="3184" actId="1076"/>
          <ac:spMkLst>
            <pc:docMk/>
            <pc:sldMk cId="830344121" sldId="426"/>
            <ac:spMk id="9" creationId="{2E7F5BD3-B607-64F7-8F61-D10546D7D759}"/>
          </ac:spMkLst>
        </pc:spChg>
        <pc:spChg chg="mod">
          <ac:chgData name="Sergio Daniel Ladino Delgado" userId="2583be0d34a50219" providerId="LiveId" clId="{9216CCCD-79C5-4B94-BFB8-329B8BF4AD03}" dt="2026-05-24T22:15:26.549" v="3116" actId="1076"/>
          <ac:spMkLst>
            <pc:docMk/>
            <pc:sldMk cId="830344121" sldId="426"/>
            <ac:spMk id="11" creationId="{A8FE13D4-A41C-0B3A-4665-0B5C7ABA42BF}"/>
          </ac:spMkLst>
        </pc:spChg>
        <pc:spChg chg="mod">
          <ac:chgData name="Sergio Daniel Ladino Delgado" userId="2583be0d34a50219" providerId="LiveId" clId="{9216CCCD-79C5-4B94-BFB8-329B8BF4AD03}" dt="2026-05-24T22:25:37.273" v="3187" actId="1076"/>
          <ac:spMkLst>
            <pc:docMk/>
            <pc:sldMk cId="830344121" sldId="426"/>
            <ac:spMk id="12" creationId="{4555FAA7-C89C-D6CC-2882-58DF340E7071}"/>
          </ac:spMkLst>
        </pc:spChg>
        <pc:spChg chg="add mod">
          <ac:chgData name="Sergio Daniel Ladino Delgado" userId="2583be0d34a50219" providerId="LiveId" clId="{9216CCCD-79C5-4B94-BFB8-329B8BF4AD03}" dt="2026-05-24T22:17:49.648" v="3129" actId="1076"/>
          <ac:spMkLst>
            <pc:docMk/>
            <pc:sldMk cId="830344121" sldId="426"/>
            <ac:spMk id="17" creationId="{11454317-D15E-0D3A-F08C-AA6AFC6D86DB}"/>
          </ac:spMkLst>
        </pc:spChg>
        <pc:spChg chg="add mod">
          <ac:chgData name="Sergio Daniel Ladino Delgado" userId="2583be0d34a50219" providerId="LiveId" clId="{9216CCCD-79C5-4B94-BFB8-329B8BF4AD03}" dt="2026-05-24T22:17:53.822" v="3131" actId="1076"/>
          <ac:spMkLst>
            <pc:docMk/>
            <pc:sldMk cId="830344121" sldId="426"/>
            <ac:spMk id="18" creationId="{8D8B666D-B553-4092-02C4-4ECA9AFA256B}"/>
          </ac:spMkLst>
        </pc:spChg>
        <pc:spChg chg="add mod">
          <ac:chgData name="Sergio Daniel Ladino Delgado" userId="2583be0d34a50219" providerId="LiveId" clId="{9216CCCD-79C5-4B94-BFB8-329B8BF4AD03}" dt="2026-05-24T22:18:05.691" v="3134" actId="14100"/>
          <ac:spMkLst>
            <pc:docMk/>
            <pc:sldMk cId="830344121" sldId="426"/>
            <ac:spMk id="19" creationId="{90D8B555-DF58-0CA3-9DF8-A3EFC587F7EE}"/>
          </ac:spMkLst>
        </pc:spChg>
        <pc:spChg chg="add mod">
          <ac:chgData name="Sergio Daniel Ladino Delgado" userId="2583be0d34a50219" providerId="LiveId" clId="{9216CCCD-79C5-4B94-BFB8-329B8BF4AD03}" dt="2026-05-24T22:18:13.947" v="3138" actId="1076"/>
          <ac:spMkLst>
            <pc:docMk/>
            <pc:sldMk cId="830344121" sldId="426"/>
            <ac:spMk id="20" creationId="{22774CAB-FF21-A874-BBE3-920A9A607ED2}"/>
          </ac:spMkLst>
        </pc:spChg>
        <pc:spChg chg="add mod">
          <ac:chgData name="Sergio Daniel Ladino Delgado" userId="2583be0d34a50219" providerId="LiveId" clId="{9216CCCD-79C5-4B94-BFB8-329B8BF4AD03}" dt="2026-05-24T22:18:18.902" v="3140" actId="1076"/>
          <ac:spMkLst>
            <pc:docMk/>
            <pc:sldMk cId="830344121" sldId="426"/>
            <ac:spMk id="21" creationId="{B4A409F2-D8EE-A6A7-4353-A739C1D8C46D}"/>
          </ac:spMkLst>
        </pc:spChg>
        <pc:spChg chg="add mod">
          <ac:chgData name="Sergio Daniel Ladino Delgado" userId="2583be0d34a50219" providerId="LiveId" clId="{9216CCCD-79C5-4B94-BFB8-329B8BF4AD03}" dt="2026-05-24T22:18:51.777" v="3155" actId="1076"/>
          <ac:spMkLst>
            <pc:docMk/>
            <pc:sldMk cId="830344121" sldId="426"/>
            <ac:spMk id="22" creationId="{6764A104-F199-035A-C1D0-09474EB1D3FD}"/>
          </ac:spMkLst>
        </pc:spChg>
        <pc:spChg chg="add mod">
          <ac:chgData name="Sergio Daniel Ladino Delgado" userId="2583be0d34a50219" providerId="LiveId" clId="{9216CCCD-79C5-4B94-BFB8-329B8BF4AD03}" dt="2026-05-24T22:18:52.858" v="3156" actId="1076"/>
          <ac:spMkLst>
            <pc:docMk/>
            <pc:sldMk cId="830344121" sldId="426"/>
            <ac:spMk id="23" creationId="{0D7CF382-74D1-D5F4-2908-40D75536986D}"/>
          </ac:spMkLst>
        </pc:spChg>
        <pc:spChg chg="add mod">
          <ac:chgData name="Sergio Daniel Ladino Delgado" userId="2583be0d34a50219" providerId="LiveId" clId="{9216CCCD-79C5-4B94-BFB8-329B8BF4AD03}" dt="2026-05-24T22:18:48.882" v="3154" actId="1076"/>
          <ac:spMkLst>
            <pc:docMk/>
            <pc:sldMk cId="830344121" sldId="426"/>
            <ac:spMk id="24" creationId="{7EFC52FF-49F9-F8A1-B177-7CFC025C1B37}"/>
          </ac:spMkLst>
        </pc:spChg>
        <pc:spChg chg="add mod">
          <ac:chgData name="Sergio Daniel Ladino Delgado" userId="2583be0d34a50219" providerId="LiveId" clId="{9216CCCD-79C5-4B94-BFB8-329B8BF4AD03}" dt="2026-05-24T22:18:46.117" v="3153" actId="1076"/>
          <ac:spMkLst>
            <pc:docMk/>
            <pc:sldMk cId="830344121" sldId="426"/>
            <ac:spMk id="25" creationId="{5C897616-846B-C7C1-DAD4-9B514D79E71B}"/>
          </ac:spMkLst>
        </pc:spChg>
        <pc:spChg chg="add mod">
          <ac:chgData name="Sergio Daniel Ladino Delgado" userId="2583be0d34a50219" providerId="LiveId" clId="{9216CCCD-79C5-4B94-BFB8-329B8BF4AD03}" dt="2026-05-24T22:26:09.191" v="3194" actId="20577"/>
          <ac:spMkLst>
            <pc:docMk/>
            <pc:sldMk cId="830344121" sldId="426"/>
            <ac:spMk id="28" creationId="{872A1B7D-03B2-E762-ECED-7038D9320FF9}"/>
          </ac:spMkLst>
        </pc:spChg>
        <pc:spChg chg="add mod">
          <ac:chgData name="Sergio Daniel Ladino Delgado" userId="2583be0d34a50219" providerId="LiveId" clId="{9216CCCD-79C5-4B94-BFB8-329B8BF4AD03}" dt="2026-05-24T22:40:31.260" v="3335" actId="1076"/>
          <ac:spMkLst>
            <pc:docMk/>
            <pc:sldMk cId="830344121" sldId="426"/>
            <ac:spMk id="30" creationId="{8330A305-295D-926C-BB63-A41F2C225EE5}"/>
          </ac:spMkLst>
        </pc:spChg>
        <pc:picChg chg="add mod">
          <ac:chgData name="Sergio Daniel Ladino Delgado" userId="2583be0d34a50219" providerId="LiveId" clId="{9216CCCD-79C5-4B94-BFB8-329B8BF4AD03}" dt="2026-05-24T22:39:20.025" v="3291" actId="1076"/>
          <ac:picMkLst>
            <pc:docMk/>
            <pc:sldMk cId="830344121" sldId="426"/>
            <ac:picMk id="27" creationId="{DD7CA6D2-29E8-AE27-0C7F-5F01BBD32443}"/>
          </ac:picMkLst>
        </pc:picChg>
      </pc:sldChg>
      <pc:sldChg chg="addSp delSp modSp add mod">
        <pc:chgData name="Sergio Daniel Ladino Delgado" userId="2583be0d34a50219" providerId="LiveId" clId="{9216CCCD-79C5-4B94-BFB8-329B8BF4AD03}" dt="2026-05-24T23:11:37.376" v="3457" actId="20577"/>
        <pc:sldMkLst>
          <pc:docMk/>
          <pc:sldMk cId="612948520" sldId="427"/>
        </pc:sldMkLst>
        <pc:spChg chg="add mod">
          <ac:chgData name="Sergio Daniel Ladino Delgado" userId="2583be0d34a50219" providerId="LiveId" clId="{9216CCCD-79C5-4B94-BFB8-329B8BF4AD03}" dt="2026-05-24T22:43:10.780" v="3397" actId="1076"/>
          <ac:spMkLst>
            <pc:docMk/>
            <pc:sldMk cId="612948520" sldId="427"/>
            <ac:spMk id="4" creationId="{6E87871A-1F01-A40B-A4D5-D80BD5043114}"/>
          </ac:spMkLst>
        </pc:spChg>
        <pc:spChg chg="add mod">
          <ac:chgData name="Sergio Daniel Ladino Delgado" userId="2583be0d34a50219" providerId="LiveId" clId="{9216CCCD-79C5-4B94-BFB8-329B8BF4AD03}" dt="2026-05-24T22:43:10.780" v="3397" actId="1076"/>
          <ac:spMkLst>
            <pc:docMk/>
            <pc:sldMk cId="612948520" sldId="427"/>
            <ac:spMk id="6" creationId="{BA56571D-6F38-4DD3-8C7D-953C06EDEBAD}"/>
          </ac:spMkLst>
        </pc:spChg>
        <pc:spChg chg="add mod">
          <ac:chgData name="Sergio Daniel Ladino Delgado" userId="2583be0d34a50219" providerId="LiveId" clId="{9216CCCD-79C5-4B94-BFB8-329B8BF4AD03}" dt="2026-05-24T22:43:10.780" v="3397" actId="1076"/>
          <ac:spMkLst>
            <pc:docMk/>
            <pc:sldMk cId="612948520" sldId="427"/>
            <ac:spMk id="7" creationId="{5E7B3906-8DC3-3B04-B64E-A0B0111A566C}"/>
          </ac:spMkLst>
        </pc:spChg>
        <pc:spChg chg="add mod">
          <ac:chgData name="Sergio Daniel Ladino Delgado" userId="2583be0d34a50219" providerId="LiveId" clId="{9216CCCD-79C5-4B94-BFB8-329B8BF4AD03}" dt="2026-05-24T22:43:10.780" v="3397" actId="1076"/>
          <ac:spMkLst>
            <pc:docMk/>
            <pc:sldMk cId="612948520" sldId="427"/>
            <ac:spMk id="8" creationId="{41FE7F2C-E799-5CD3-05BD-0FBEF6D3BD47}"/>
          </ac:spMkLst>
        </pc:spChg>
        <pc:spChg chg="add del mod">
          <ac:chgData name="Sergio Daniel Ladino Delgado" userId="2583be0d34a50219" providerId="LiveId" clId="{9216CCCD-79C5-4B94-BFB8-329B8BF4AD03}" dt="2026-05-24T22:35:54.250" v="3209" actId="478"/>
          <ac:spMkLst>
            <pc:docMk/>
            <pc:sldMk cId="612948520" sldId="427"/>
            <ac:spMk id="9" creationId="{073C4108-8355-CE90-573B-18B73329506E}"/>
          </ac:spMkLst>
        </pc:spChg>
        <pc:spChg chg="mod">
          <ac:chgData name="Sergio Daniel Ladino Delgado" userId="2583be0d34a50219" providerId="LiveId" clId="{9216CCCD-79C5-4B94-BFB8-329B8BF4AD03}" dt="2026-05-24T22:37:48.928" v="3266" actId="20577"/>
          <ac:spMkLst>
            <pc:docMk/>
            <pc:sldMk cId="612948520" sldId="427"/>
            <ac:spMk id="14" creationId="{8A3DC825-378B-34E6-83F9-22E390635F98}"/>
          </ac:spMkLst>
        </pc:spChg>
        <pc:spChg chg="add mod">
          <ac:chgData name="Sergio Daniel Ladino Delgado" userId="2583be0d34a50219" providerId="LiveId" clId="{9216CCCD-79C5-4B94-BFB8-329B8BF4AD03}" dt="2026-05-24T22:43:10.780" v="3397" actId="1076"/>
          <ac:spMkLst>
            <pc:docMk/>
            <pc:sldMk cId="612948520" sldId="427"/>
            <ac:spMk id="34" creationId="{81E0A52A-8996-3407-8B4D-991833F7A921}"/>
          </ac:spMkLst>
        </pc:spChg>
        <pc:spChg chg="add mod">
          <ac:chgData name="Sergio Daniel Ladino Delgado" userId="2583be0d34a50219" providerId="LiveId" clId="{9216CCCD-79C5-4B94-BFB8-329B8BF4AD03}" dt="2026-05-24T22:45:08.266" v="3418" actId="20577"/>
          <ac:spMkLst>
            <pc:docMk/>
            <pc:sldMk cId="612948520" sldId="427"/>
            <ac:spMk id="38" creationId="{2EFEDE18-1875-262F-92B9-CD0FB4F4F569}"/>
          </ac:spMkLst>
        </pc:spChg>
        <pc:spChg chg="add mod">
          <ac:chgData name="Sergio Daniel Ladino Delgado" userId="2583be0d34a50219" providerId="LiveId" clId="{9216CCCD-79C5-4B94-BFB8-329B8BF4AD03}" dt="2026-05-24T23:11:37.376" v="3457" actId="20577"/>
          <ac:spMkLst>
            <pc:docMk/>
            <pc:sldMk cId="612948520" sldId="427"/>
            <ac:spMk id="40" creationId="{6F9CFBA9-924B-23AC-7B04-09A1A87A3B8D}"/>
          </ac:spMkLst>
        </pc:spChg>
        <pc:spChg chg="add mod">
          <ac:chgData name="Sergio Daniel Ladino Delgado" userId="2583be0d34a50219" providerId="LiveId" clId="{9216CCCD-79C5-4B94-BFB8-329B8BF4AD03}" dt="2026-05-24T22:43:10.780" v="3397" actId="1076"/>
          <ac:spMkLst>
            <pc:docMk/>
            <pc:sldMk cId="612948520" sldId="427"/>
            <ac:spMk id="47" creationId="{1EBDB163-CD95-9C9F-CE96-3B9F10EEC840}"/>
          </ac:spMkLst>
        </pc:spChg>
        <pc:spChg chg="add mod">
          <ac:chgData name="Sergio Daniel Ladino Delgado" userId="2583be0d34a50219" providerId="LiveId" clId="{9216CCCD-79C5-4B94-BFB8-329B8BF4AD03}" dt="2026-05-24T22:43:24.430" v="3404" actId="1037"/>
          <ac:spMkLst>
            <pc:docMk/>
            <pc:sldMk cId="612948520" sldId="427"/>
            <ac:spMk id="48" creationId="{AB24F592-3CC9-4FC8-6E25-9204F3E568EE}"/>
          </ac:spMkLst>
        </pc:spChg>
        <pc:spChg chg="add mod">
          <ac:chgData name="Sergio Daniel Ladino Delgado" userId="2583be0d34a50219" providerId="LiveId" clId="{9216CCCD-79C5-4B94-BFB8-329B8BF4AD03}" dt="2026-05-24T22:43:26.238" v="3410" actId="1037"/>
          <ac:spMkLst>
            <pc:docMk/>
            <pc:sldMk cId="612948520" sldId="427"/>
            <ac:spMk id="49" creationId="{C50C2F56-5225-C9E7-7A36-C96D25286B9B}"/>
          </ac:spMkLst>
        </pc:spChg>
        <pc:spChg chg="add mod">
          <ac:chgData name="Sergio Daniel Ladino Delgado" userId="2583be0d34a50219" providerId="LiveId" clId="{9216CCCD-79C5-4B94-BFB8-329B8BF4AD03}" dt="2026-05-24T22:43:47.309" v="3416" actId="14100"/>
          <ac:spMkLst>
            <pc:docMk/>
            <pc:sldMk cId="612948520" sldId="427"/>
            <ac:spMk id="50" creationId="{711A58C3-0C3D-2D81-D614-0D12DC1A25E7}"/>
          </ac:spMkLst>
        </pc:spChg>
        <pc:cxnChg chg="add mod">
          <ac:chgData name="Sergio Daniel Ladino Delgado" userId="2583be0d34a50219" providerId="LiveId" clId="{9216CCCD-79C5-4B94-BFB8-329B8BF4AD03}" dt="2026-05-24T22:43:10.780" v="3397" actId="1076"/>
          <ac:cxnSpMkLst>
            <pc:docMk/>
            <pc:sldMk cId="612948520" sldId="427"/>
            <ac:cxnSpMk id="13" creationId="{0C7F1AA3-22A3-90EB-76ED-11394A7BF261}"/>
          </ac:cxnSpMkLst>
        </pc:cxnChg>
        <pc:cxnChg chg="add mod">
          <ac:chgData name="Sergio Daniel Ladino Delgado" userId="2583be0d34a50219" providerId="LiveId" clId="{9216CCCD-79C5-4B94-BFB8-329B8BF4AD03}" dt="2026-05-24T22:36:48.335" v="3227" actId="1076"/>
          <ac:cxnSpMkLst>
            <pc:docMk/>
            <pc:sldMk cId="612948520" sldId="427"/>
            <ac:cxnSpMk id="15" creationId="{FBC3E833-0AC7-B7EB-9D71-7D2E61D596A1}"/>
          </ac:cxnSpMkLst>
        </pc:cxnChg>
        <pc:cxnChg chg="add mod">
          <ac:chgData name="Sergio Daniel Ladino Delgado" userId="2583be0d34a50219" providerId="LiveId" clId="{9216CCCD-79C5-4B94-BFB8-329B8BF4AD03}" dt="2026-05-24T22:36:51.861" v="3229" actId="1076"/>
          <ac:cxnSpMkLst>
            <pc:docMk/>
            <pc:sldMk cId="612948520" sldId="427"/>
            <ac:cxnSpMk id="16" creationId="{7BD2E010-931E-BACE-BC6D-79F30728AA85}"/>
          </ac:cxnSpMkLst>
        </pc:cxnChg>
        <pc:cxnChg chg="add mod">
          <ac:chgData name="Sergio Daniel Ladino Delgado" userId="2583be0d34a50219" providerId="LiveId" clId="{9216CCCD-79C5-4B94-BFB8-329B8BF4AD03}" dt="2026-05-24T22:37:00.005" v="3233" actId="1076"/>
          <ac:cxnSpMkLst>
            <pc:docMk/>
            <pc:sldMk cId="612948520" sldId="427"/>
            <ac:cxnSpMk id="26" creationId="{C772AC07-6BA3-8ADE-BDE4-C852894579AB}"/>
          </ac:cxnSpMkLst>
        </pc:cxnChg>
        <pc:cxnChg chg="add mod">
          <ac:chgData name="Sergio Daniel Ladino Delgado" userId="2583be0d34a50219" providerId="LiveId" clId="{9216CCCD-79C5-4B94-BFB8-329B8BF4AD03}" dt="2026-05-24T22:37:26.144" v="3244" actId="1038"/>
          <ac:cxnSpMkLst>
            <pc:docMk/>
            <pc:sldMk cId="612948520" sldId="427"/>
            <ac:cxnSpMk id="29" creationId="{CD0A8343-55FB-70F0-90FA-BB8B696A837D}"/>
          </ac:cxnSpMkLst>
        </pc:cxnChg>
        <pc:cxnChg chg="add mod">
          <ac:chgData name="Sergio Daniel Ladino Delgado" userId="2583be0d34a50219" providerId="LiveId" clId="{9216CCCD-79C5-4B94-BFB8-329B8BF4AD03}" dt="2026-05-24T22:37:35.905" v="3249" actId="14100"/>
          <ac:cxnSpMkLst>
            <pc:docMk/>
            <pc:sldMk cId="612948520" sldId="427"/>
            <ac:cxnSpMk id="32" creationId="{1C147D90-82CC-1EA6-C0B9-6BBFD78036FE}"/>
          </ac:cxnSpMkLst>
        </pc:cxnChg>
        <pc:cxnChg chg="add mod">
          <ac:chgData name="Sergio Daniel Ladino Delgado" userId="2583be0d34a50219" providerId="LiveId" clId="{9216CCCD-79C5-4B94-BFB8-329B8BF4AD03}" dt="2026-05-24T22:38:17.188" v="3270" actId="1076"/>
          <ac:cxnSpMkLst>
            <pc:docMk/>
            <pc:sldMk cId="612948520" sldId="427"/>
            <ac:cxnSpMk id="36" creationId="{8872E3AF-99A4-2D33-40C8-64233552CF4B}"/>
          </ac:cxnSpMkLst>
        </pc:cxnChg>
        <pc:cxnChg chg="add mod">
          <ac:chgData name="Sergio Daniel Ladino Delgado" userId="2583be0d34a50219" providerId="LiveId" clId="{9216CCCD-79C5-4B94-BFB8-329B8BF4AD03}" dt="2026-05-24T22:38:24.546" v="3273" actId="1076"/>
          <ac:cxnSpMkLst>
            <pc:docMk/>
            <pc:sldMk cId="612948520" sldId="427"/>
            <ac:cxnSpMk id="37" creationId="{3775C7E7-FBDD-6035-E99C-EEF7340FEAFD}"/>
          </ac:cxnSpMkLst>
        </pc:cxnChg>
        <pc:cxnChg chg="add mod">
          <ac:chgData name="Sergio Daniel Ladino Delgado" userId="2583be0d34a50219" providerId="LiveId" clId="{9216CCCD-79C5-4B94-BFB8-329B8BF4AD03}" dt="2026-05-24T22:42:21.960" v="3353" actId="1035"/>
          <ac:cxnSpMkLst>
            <pc:docMk/>
            <pc:sldMk cId="612948520" sldId="427"/>
            <ac:cxnSpMk id="41" creationId="{AB2036B1-9A41-882C-2210-9F42DCF5D929}"/>
          </ac:cxnSpMkLst>
        </pc:cxnChg>
        <pc:cxnChg chg="add mod">
          <ac:chgData name="Sergio Daniel Ladino Delgado" userId="2583be0d34a50219" providerId="LiveId" clId="{9216CCCD-79C5-4B94-BFB8-329B8BF4AD03}" dt="2026-05-24T22:42:09.769" v="3345" actId="14100"/>
          <ac:cxnSpMkLst>
            <pc:docMk/>
            <pc:sldMk cId="612948520" sldId="427"/>
            <ac:cxnSpMk id="43" creationId="{92EAE594-AB5D-8B15-E85C-2473A5A05655}"/>
          </ac:cxnSpMkLst>
        </pc:cxnChg>
        <pc:cxnChg chg="add mod">
          <ac:chgData name="Sergio Daniel Ladino Delgado" userId="2583be0d34a50219" providerId="LiveId" clId="{9216CCCD-79C5-4B94-BFB8-329B8BF4AD03}" dt="2026-05-24T22:42:17.741" v="3349" actId="1076"/>
          <ac:cxnSpMkLst>
            <pc:docMk/>
            <pc:sldMk cId="612948520" sldId="427"/>
            <ac:cxnSpMk id="45" creationId="{6EB4E6E7-D53A-12CF-36D0-FDF45EEAA83B}"/>
          </ac:cxnSpMkLst>
        </pc:cxnChg>
      </pc:sldChg>
      <pc:sldChg chg="modSp add mod ord">
        <pc:chgData name="Sergio Daniel Ladino Delgado" userId="2583be0d34a50219" providerId="LiveId" clId="{9216CCCD-79C5-4B94-BFB8-329B8BF4AD03}" dt="2026-05-24T23:12:45.846" v="3458" actId="6549"/>
        <pc:sldMkLst>
          <pc:docMk/>
          <pc:sldMk cId="4060931719" sldId="428"/>
        </pc:sldMkLst>
        <pc:spChg chg="mod">
          <ac:chgData name="Sergio Daniel Ladino Delgado" userId="2583be0d34a50219" providerId="LiveId" clId="{9216CCCD-79C5-4B94-BFB8-329B8BF4AD03}" dt="2026-05-24T23:12:45.846" v="3458" actId="6549"/>
          <ac:spMkLst>
            <pc:docMk/>
            <pc:sldMk cId="4060931719" sldId="428"/>
            <ac:spMk id="11" creationId="{2CE75889-CC92-7347-081A-6FCA274EF5D6}"/>
          </ac:spMkLst>
        </pc:spChg>
      </pc:sldChg>
      <pc:sldChg chg="addSp delSp modSp add mod ord addAnim delAnim modAnim">
        <pc:chgData name="Sergio Daniel Ladino Delgado" userId="2583be0d34a50219" providerId="LiveId" clId="{9216CCCD-79C5-4B94-BFB8-329B8BF4AD03}" dt="2026-05-24T23:53:30.662" v="3734" actId="1076"/>
        <pc:sldMkLst>
          <pc:docMk/>
          <pc:sldMk cId="944768425" sldId="429"/>
        </pc:sldMkLst>
        <pc:spChg chg="add mod">
          <ac:chgData name="Sergio Daniel Ladino Delgado" userId="2583be0d34a50219" providerId="LiveId" clId="{9216CCCD-79C5-4B94-BFB8-329B8BF4AD03}" dt="2026-05-24T23:50:05.417" v="3681" actId="1076"/>
          <ac:spMkLst>
            <pc:docMk/>
            <pc:sldMk cId="944768425" sldId="429"/>
            <ac:spMk id="30" creationId="{61198F0B-9A9F-7118-8D25-88B6D543595E}"/>
          </ac:spMkLst>
        </pc:spChg>
        <pc:spChg chg="add del mod">
          <ac:chgData name="Sergio Daniel Ladino Delgado" userId="2583be0d34a50219" providerId="LiveId" clId="{9216CCCD-79C5-4B94-BFB8-329B8BF4AD03}" dt="2026-05-24T23:50:22.038" v="3689" actId="1076"/>
          <ac:spMkLst>
            <pc:docMk/>
            <pc:sldMk cId="944768425" sldId="429"/>
            <ac:spMk id="31" creationId="{7A0B6584-3288-8502-54DF-72BF576F3A3B}"/>
          </ac:spMkLst>
        </pc:spChg>
        <pc:spChg chg="add mod">
          <ac:chgData name="Sergio Daniel Ladino Delgado" userId="2583be0d34a50219" providerId="LiveId" clId="{9216CCCD-79C5-4B94-BFB8-329B8BF4AD03}" dt="2026-05-24T23:50:48.046" v="3695"/>
          <ac:spMkLst>
            <pc:docMk/>
            <pc:sldMk cId="944768425" sldId="429"/>
            <ac:spMk id="44" creationId="{16B6C115-9E26-E16E-1CD3-4E514B3EEB24}"/>
          </ac:spMkLst>
        </pc:spChg>
        <pc:spChg chg="add mod">
          <ac:chgData name="Sergio Daniel Ladino Delgado" userId="2583be0d34a50219" providerId="LiveId" clId="{9216CCCD-79C5-4B94-BFB8-329B8BF4AD03}" dt="2026-05-24T23:51:46.423" v="3721" actId="20577"/>
          <ac:spMkLst>
            <pc:docMk/>
            <pc:sldMk cId="944768425" sldId="429"/>
            <ac:spMk id="46" creationId="{7E32CEEB-F717-3A5E-88E9-36D9ACED34EE}"/>
          </ac:spMkLst>
        </pc:spChg>
        <pc:graphicFrameChg chg="add mod">
          <ac:chgData name="Sergio Daniel Ladino Delgado" userId="2583be0d34a50219" providerId="LiveId" clId="{9216CCCD-79C5-4B94-BFB8-329B8BF4AD03}" dt="2026-05-24T23:53:30.662" v="3734" actId="1076"/>
          <ac:graphicFrameMkLst>
            <pc:docMk/>
            <pc:sldMk cId="944768425" sldId="429"/>
            <ac:graphicFrameMk id="51" creationId="{04C805B7-045D-592A-022D-B3D088C634AE}"/>
          </ac:graphicFrameMkLst>
        </pc:graphicFrameChg>
        <pc:picChg chg="add mod">
          <ac:chgData name="Sergio Daniel Ladino Delgado" userId="2583be0d34a50219" providerId="LiveId" clId="{9216CCCD-79C5-4B94-BFB8-329B8BF4AD03}" dt="2026-05-24T23:49:45.682" v="3674" actId="1076"/>
          <ac:picMkLst>
            <pc:docMk/>
            <pc:sldMk cId="944768425" sldId="429"/>
            <ac:picMk id="39" creationId="{F1D2CF5A-31F2-D51C-2264-410CFE473ACC}"/>
          </ac:picMkLst>
        </pc:picChg>
        <pc:cxnChg chg="mod">
          <ac:chgData name="Sergio Daniel Ladino Delgado" userId="2583be0d34a50219" providerId="LiveId" clId="{9216CCCD-79C5-4B94-BFB8-329B8BF4AD03}" dt="2026-05-24T23:17:31.865" v="3554" actId="1076"/>
          <ac:cxnSpMkLst>
            <pc:docMk/>
            <pc:sldMk cId="944768425" sldId="429"/>
            <ac:cxnSpMk id="5" creationId="{8CDF66EC-7DB8-7649-C105-CB6EB831ED86}"/>
          </ac:cxnSpMkLst>
        </pc:cxnChg>
        <pc:cxnChg chg="add mod">
          <ac:chgData name="Sergio Daniel Ladino Delgado" userId="2583be0d34a50219" providerId="LiveId" clId="{9216CCCD-79C5-4B94-BFB8-329B8BF4AD03}" dt="2026-05-24T23:50:20.094" v="3688" actId="14100"/>
          <ac:cxnSpMkLst>
            <pc:docMk/>
            <pc:sldMk cId="944768425" sldId="429"/>
            <ac:cxnSpMk id="33" creationId="{14ECA1A9-B30C-DD31-B507-A9C7E465E58C}"/>
          </ac:cxnSpMkLst>
        </pc:cxnChg>
      </pc:sldChg>
      <pc:sldChg chg="addSp delSp modSp add mod delAnim modAnim">
        <pc:chgData name="Sergio Daniel Ladino Delgado" userId="2583be0d34a50219" providerId="LiveId" clId="{9216CCCD-79C5-4B94-BFB8-329B8BF4AD03}" dt="2026-05-29T02:40:31.450" v="4519" actId="255"/>
        <pc:sldMkLst>
          <pc:docMk/>
          <pc:sldMk cId="1808357437" sldId="430"/>
        </pc:sldMkLst>
        <pc:spChg chg="add mod">
          <ac:chgData name="Sergio Daniel Ladino Delgado" userId="2583be0d34a50219" providerId="LiveId" clId="{9216CCCD-79C5-4B94-BFB8-329B8BF4AD03}" dt="2026-05-25T00:02:23.425" v="3925" actId="1076"/>
          <ac:spMkLst>
            <pc:docMk/>
            <pc:sldMk cId="1808357437" sldId="430"/>
            <ac:spMk id="6" creationId="{D62ACC14-8FAC-354F-F231-B035E0E48B11}"/>
          </ac:spMkLst>
        </pc:spChg>
        <pc:spChg chg="add mod">
          <ac:chgData name="Sergio Daniel Ladino Delgado" userId="2583be0d34a50219" providerId="LiveId" clId="{9216CCCD-79C5-4B94-BFB8-329B8BF4AD03}" dt="2026-05-25T00:02:23.425" v="3925" actId="1076"/>
          <ac:spMkLst>
            <pc:docMk/>
            <pc:sldMk cId="1808357437" sldId="430"/>
            <ac:spMk id="7" creationId="{48D78DB7-BCE0-71DF-4CB3-CE6B4ABD107A}"/>
          </ac:spMkLst>
        </pc:spChg>
        <pc:spChg chg="add mod">
          <ac:chgData name="Sergio Daniel Ladino Delgado" userId="2583be0d34a50219" providerId="LiveId" clId="{9216CCCD-79C5-4B94-BFB8-329B8BF4AD03}" dt="2026-05-25T00:02:23.425" v="3925" actId="1076"/>
          <ac:spMkLst>
            <pc:docMk/>
            <pc:sldMk cId="1808357437" sldId="430"/>
            <ac:spMk id="8" creationId="{6D575F30-2D0B-D9A4-B5C5-11AE2B220A37}"/>
          </ac:spMkLst>
        </pc:spChg>
        <pc:spChg chg="add mod">
          <ac:chgData name="Sergio Daniel Ladino Delgado" userId="2583be0d34a50219" providerId="LiveId" clId="{9216CCCD-79C5-4B94-BFB8-329B8BF4AD03}" dt="2026-05-25T00:02:23.425" v="3925" actId="1076"/>
          <ac:spMkLst>
            <pc:docMk/>
            <pc:sldMk cId="1808357437" sldId="430"/>
            <ac:spMk id="9" creationId="{79099771-E981-1795-D035-D0BE8AF85924}"/>
          </ac:spMkLst>
        </pc:spChg>
        <pc:spChg chg="add mod">
          <ac:chgData name="Sergio Daniel Ladino Delgado" userId="2583be0d34a50219" providerId="LiveId" clId="{9216CCCD-79C5-4B94-BFB8-329B8BF4AD03}" dt="2026-05-25T00:02:23.425" v="3925" actId="1076"/>
          <ac:spMkLst>
            <pc:docMk/>
            <pc:sldMk cId="1808357437" sldId="430"/>
            <ac:spMk id="10" creationId="{CBAC5FE0-B078-FE36-47FC-3661EDFDE3A4}"/>
          </ac:spMkLst>
        </pc:spChg>
        <pc:spChg chg="add mod">
          <ac:chgData name="Sergio Daniel Ladino Delgado" userId="2583be0d34a50219" providerId="LiveId" clId="{9216CCCD-79C5-4B94-BFB8-329B8BF4AD03}" dt="2026-05-25T00:02:23.425" v="3925" actId="1076"/>
          <ac:spMkLst>
            <pc:docMk/>
            <pc:sldMk cId="1808357437" sldId="430"/>
            <ac:spMk id="11" creationId="{5ED10B28-6C3B-C5AF-0497-66C3762E8B4A}"/>
          </ac:spMkLst>
        </pc:spChg>
        <pc:spChg chg="add mod">
          <ac:chgData name="Sergio Daniel Ladino Delgado" userId="2583be0d34a50219" providerId="LiveId" clId="{9216CCCD-79C5-4B94-BFB8-329B8BF4AD03}" dt="2026-05-25T00:02:23.425" v="3925" actId="1076"/>
          <ac:spMkLst>
            <pc:docMk/>
            <pc:sldMk cId="1808357437" sldId="430"/>
            <ac:spMk id="12" creationId="{81355B6B-29CB-6F00-06B9-FAF4178076AC}"/>
          </ac:spMkLst>
        </pc:spChg>
        <pc:spChg chg="add mod">
          <ac:chgData name="Sergio Daniel Ladino Delgado" userId="2583be0d34a50219" providerId="LiveId" clId="{9216CCCD-79C5-4B94-BFB8-329B8BF4AD03}" dt="2026-05-24T23:59:52.193" v="3923" actId="1076"/>
          <ac:spMkLst>
            <pc:docMk/>
            <pc:sldMk cId="1808357437" sldId="430"/>
            <ac:spMk id="14" creationId="{8766CAA6-8B0B-F75C-81D9-40A74A9510FC}"/>
          </ac:spMkLst>
        </pc:spChg>
        <pc:spChg chg="add mod">
          <ac:chgData name="Sergio Daniel Ladino Delgado" userId="2583be0d34a50219" providerId="LiveId" clId="{9216CCCD-79C5-4B94-BFB8-329B8BF4AD03}" dt="2026-05-29T02:40:23.551" v="4517" actId="1076"/>
          <ac:spMkLst>
            <pc:docMk/>
            <pc:sldMk cId="1808357437" sldId="430"/>
            <ac:spMk id="16" creationId="{39D6F41F-ECB7-6DA6-F999-59D113299188}"/>
          </ac:spMkLst>
        </pc:spChg>
        <pc:spChg chg="add mod">
          <ac:chgData name="Sergio Daniel Ladino Delgado" userId="2583be0d34a50219" providerId="LiveId" clId="{9216CCCD-79C5-4B94-BFB8-329B8BF4AD03}" dt="2026-05-29T02:40:27.570" v="4518" actId="255"/>
          <ac:spMkLst>
            <pc:docMk/>
            <pc:sldMk cId="1808357437" sldId="430"/>
            <ac:spMk id="17" creationId="{9124FB57-BA1E-7F52-9488-F1368D91D7EF}"/>
          </ac:spMkLst>
        </pc:spChg>
        <pc:spChg chg="add mod">
          <ac:chgData name="Sergio Daniel Ladino Delgado" userId="2583be0d34a50219" providerId="LiveId" clId="{9216CCCD-79C5-4B94-BFB8-329B8BF4AD03}" dt="2026-05-29T02:40:31.450" v="4519" actId="255"/>
          <ac:spMkLst>
            <pc:docMk/>
            <pc:sldMk cId="1808357437" sldId="430"/>
            <ac:spMk id="18" creationId="{976CA134-2688-53B6-2D25-ED287FF82178}"/>
          </ac:spMkLst>
        </pc:spChg>
      </pc:sldChg>
      <pc:sldChg chg="addSp delSp modSp add mod ord">
        <pc:chgData name="Sergio Daniel Ladino Delgado" userId="2583be0d34a50219" providerId="LiveId" clId="{9216CCCD-79C5-4B94-BFB8-329B8BF4AD03}" dt="2026-05-29T02:40:52.302" v="4524" actId="1076"/>
        <pc:sldMkLst>
          <pc:docMk/>
          <pc:sldMk cId="1634893958" sldId="431"/>
        </pc:sldMkLst>
        <pc:spChg chg="add mod">
          <ac:chgData name="Sergio Daniel Ladino Delgado" userId="2583be0d34a50219" providerId="LiveId" clId="{9216CCCD-79C5-4B94-BFB8-329B8BF4AD03}" dt="2026-05-29T02:40:47.872" v="4523" actId="1076"/>
          <ac:spMkLst>
            <pc:docMk/>
            <pc:sldMk cId="1634893958" sldId="431"/>
            <ac:spMk id="4" creationId="{C7C3EDA3-14BA-8295-B14D-B7F91AAFC7D3}"/>
          </ac:spMkLst>
        </pc:spChg>
        <pc:spChg chg="mod">
          <ac:chgData name="Sergio Daniel Ladino Delgado" userId="2583be0d34a50219" providerId="LiveId" clId="{9216CCCD-79C5-4B94-BFB8-329B8BF4AD03}" dt="2026-05-25T00:09:18.774" v="4054" actId="20577"/>
          <ac:spMkLst>
            <pc:docMk/>
            <pc:sldMk cId="1634893958" sldId="431"/>
            <ac:spMk id="14" creationId="{1665B111-5E0C-2971-EF1F-815F74CABE6C}"/>
          </ac:spMkLst>
        </pc:spChg>
        <pc:spChg chg="mod">
          <ac:chgData name="Sergio Daniel Ladino Delgado" userId="2583be0d34a50219" providerId="LiveId" clId="{9216CCCD-79C5-4B94-BFB8-329B8BF4AD03}" dt="2026-05-29T02:40:52.302" v="4524" actId="1076"/>
          <ac:spMkLst>
            <pc:docMk/>
            <pc:sldMk cId="1634893958" sldId="431"/>
            <ac:spMk id="28" creationId="{BB07530D-BC9D-B4A1-8D95-8F4BE5D7DB31}"/>
          </ac:spMkLst>
        </pc:spChg>
        <pc:spChg chg="mod">
          <ac:chgData name="Sergio Daniel Ladino Delgado" userId="2583be0d34a50219" providerId="LiveId" clId="{9216CCCD-79C5-4B94-BFB8-329B8BF4AD03}" dt="2026-05-29T02:40:45.983" v="4522" actId="1076"/>
          <ac:spMkLst>
            <pc:docMk/>
            <pc:sldMk cId="1634893958" sldId="431"/>
            <ac:spMk id="30" creationId="{9B07B23D-FA42-A1D4-D1BC-61A77012F9BE}"/>
          </ac:spMkLst>
        </pc:spChg>
      </pc:sldChg>
      <pc:sldChg chg="addSp delSp modSp add mod">
        <pc:chgData name="Sergio Daniel Ladino Delgado" userId="2583be0d34a50219" providerId="LiveId" clId="{9216CCCD-79C5-4B94-BFB8-329B8BF4AD03}" dt="2026-05-29T03:02:03.937" v="4583" actId="14100"/>
        <pc:sldMkLst>
          <pc:docMk/>
          <pc:sldMk cId="3175053075" sldId="432"/>
        </pc:sldMkLst>
        <pc:spChg chg="add mod">
          <ac:chgData name="Sergio Daniel Ladino Delgado" userId="2583be0d34a50219" providerId="LiveId" clId="{9216CCCD-79C5-4B94-BFB8-329B8BF4AD03}" dt="2026-05-29T02:57:26.145" v="4574" actId="2711"/>
          <ac:spMkLst>
            <pc:docMk/>
            <pc:sldMk cId="3175053075" sldId="432"/>
            <ac:spMk id="4" creationId="{2AAE5172-A64B-3E48-AD71-3DDBBD7E8385}"/>
          </ac:spMkLst>
        </pc:spChg>
        <pc:spChg chg="add mod">
          <ac:chgData name="Sergio Daniel Ladino Delgado" userId="2583be0d34a50219" providerId="LiveId" clId="{9216CCCD-79C5-4B94-BFB8-329B8BF4AD03}" dt="2026-05-25T00:23:49.695" v="4150" actId="14100"/>
          <ac:spMkLst>
            <pc:docMk/>
            <pc:sldMk cId="3175053075" sldId="432"/>
            <ac:spMk id="7" creationId="{60697920-A9A8-D644-DD86-3C6A3B86421C}"/>
          </ac:spMkLst>
        </pc:spChg>
        <pc:spChg chg="mod">
          <ac:chgData name="Sergio Daniel Ladino Delgado" userId="2583be0d34a50219" providerId="LiveId" clId="{9216CCCD-79C5-4B94-BFB8-329B8BF4AD03}" dt="2026-05-25T00:23:19.616" v="4142" actId="20577"/>
          <ac:spMkLst>
            <pc:docMk/>
            <pc:sldMk cId="3175053075" sldId="432"/>
            <ac:spMk id="14" creationId="{BC60AB7E-6A10-DBB8-C2AF-916DB73842C7}"/>
          </ac:spMkLst>
        </pc:spChg>
        <pc:picChg chg="add mod">
          <ac:chgData name="Sergio Daniel Ladino Delgado" userId="2583be0d34a50219" providerId="LiveId" clId="{9216CCCD-79C5-4B94-BFB8-329B8BF4AD03}" dt="2026-05-29T02:58:36.101" v="4578" actId="1076"/>
          <ac:picMkLst>
            <pc:docMk/>
            <pc:sldMk cId="3175053075" sldId="432"/>
            <ac:picMk id="8" creationId="{8AE7DD26-2951-9EC1-C1C3-58550632FB7C}"/>
          </ac:picMkLst>
        </pc:picChg>
        <pc:picChg chg="add mod">
          <ac:chgData name="Sergio Daniel Ladino Delgado" userId="2583be0d34a50219" providerId="LiveId" clId="{9216CCCD-79C5-4B94-BFB8-329B8BF4AD03}" dt="2026-05-29T02:45:38.026" v="4542" actId="1076"/>
          <ac:picMkLst>
            <pc:docMk/>
            <pc:sldMk cId="3175053075" sldId="432"/>
            <ac:picMk id="9" creationId="{65DA366C-65F3-9DD5-C180-9E5AE70D386E}"/>
          </ac:picMkLst>
        </pc:picChg>
        <pc:picChg chg="add mod">
          <ac:chgData name="Sergio Daniel Ladino Delgado" userId="2583be0d34a50219" providerId="LiveId" clId="{9216CCCD-79C5-4B94-BFB8-329B8BF4AD03}" dt="2026-05-29T02:45:39.016" v="4543" actId="1076"/>
          <ac:picMkLst>
            <pc:docMk/>
            <pc:sldMk cId="3175053075" sldId="432"/>
            <ac:picMk id="11" creationId="{1FEAF8FB-73A8-BFAD-F39B-9A207BFC9773}"/>
          </ac:picMkLst>
        </pc:picChg>
        <pc:picChg chg="add mod">
          <ac:chgData name="Sergio Daniel Ladino Delgado" userId="2583be0d34a50219" providerId="LiveId" clId="{9216CCCD-79C5-4B94-BFB8-329B8BF4AD03}" dt="2026-05-29T03:01:22.462" v="4580" actId="1076"/>
          <ac:picMkLst>
            <pc:docMk/>
            <pc:sldMk cId="3175053075" sldId="432"/>
            <ac:picMk id="12" creationId="{95FE8888-3B21-A92E-32B4-CEACE1A3191A}"/>
          </ac:picMkLst>
        </pc:picChg>
        <pc:picChg chg="add mod">
          <ac:chgData name="Sergio Daniel Ladino Delgado" userId="2583be0d34a50219" providerId="LiveId" clId="{9216CCCD-79C5-4B94-BFB8-329B8BF4AD03}" dt="2026-05-29T02:45:40.445" v="4544" actId="1076"/>
          <ac:picMkLst>
            <pc:docMk/>
            <pc:sldMk cId="3175053075" sldId="432"/>
            <ac:picMk id="13" creationId="{161A7FF3-E2AA-1E61-9431-D287B80B48B4}"/>
          </ac:picMkLst>
        </pc:picChg>
        <pc:picChg chg="add mod">
          <ac:chgData name="Sergio Daniel Ladino Delgado" userId="2583be0d34a50219" providerId="LiveId" clId="{9216CCCD-79C5-4B94-BFB8-329B8BF4AD03}" dt="2026-05-29T02:56:55.414" v="4557" actId="1076"/>
          <ac:picMkLst>
            <pc:docMk/>
            <pc:sldMk cId="3175053075" sldId="432"/>
            <ac:picMk id="16" creationId="{80AC3FDE-61E4-A5E4-2B1B-0E9F8734CA6D}"/>
          </ac:picMkLst>
        </pc:picChg>
        <pc:picChg chg="add mod">
          <ac:chgData name="Sergio Daniel Ladino Delgado" userId="2583be0d34a50219" providerId="LiveId" clId="{9216CCCD-79C5-4B94-BFB8-329B8BF4AD03}" dt="2026-05-29T03:02:03.937" v="4583" actId="14100"/>
          <ac:picMkLst>
            <pc:docMk/>
            <pc:sldMk cId="3175053075" sldId="432"/>
            <ac:picMk id="17" creationId="{192B9E7A-4D4A-FC13-4B3E-FCC275944B72}"/>
          </ac:picMkLst>
        </pc:picChg>
        <pc:picChg chg="add mod">
          <ac:chgData name="Sergio Daniel Ladino Delgado" userId="2583be0d34a50219" providerId="LiveId" clId="{9216CCCD-79C5-4B94-BFB8-329B8BF4AD03}" dt="2026-05-29T02:56:55.947" v="4558" actId="1076"/>
          <ac:picMkLst>
            <pc:docMk/>
            <pc:sldMk cId="3175053075" sldId="432"/>
            <ac:picMk id="18" creationId="{478EF296-0606-E7BF-D387-B46D52BA41E8}"/>
          </ac:picMkLst>
        </pc:picChg>
      </pc:sldChg>
      <pc:sldChg chg="addSp delSp modSp add mod">
        <pc:chgData name="Sergio Daniel Ladino Delgado" userId="2583be0d34a50219" providerId="LiveId" clId="{9216CCCD-79C5-4B94-BFB8-329B8BF4AD03}" dt="2026-05-28T02:12:20.818" v="4306"/>
        <pc:sldMkLst>
          <pc:docMk/>
          <pc:sldMk cId="3530802474" sldId="433"/>
        </pc:sldMkLst>
        <pc:spChg chg="add mod">
          <ac:chgData name="Sergio Daniel Ladino Delgado" userId="2583be0d34a50219" providerId="LiveId" clId="{9216CCCD-79C5-4B94-BFB8-329B8BF4AD03}" dt="2026-05-28T02:12:20.818" v="4306"/>
          <ac:spMkLst>
            <pc:docMk/>
            <pc:sldMk cId="3530802474" sldId="433"/>
            <ac:spMk id="8" creationId="{9D4EFEFE-763C-79D4-27FC-C0EF011F4CEE}"/>
          </ac:spMkLst>
        </pc:spChg>
        <pc:picChg chg="del">
          <ac:chgData name="Sergio Daniel Ladino Delgado" userId="2583be0d34a50219" providerId="LiveId" clId="{9216CCCD-79C5-4B94-BFB8-329B8BF4AD03}" dt="2026-05-28T02:11:20.171" v="4295" actId="478"/>
          <ac:picMkLst>
            <pc:docMk/>
            <pc:sldMk cId="3530802474" sldId="433"/>
            <ac:picMk id="6" creationId="{600D8205-BFA4-D388-B291-246A70509A87}"/>
          </ac:picMkLst>
        </pc:picChg>
        <pc:picChg chg="add mod">
          <ac:chgData name="Sergio Daniel Ladino Delgado" userId="2583be0d34a50219" providerId="LiveId" clId="{9216CCCD-79C5-4B94-BFB8-329B8BF4AD03}" dt="2026-05-28T02:11:42.670" v="4298" actId="1076"/>
          <ac:picMkLst>
            <pc:docMk/>
            <pc:sldMk cId="3530802474" sldId="433"/>
            <ac:picMk id="7" creationId="{2775C671-6C08-E3C8-67A8-EB0084F5FCC7}"/>
          </ac:picMkLst>
        </pc:picChg>
      </pc:sldChg>
      <pc:sldChg chg="addSp delSp modSp add mod">
        <pc:chgData name="Sergio Daniel Ladino Delgado" userId="2583be0d34a50219" providerId="LiveId" clId="{9216CCCD-79C5-4B94-BFB8-329B8BF4AD03}" dt="2026-05-28T02:17:42.415" v="4357" actId="20577"/>
        <pc:sldMkLst>
          <pc:docMk/>
          <pc:sldMk cId="508514055" sldId="434"/>
        </pc:sldMkLst>
        <pc:spChg chg="add mod">
          <ac:chgData name="Sergio Daniel Ladino Delgado" userId="2583be0d34a50219" providerId="LiveId" clId="{9216CCCD-79C5-4B94-BFB8-329B8BF4AD03}" dt="2026-05-28T02:17:28.777" v="4346" actId="1076"/>
          <ac:spMkLst>
            <pc:docMk/>
            <pc:sldMk cId="508514055" sldId="434"/>
            <ac:spMk id="4" creationId="{A75668D0-CBF9-9DCE-0CC0-48637E0BEE34}"/>
          </ac:spMkLst>
        </pc:spChg>
        <pc:spChg chg="del">
          <ac:chgData name="Sergio Daniel Ladino Delgado" userId="2583be0d34a50219" providerId="LiveId" clId="{9216CCCD-79C5-4B94-BFB8-329B8BF4AD03}" dt="2026-05-28T02:12:32.928" v="4308" actId="478"/>
          <ac:spMkLst>
            <pc:docMk/>
            <pc:sldMk cId="508514055" sldId="434"/>
            <ac:spMk id="8" creationId="{C3042E86-A178-1A22-8D57-CFE7F626EAE9}"/>
          </ac:spMkLst>
        </pc:spChg>
        <pc:spChg chg="add mod">
          <ac:chgData name="Sergio Daniel Ladino Delgado" userId="2583be0d34a50219" providerId="LiveId" clId="{9216CCCD-79C5-4B94-BFB8-329B8BF4AD03}" dt="2026-05-28T02:17:28.777" v="4346" actId="1076"/>
          <ac:spMkLst>
            <pc:docMk/>
            <pc:sldMk cId="508514055" sldId="434"/>
            <ac:spMk id="10" creationId="{1894869E-A853-DA9C-635E-3878C57D1577}"/>
          </ac:spMkLst>
        </pc:spChg>
        <pc:spChg chg="add mod">
          <ac:chgData name="Sergio Daniel Ladino Delgado" userId="2583be0d34a50219" providerId="LiveId" clId="{9216CCCD-79C5-4B94-BFB8-329B8BF4AD03}" dt="2026-05-28T02:17:28.777" v="4346" actId="1076"/>
          <ac:spMkLst>
            <pc:docMk/>
            <pc:sldMk cId="508514055" sldId="434"/>
            <ac:spMk id="13" creationId="{D6793709-4830-7B72-457E-46B7FF4191EE}"/>
          </ac:spMkLst>
        </pc:spChg>
        <pc:spChg chg="mod">
          <ac:chgData name="Sergio Daniel Ladino Delgado" userId="2583be0d34a50219" providerId="LiveId" clId="{9216CCCD-79C5-4B94-BFB8-329B8BF4AD03}" dt="2026-05-28T02:17:42.415" v="4357" actId="20577"/>
          <ac:spMkLst>
            <pc:docMk/>
            <pc:sldMk cId="508514055" sldId="434"/>
            <ac:spMk id="14" creationId="{4B1CEAE7-57CB-DE61-02AD-9E733D0623E6}"/>
          </ac:spMkLst>
        </pc:spChg>
        <pc:graphicFrameChg chg="add del mod replId">
          <ac:chgData name="Sergio Daniel Ladino Delgado" userId="2583be0d34a50219" providerId="LiveId" clId="{9216CCCD-79C5-4B94-BFB8-329B8BF4AD03}" dt="2026-05-28T02:14:32.533" v="4315"/>
          <ac:graphicFrameMkLst>
            <pc:docMk/>
            <pc:sldMk cId="508514055" sldId="434"/>
            <ac:graphicFrameMk id="6" creationId="{A75668D0-CBF9-9DCE-0CC0-48637E0BEE34}"/>
          </ac:graphicFrameMkLst>
        </pc:graphicFrameChg>
        <pc:graphicFrameChg chg="add del mod replId">
          <ac:chgData name="Sergio Daniel Ladino Delgado" userId="2583be0d34a50219" providerId="LiveId" clId="{9216CCCD-79C5-4B94-BFB8-329B8BF4AD03}" dt="2026-05-28T02:15:27.920" v="4329"/>
          <ac:graphicFrameMkLst>
            <pc:docMk/>
            <pc:sldMk cId="508514055" sldId="434"/>
            <ac:graphicFrameMk id="11" creationId="{1894869E-A853-DA9C-635E-3878C57D1577}"/>
          </ac:graphicFrameMkLst>
        </pc:graphicFrameChg>
        <pc:graphicFrameChg chg="add del mod replId">
          <ac:chgData name="Sergio Daniel Ladino Delgado" userId="2583be0d34a50219" providerId="LiveId" clId="{9216CCCD-79C5-4B94-BFB8-329B8BF4AD03}" dt="2026-05-28T02:15:33.767" v="4332"/>
          <ac:graphicFrameMkLst>
            <pc:docMk/>
            <pc:sldMk cId="508514055" sldId="434"/>
            <ac:graphicFrameMk id="15" creationId="{D6793709-4830-7B72-457E-46B7FF4191EE}"/>
          </ac:graphicFrameMkLst>
        </pc:graphicFrameChg>
        <pc:picChg chg="add del">
          <ac:chgData name="Sergio Daniel Ladino Delgado" userId="2583be0d34a50219" providerId="LiveId" clId="{9216CCCD-79C5-4B94-BFB8-329B8BF4AD03}" dt="2026-05-28T02:14:07.494" v="4311" actId="478"/>
          <ac:picMkLst>
            <pc:docMk/>
            <pc:sldMk cId="508514055" sldId="434"/>
            <ac:picMk id="7" creationId="{5EB5F759-4CE3-C8FE-2A30-3F4C8C9CE9CC}"/>
          </ac:picMkLst>
        </pc:picChg>
      </pc:sldChg>
      <pc:sldChg chg="addSp delSp modSp add mod modAnim">
        <pc:chgData name="Sergio Daniel Ladino Delgado" userId="2583be0d34a50219" providerId="LiveId" clId="{9216CCCD-79C5-4B94-BFB8-329B8BF4AD03}" dt="2026-05-29T02:13:25.311" v="4495"/>
        <pc:sldMkLst>
          <pc:docMk/>
          <pc:sldMk cId="3431062575" sldId="435"/>
        </pc:sldMkLst>
        <pc:spChg chg="del">
          <ac:chgData name="Sergio Daniel Ladino Delgado" userId="2583be0d34a50219" providerId="LiveId" clId="{9216CCCD-79C5-4B94-BFB8-329B8BF4AD03}" dt="2026-05-28T02:18:02.902" v="4360" actId="478"/>
          <ac:spMkLst>
            <pc:docMk/>
            <pc:sldMk cId="3431062575" sldId="435"/>
            <ac:spMk id="4" creationId="{91BC7C38-2CA1-6139-8D39-81D12C9D2D11}"/>
          </ac:spMkLst>
        </pc:spChg>
        <pc:spChg chg="add mod">
          <ac:chgData name="Sergio Daniel Ladino Delgado" userId="2583be0d34a50219" providerId="LiveId" clId="{9216CCCD-79C5-4B94-BFB8-329B8BF4AD03}" dt="2026-05-28T02:18:37.682" v="4368" actId="1076"/>
          <ac:spMkLst>
            <pc:docMk/>
            <pc:sldMk cId="3431062575" sldId="435"/>
            <ac:spMk id="7" creationId="{595B7D20-A24F-6ADA-272A-A20ED5C610A5}"/>
          </ac:spMkLst>
        </pc:spChg>
        <pc:spChg chg="add mod">
          <ac:chgData name="Sergio Daniel Ladino Delgado" userId="2583be0d34a50219" providerId="LiveId" clId="{9216CCCD-79C5-4B94-BFB8-329B8BF4AD03}" dt="2026-05-28T02:22:40.757" v="4425" actId="1076"/>
          <ac:spMkLst>
            <pc:docMk/>
            <pc:sldMk cId="3431062575" sldId="435"/>
            <ac:spMk id="9" creationId="{162DCD1A-ACC6-4433-8064-299B426EB365}"/>
          </ac:spMkLst>
        </pc:spChg>
        <pc:spChg chg="del">
          <ac:chgData name="Sergio Daniel Ladino Delgado" userId="2583be0d34a50219" providerId="LiveId" clId="{9216CCCD-79C5-4B94-BFB8-329B8BF4AD03}" dt="2026-05-28T02:19:56.069" v="4384" actId="478"/>
          <ac:spMkLst>
            <pc:docMk/>
            <pc:sldMk cId="3431062575" sldId="435"/>
            <ac:spMk id="10" creationId="{6DA1DAD1-207B-7A06-1AF7-54DB982AA021}"/>
          </ac:spMkLst>
        </pc:spChg>
        <pc:spChg chg="add mod">
          <ac:chgData name="Sergio Daniel Ladino Delgado" userId="2583be0d34a50219" providerId="LiveId" clId="{9216CCCD-79C5-4B94-BFB8-329B8BF4AD03}" dt="2026-05-28T02:23:41.979" v="4447" actId="1076"/>
          <ac:spMkLst>
            <pc:docMk/>
            <pc:sldMk cId="3431062575" sldId="435"/>
            <ac:spMk id="12" creationId="{D7CC65F2-50D4-6DB6-612A-9691719E2A99}"/>
          </ac:spMkLst>
        </pc:spChg>
        <pc:spChg chg="del">
          <ac:chgData name="Sergio Daniel Ladino Delgado" userId="2583be0d34a50219" providerId="LiveId" clId="{9216CCCD-79C5-4B94-BFB8-329B8BF4AD03}" dt="2026-05-28T02:19:57.509" v="4385" actId="478"/>
          <ac:spMkLst>
            <pc:docMk/>
            <pc:sldMk cId="3431062575" sldId="435"/>
            <ac:spMk id="13" creationId="{9FFCBC8E-0046-BD38-3A66-B88378612EF6}"/>
          </ac:spMkLst>
        </pc:spChg>
        <pc:spChg chg="mod">
          <ac:chgData name="Sergio Daniel Ladino Delgado" userId="2583be0d34a50219" providerId="LiveId" clId="{9216CCCD-79C5-4B94-BFB8-329B8BF4AD03}" dt="2026-05-28T02:18:46.144" v="4370"/>
          <ac:spMkLst>
            <pc:docMk/>
            <pc:sldMk cId="3431062575" sldId="435"/>
            <ac:spMk id="14" creationId="{CD739062-9F3D-D167-758B-CC4B56676C63}"/>
          </ac:spMkLst>
        </pc:spChg>
        <pc:spChg chg="add mod">
          <ac:chgData name="Sergio Daniel Ladino Delgado" userId="2583be0d34a50219" providerId="LiveId" clId="{9216CCCD-79C5-4B94-BFB8-329B8BF4AD03}" dt="2026-05-28T02:23:41.979" v="4447" actId="1076"/>
          <ac:spMkLst>
            <pc:docMk/>
            <pc:sldMk cId="3431062575" sldId="435"/>
            <ac:spMk id="15" creationId="{01149F8B-2229-B55A-5088-6F380B557058}"/>
          </ac:spMkLst>
        </pc:spChg>
        <pc:spChg chg="add mod">
          <ac:chgData name="Sergio Daniel Ladino Delgado" userId="2583be0d34a50219" providerId="LiveId" clId="{9216CCCD-79C5-4B94-BFB8-329B8BF4AD03}" dt="2026-05-28T02:23:33.720" v="4446" actId="1076"/>
          <ac:spMkLst>
            <pc:docMk/>
            <pc:sldMk cId="3431062575" sldId="435"/>
            <ac:spMk id="16" creationId="{76A35F8D-60E3-ED52-6319-B6CA46F7FF79}"/>
          </ac:spMkLst>
        </pc:spChg>
        <pc:spChg chg="add mod">
          <ac:chgData name="Sergio Daniel Ladino Delgado" userId="2583be0d34a50219" providerId="LiveId" clId="{9216CCCD-79C5-4B94-BFB8-329B8BF4AD03}" dt="2026-05-28T02:23:17.732" v="4441" actId="1076"/>
          <ac:spMkLst>
            <pc:docMk/>
            <pc:sldMk cId="3431062575" sldId="435"/>
            <ac:spMk id="17" creationId="{65C7B53A-91CA-3D0E-EBB0-3B3A0FFCA715}"/>
          </ac:spMkLst>
        </pc:spChg>
        <pc:spChg chg="add del mod">
          <ac:chgData name="Sergio Daniel Ladino Delgado" userId="2583be0d34a50219" providerId="LiveId" clId="{9216CCCD-79C5-4B94-BFB8-329B8BF4AD03}" dt="2026-05-28T02:21:23.722" v="4414" actId="478"/>
          <ac:spMkLst>
            <pc:docMk/>
            <pc:sldMk cId="3431062575" sldId="435"/>
            <ac:spMk id="18" creationId="{7475D24F-555A-F59B-B1AC-9A4E81B4C251}"/>
          </ac:spMkLst>
        </pc:spChg>
        <pc:spChg chg="add mod">
          <ac:chgData name="Sergio Daniel Ladino Delgado" userId="2583be0d34a50219" providerId="LiveId" clId="{9216CCCD-79C5-4B94-BFB8-329B8BF4AD03}" dt="2026-05-28T02:20:56.681" v="4404"/>
          <ac:spMkLst>
            <pc:docMk/>
            <pc:sldMk cId="3431062575" sldId="435"/>
            <ac:spMk id="19" creationId="{4EA33443-D44D-35BB-BBE5-394B54B412D9}"/>
          </ac:spMkLst>
        </pc:spChg>
        <pc:spChg chg="add mod">
          <ac:chgData name="Sergio Daniel Ladino Delgado" userId="2583be0d34a50219" providerId="LiveId" clId="{9216CCCD-79C5-4B94-BFB8-329B8BF4AD03}" dt="2026-05-28T02:23:46.061" v="4448" actId="1076"/>
          <ac:spMkLst>
            <pc:docMk/>
            <pc:sldMk cId="3431062575" sldId="435"/>
            <ac:spMk id="20" creationId="{653E9C6F-9629-4A24-CB84-AB739234FD02}"/>
          </ac:spMkLst>
        </pc:spChg>
        <pc:spChg chg="add mod">
          <ac:chgData name="Sergio Daniel Ladino Delgado" userId="2583be0d34a50219" providerId="LiveId" clId="{9216CCCD-79C5-4B94-BFB8-329B8BF4AD03}" dt="2026-05-28T02:23:55.171" v="4449" actId="1076"/>
          <ac:spMkLst>
            <pc:docMk/>
            <pc:sldMk cId="3431062575" sldId="435"/>
            <ac:spMk id="21" creationId="{DCA87DC4-2F65-6448-74E9-839117F6E95C}"/>
          </ac:spMkLst>
        </pc:spChg>
        <pc:spChg chg="add mod">
          <ac:chgData name="Sergio Daniel Ladino Delgado" userId="2583be0d34a50219" providerId="LiveId" clId="{9216CCCD-79C5-4B94-BFB8-329B8BF4AD03}" dt="2026-05-28T02:24:35.729" v="4455" actId="1076"/>
          <ac:spMkLst>
            <pc:docMk/>
            <pc:sldMk cId="3431062575" sldId="435"/>
            <ac:spMk id="23" creationId="{B20A646D-CD8F-7DA7-690D-30E2679929C1}"/>
          </ac:spMkLst>
        </pc:spChg>
        <pc:spChg chg="add mod">
          <ac:chgData name="Sergio Daniel Ladino Delgado" userId="2583be0d34a50219" providerId="LiveId" clId="{9216CCCD-79C5-4B94-BFB8-329B8BF4AD03}" dt="2026-05-28T02:24:28.937" v="4452" actId="1076"/>
          <ac:spMkLst>
            <pc:docMk/>
            <pc:sldMk cId="3431062575" sldId="435"/>
            <ac:spMk id="24" creationId="{3FD49E68-CBFE-95B4-D3B2-638C07BF16C5}"/>
          </ac:spMkLst>
        </pc:spChg>
        <pc:spChg chg="add mod">
          <ac:chgData name="Sergio Daniel Ladino Delgado" userId="2583be0d34a50219" providerId="LiveId" clId="{9216CCCD-79C5-4B94-BFB8-329B8BF4AD03}" dt="2026-05-28T02:24:32.367" v="4454" actId="1076"/>
          <ac:spMkLst>
            <pc:docMk/>
            <pc:sldMk cId="3431062575" sldId="435"/>
            <ac:spMk id="25" creationId="{6EA4C4CD-AA28-6DAA-C2D7-074D945E81EA}"/>
          </ac:spMkLst>
        </pc:spChg>
        <pc:spChg chg="add mod">
          <ac:chgData name="Sergio Daniel Ladino Delgado" userId="2583be0d34a50219" providerId="LiveId" clId="{9216CCCD-79C5-4B94-BFB8-329B8BF4AD03}" dt="2026-05-28T02:24:51.182" v="4460" actId="14100"/>
          <ac:spMkLst>
            <pc:docMk/>
            <pc:sldMk cId="3431062575" sldId="435"/>
            <ac:spMk id="27" creationId="{08D8825D-0FE2-90E8-24CE-72E9678B5E59}"/>
          </ac:spMkLst>
        </pc:spChg>
        <pc:picChg chg="add mod">
          <ac:chgData name="Sergio Daniel Ladino Delgado" userId="2583be0d34a50219" providerId="LiveId" clId="{9216CCCD-79C5-4B94-BFB8-329B8BF4AD03}" dt="2026-05-28T02:22:03.421" v="4417"/>
          <ac:picMkLst>
            <pc:docMk/>
            <pc:sldMk cId="3431062575" sldId="435"/>
            <ac:picMk id="22" creationId="{1E493295-B818-E5F3-A145-7A61F8863CFA}"/>
          </ac:picMkLst>
        </pc:picChg>
        <pc:picChg chg="add del mod">
          <ac:chgData name="Sergio Daniel Ladino Delgado" userId="2583be0d34a50219" providerId="LiveId" clId="{9216CCCD-79C5-4B94-BFB8-329B8BF4AD03}" dt="2026-05-28T02:24:41.315" v="4457" actId="478"/>
          <ac:picMkLst>
            <pc:docMk/>
            <pc:sldMk cId="3431062575" sldId="435"/>
            <ac:picMk id="26" creationId="{A087600A-1B6C-3748-A742-BF0E4D30B3BB}"/>
          </ac:picMkLst>
        </pc:picChg>
      </pc:sldChg>
      <pc:sldChg chg="addSp delSp modSp add mod">
        <pc:chgData name="Sergio Daniel Ladino Delgado" userId="2583be0d34a50219" providerId="LiveId" clId="{9216CCCD-79C5-4B94-BFB8-329B8BF4AD03}" dt="2026-05-28T02:30:14.218" v="4491" actId="1076"/>
        <pc:sldMkLst>
          <pc:docMk/>
          <pc:sldMk cId="1642121675" sldId="436"/>
        </pc:sldMkLst>
        <pc:spChg chg="add mod">
          <ac:chgData name="Sergio Daniel Ladino Delgado" userId="2583be0d34a50219" providerId="LiveId" clId="{9216CCCD-79C5-4B94-BFB8-329B8BF4AD03}" dt="2026-05-28T02:25:25.254" v="4474"/>
          <ac:spMkLst>
            <pc:docMk/>
            <pc:sldMk cId="1642121675" sldId="436"/>
            <ac:spMk id="4" creationId="{74BEDBC2-7B09-EC9D-472C-94FE4F16E099}"/>
          </ac:spMkLst>
        </pc:spChg>
        <pc:spChg chg="add mod">
          <ac:chgData name="Sergio Daniel Ladino Delgado" userId="2583be0d34a50219" providerId="LiveId" clId="{9216CCCD-79C5-4B94-BFB8-329B8BF4AD03}" dt="2026-05-28T02:30:14.218" v="4491" actId="1076"/>
          <ac:spMkLst>
            <pc:docMk/>
            <pc:sldMk cId="1642121675" sldId="436"/>
            <ac:spMk id="6" creationId="{434333D9-4699-8EFD-692F-6CA54913B67B}"/>
          </ac:spMkLst>
        </pc:spChg>
        <pc:spChg chg="del">
          <ac:chgData name="Sergio Daniel Ladino Delgado" userId="2583be0d34a50219" providerId="LiveId" clId="{9216CCCD-79C5-4B94-BFB8-329B8BF4AD03}" dt="2026-05-28T02:25:09.590" v="4464" actId="478"/>
          <ac:spMkLst>
            <pc:docMk/>
            <pc:sldMk cId="1642121675" sldId="436"/>
            <ac:spMk id="7" creationId="{7D0CC54F-3A89-34A5-3CD9-EC3A4A43ED26}"/>
          </ac:spMkLst>
        </pc:spChg>
        <pc:spChg chg="del">
          <ac:chgData name="Sergio Daniel Ladino Delgado" userId="2583be0d34a50219" providerId="LiveId" clId="{9216CCCD-79C5-4B94-BFB8-329B8BF4AD03}" dt="2026-05-28T02:25:10.661" v="4465" actId="478"/>
          <ac:spMkLst>
            <pc:docMk/>
            <pc:sldMk cId="1642121675" sldId="436"/>
            <ac:spMk id="9" creationId="{B86A1FB1-4763-8E4A-44C8-1A13B1581522}"/>
          </ac:spMkLst>
        </pc:spChg>
        <pc:spChg chg="add mod">
          <ac:chgData name="Sergio Daniel Ladino Delgado" userId="2583be0d34a50219" providerId="LiveId" clId="{9216CCCD-79C5-4B94-BFB8-329B8BF4AD03}" dt="2026-05-28T02:30:10.363" v="4490" actId="1076"/>
          <ac:spMkLst>
            <pc:docMk/>
            <pc:sldMk cId="1642121675" sldId="436"/>
            <ac:spMk id="10" creationId="{1B889FE4-DF9A-3F59-9DFF-C88E3BD4D396}"/>
          </ac:spMkLst>
        </pc:spChg>
        <pc:spChg chg="del mod">
          <ac:chgData name="Sergio Daniel Ladino Delgado" userId="2583be0d34a50219" providerId="LiveId" clId="{9216CCCD-79C5-4B94-BFB8-329B8BF4AD03}" dt="2026-05-28T02:28:06.622" v="4488" actId="478"/>
          <ac:spMkLst>
            <pc:docMk/>
            <pc:sldMk cId="1642121675" sldId="436"/>
            <ac:spMk id="12" creationId="{9F0A4018-FF73-BDAA-6E03-56F5B04A0375}"/>
          </ac:spMkLst>
        </pc:spChg>
        <pc:spChg chg="mod">
          <ac:chgData name="Sergio Daniel Ladino Delgado" userId="2583be0d34a50219" providerId="LiveId" clId="{9216CCCD-79C5-4B94-BFB8-329B8BF4AD03}" dt="2026-05-28T02:25:16.325" v="4470" actId="1076"/>
          <ac:spMkLst>
            <pc:docMk/>
            <pc:sldMk cId="1642121675" sldId="436"/>
            <ac:spMk id="14" creationId="{BDBE54F2-0328-8A6B-7222-EF6F547E1E6D}"/>
          </ac:spMkLst>
        </pc:spChg>
        <pc:spChg chg="del">
          <ac:chgData name="Sergio Daniel Ladino Delgado" userId="2583be0d34a50219" providerId="LiveId" clId="{9216CCCD-79C5-4B94-BFB8-329B8BF4AD03}" dt="2026-05-28T02:25:19.189" v="4472" actId="478"/>
          <ac:spMkLst>
            <pc:docMk/>
            <pc:sldMk cId="1642121675" sldId="436"/>
            <ac:spMk id="15" creationId="{C9D6532C-3D1A-CB54-E160-0A2920C47D4E}"/>
          </ac:spMkLst>
        </pc:spChg>
        <pc:spChg chg="del mod">
          <ac:chgData name="Sergio Daniel Ladino Delgado" userId="2583be0d34a50219" providerId="LiveId" clId="{9216CCCD-79C5-4B94-BFB8-329B8BF4AD03}" dt="2026-05-28T02:25:14.016" v="4468" actId="478"/>
          <ac:spMkLst>
            <pc:docMk/>
            <pc:sldMk cId="1642121675" sldId="436"/>
            <ac:spMk id="16" creationId="{D38F212B-A10F-B203-0684-0EC30AC58D65}"/>
          </ac:spMkLst>
        </pc:spChg>
        <pc:spChg chg="del">
          <ac:chgData name="Sergio Daniel Ladino Delgado" userId="2583be0d34a50219" providerId="LiveId" clId="{9216CCCD-79C5-4B94-BFB8-329B8BF4AD03}" dt="2026-05-28T02:25:12.423" v="4466" actId="478"/>
          <ac:spMkLst>
            <pc:docMk/>
            <pc:sldMk cId="1642121675" sldId="436"/>
            <ac:spMk id="17" creationId="{CD8BE8E8-C35A-1903-BE99-DB7CE490EB64}"/>
          </ac:spMkLst>
        </pc:spChg>
        <pc:spChg chg="del">
          <ac:chgData name="Sergio Daniel Ladino Delgado" userId="2583be0d34a50219" providerId="LiveId" clId="{9216CCCD-79C5-4B94-BFB8-329B8BF4AD03}" dt="2026-05-28T02:25:20.837" v="4473" actId="478"/>
          <ac:spMkLst>
            <pc:docMk/>
            <pc:sldMk cId="1642121675" sldId="436"/>
            <ac:spMk id="20" creationId="{D8274147-B0FD-F95B-1637-39C6D95D8036}"/>
          </ac:spMkLst>
        </pc:spChg>
        <pc:spChg chg="del">
          <ac:chgData name="Sergio Daniel Ladino Delgado" userId="2583be0d34a50219" providerId="LiveId" clId="{9216CCCD-79C5-4B94-BFB8-329B8BF4AD03}" dt="2026-05-28T02:25:20.837" v="4473" actId="478"/>
          <ac:spMkLst>
            <pc:docMk/>
            <pc:sldMk cId="1642121675" sldId="436"/>
            <ac:spMk id="21" creationId="{DEB7C7FA-D283-CBC3-E1E9-097CEDD7BD27}"/>
          </ac:spMkLst>
        </pc:spChg>
        <pc:spChg chg="del">
          <ac:chgData name="Sergio Daniel Ladino Delgado" userId="2583be0d34a50219" providerId="LiveId" clId="{9216CCCD-79C5-4B94-BFB8-329B8BF4AD03}" dt="2026-05-28T02:25:20.837" v="4473" actId="478"/>
          <ac:spMkLst>
            <pc:docMk/>
            <pc:sldMk cId="1642121675" sldId="436"/>
            <ac:spMk id="23" creationId="{7A47A89D-B3EF-5080-3AF3-009D0865BE08}"/>
          </ac:spMkLst>
        </pc:spChg>
        <pc:spChg chg="del">
          <ac:chgData name="Sergio Daniel Ladino Delgado" userId="2583be0d34a50219" providerId="LiveId" clId="{9216CCCD-79C5-4B94-BFB8-329B8BF4AD03}" dt="2026-05-28T02:25:20.837" v="4473" actId="478"/>
          <ac:spMkLst>
            <pc:docMk/>
            <pc:sldMk cId="1642121675" sldId="436"/>
            <ac:spMk id="24" creationId="{05ADD68C-ECE5-D0EC-AB15-4179615AFD89}"/>
          </ac:spMkLst>
        </pc:spChg>
        <pc:spChg chg="del">
          <ac:chgData name="Sergio Daniel Ladino Delgado" userId="2583be0d34a50219" providerId="LiveId" clId="{9216CCCD-79C5-4B94-BFB8-329B8BF4AD03}" dt="2026-05-28T02:25:20.837" v="4473" actId="478"/>
          <ac:spMkLst>
            <pc:docMk/>
            <pc:sldMk cId="1642121675" sldId="436"/>
            <ac:spMk id="25" creationId="{320CDBB2-D834-C33B-4F05-254507D914C5}"/>
          </ac:spMkLst>
        </pc:spChg>
        <pc:spChg chg="del">
          <ac:chgData name="Sergio Daniel Ladino Delgado" userId="2583be0d34a50219" providerId="LiveId" clId="{9216CCCD-79C5-4B94-BFB8-329B8BF4AD03}" dt="2026-05-28T02:25:20.837" v="4473" actId="478"/>
          <ac:spMkLst>
            <pc:docMk/>
            <pc:sldMk cId="1642121675" sldId="436"/>
            <ac:spMk id="27" creationId="{1270C8FE-8D40-22C8-8C79-83C8CC60B6B6}"/>
          </ac:spMkLst>
        </pc:spChg>
        <pc:picChg chg="add mod">
          <ac:chgData name="Sergio Daniel Ladino Delgado" userId="2583be0d34a50219" providerId="LiveId" clId="{9216CCCD-79C5-4B94-BFB8-329B8BF4AD03}" dt="2026-05-28T02:25:37.274" v="4478"/>
          <ac:picMkLst>
            <pc:docMk/>
            <pc:sldMk cId="1642121675" sldId="436"/>
            <ac:picMk id="8" creationId="{0BDB3961-CA84-6EC8-CD7C-F36F5F8BC8B1}"/>
          </ac:picMkLst>
        </pc:picChg>
      </pc:sldChg>
    </pc:docChg>
  </pc:docChgLst>
  <pc:docChgLst>
    <pc:chgData name="Sergio Daniel Ladino Delgado" userId="2583be0d34a50219" providerId="LiveId" clId="{0A15AA2C-EFA3-4B47-9786-33D37D5FCD7F}"/>
    <pc:docChg chg="modSld">
      <pc:chgData name="Sergio Daniel Ladino Delgado" userId="2583be0d34a50219" providerId="LiveId" clId="{0A15AA2C-EFA3-4B47-9786-33D37D5FCD7F}" dt="2026-06-03T19:26:21.661" v="0" actId="1076"/>
      <pc:docMkLst>
        <pc:docMk/>
      </pc:docMkLst>
      <pc:sldChg chg="modSp mod">
        <pc:chgData name="Sergio Daniel Ladino Delgado" userId="2583be0d34a50219" providerId="LiveId" clId="{0A15AA2C-EFA3-4B47-9786-33D37D5FCD7F}" dt="2026-06-03T19:26:21.661" v="0" actId="1076"/>
        <pc:sldMkLst>
          <pc:docMk/>
          <pc:sldMk cId="2591531578" sldId="412"/>
        </pc:sldMkLst>
        <pc:spChg chg="mod">
          <ac:chgData name="Sergio Daniel Ladino Delgado" userId="2583be0d34a50219" providerId="LiveId" clId="{0A15AA2C-EFA3-4B47-9786-33D37D5FCD7F}" dt="2026-06-03T19:26:21.661" v="0" actId="1076"/>
          <ac:spMkLst>
            <pc:docMk/>
            <pc:sldMk cId="2591531578" sldId="412"/>
            <ac:spMk id="188" creationId="{F072483E-8C55-75EF-928F-BB2C096457D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B0437C-AE41-4BDC-95EF-CB7DB6D41172}" type="datetimeFigureOut">
              <a:rPr lang="es-CO" smtClean="0"/>
              <a:t>3/06/26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A6EEE7-472F-4CE6-AAEC-E7F55F52CEB1}" type="slidenum">
              <a:rPr lang="es-CO" smtClean="0"/>
              <a:t>‹Nº›</a:t>
            </a:fld>
            <a:endParaRPr lang="es-CO"/>
          </a:p>
        </p:txBody>
      </p:sp>
    </p:spTree>
    <p:extLst>
      <p:ext uri="{BB962C8B-B14F-4D97-AF65-F5344CB8AC3E}">
        <p14:creationId xmlns:p14="http://schemas.microsoft.com/office/powerpoint/2010/main" val="3393417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D8A6EEE7-472F-4CE6-AAEC-E7F55F52CEB1}" type="slidenum">
              <a:rPr lang="es-CO" smtClean="0"/>
              <a:t>1</a:t>
            </a:fld>
            <a:endParaRPr lang="es-CO"/>
          </a:p>
        </p:txBody>
      </p:sp>
    </p:spTree>
    <p:extLst>
      <p:ext uri="{BB962C8B-B14F-4D97-AF65-F5344CB8AC3E}">
        <p14:creationId xmlns:p14="http://schemas.microsoft.com/office/powerpoint/2010/main" val="3323387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DEAB7-87B9-22F9-3184-B38C8774682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11E5AB6-131E-B51C-09AE-3B54D3FAD587}"/>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9973B52F-5455-B03D-5589-0608565BFEF7}"/>
              </a:ext>
            </a:extLst>
          </p:cNvPr>
          <p:cNvSpPr>
            <a:spLocks noGrp="1"/>
          </p:cNvSpPr>
          <p:nvPr>
            <p:ph type="body" idx="1"/>
          </p:nvPr>
        </p:nvSpPr>
        <p:spPr/>
        <p:txBody>
          <a:bodyPr/>
          <a:lstStyle/>
          <a:p>
            <a:r>
              <a:rPr lang="es-CO" dirty="0"/>
              <a:t>Cuando una columna está sometida a momentos primarios (aquellos momentos causados por las cargas aplicadas, rotaciones de los nudos, etc.), el eje del miembro se </a:t>
            </a:r>
            <a:r>
              <a:rPr lang="es-CO" dirty="0" err="1"/>
              <a:t>deflexiona</a:t>
            </a:r>
            <a:r>
              <a:rPr lang="es-CO" dirty="0"/>
              <a:t> lateralmente, dando por resultado momentos adicionales iguales a la carga de la columna multiplicada por la deflexión lateral. Estos momentos se llaman momentos secundarios o momentos P-Δ y se ilustran en la Figura 9.1. Una columna que tiene momentos secundarios grandes se llama columna esbelta y es necesario dimensionar su sección transversal para la suma de los momentos primarios y secundarios. El propósito del ACI es permitir diseñar las columnas como columnas cortas si el efecto secundario o efecto PΔ no reduce su resistencia en más de 5%. Las relaciones de esbeltez efectivas se describen y evalúan en el Capítulo 11 y se usan para clasificar las columnas como cortas o como esbeltas. Cuando las relaciones son mayores que ciertos valores (según que las columnas estén o no arriostradas lateralmente), se </a:t>
            </a:r>
            <a:r>
              <a:rPr lang="es-CO" dirty="0" err="1"/>
              <a:t>clasi</a:t>
            </a:r>
            <a:r>
              <a:rPr lang="es-CO" dirty="0"/>
              <a:t> fican como columnas esbeltas. Los efectos de esbeltez pueden despreciarse en aproximadamente 40% de todas las columnas no arriostradas y en aproximadamente 90% de aquellas arriostradas contra el desplazamiento lateral.</a:t>
            </a:r>
          </a:p>
        </p:txBody>
      </p:sp>
      <p:sp>
        <p:nvSpPr>
          <p:cNvPr id="4" name="Marcador de número de diapositiva 3">
            <a:extLst>
              <a:ext uri="{FF2B5EF4-FFF2-40B4-BE49-F238E27FC236}">
                <a16:creationId xmlns:a16="http://schemas.microsoft.com/office/drawing/2014/main" id="{4EE28C3B-663E-4D83-57EB-2806A0449DD4}"/>
              </a:ext>
            </a:extLst>
          </p:cNvPr>
          <p:cNvSpPr>
            <a:spLocks noGrp="1"/>
          </p:cNvSpPr>
          <p:nvPr>
            <p:ph type="sldNum" sz="quarter" idx="5"/>
          </p:nvPr>
        </p:nvSpPr>
        <p:spPr/>
        <p:txBody>
          <a:bodyPr/>
          <a:lstStyle/>
          <a:p>
            <a:fld id="{D8A6EEE7-472F-4CE6-AAEC-E7F55F52CEB1}" type="slidenum">
              <a:rPr lang="es-CO" smtClean="0"/>
              <a:t>2</a:t>
            </a:fld>
            <a:endParaRPr lang="es-CO"/>
          </a:p>
        </p:txBody>
      </p:sp>
    </p:spTree>
    <p:extLst>
      <p:ext uri="{BB962C8B-B14F-4D97-AF65-F5344CB8AC3E}">
        <p14:creationId xmlns:p14="http://schemas.microsoft.com/office/powerpoint/2010/main" val="426199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164C2-7E0A-B43B-71B3-4C7ACD6C43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EC05542-5C21-5D24-9E7A-B14EF8DF5C00}"/>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D76C8B2-2E17-06FB-C6D9-ECD46AB61929}"/>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04CB9452-B4B5-0D8F-F7BA-39CC29F31D78}"/>
              </a:ext>
            </a:extLst>
          </p:cNvPr>
          <p:cNvSpPr>
            <a:spLocks noGrp="1"/>
          </p:cNvSpPr>
          <p:nvPr>
            <p:ph type="sldNum" sz="quarter" idx="5"/>
          </p:nvPr>
        </p:nvSpPr>
        <p:spPr/>
        <p:txBody>
          <a:bodyPr/>
          <a:lstStyle/>
          <a:p>
            <a:fld id="{D8A6EEE7-472F-4CE6-AAEC-E7F55F52CEB1}" type="slidenum">
              <a:rPr lang="es-CO" smtClean="0"/>
              <a:t>3</a:t>
            </a:fld>
            <a:endParaRPr lang="es-CO"/>
          </a:p>
        </p:txBody>
      </p:sp>
    </p:spTree>
    <p:extLst>
      <p:ext uri="{BB962C8B-B14F-4D97-AF65-F5344CB8AC3E}">
        <p14:creationId xmlns:p14="http://schemas.microsoft.com/office/powerpoint/2010/main" val="23258927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F2F0A-397A-D129-532C-A99E67F7945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1164C0D-5334-0FC4-EECA-EDEE7CAD1FC7}"/>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0AFB34F-6D0C-34EA-938E-D2C2708E6D70}"/>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50DDA3CD-FCA8-1414-9C42-299C035CC63D}"/>
              </a:ext>
            </a:extLst>
          </p:cNvPr>
          <p:cNvSpPr>
            <a:spLocks noGrp="1"/>
          </p:cNvSpPr>
          <p:nvPr>
            <p:ph type="sldNum" sz="quarter" idx="5"/>
          </p:nvPr>
        </p:nvSpPr>
        <p:spPr/>
        <p:txBody>
          <a:bodyPr/>
          <a:lstStyle/>
          <a:p>
            <a:fld id="{D8A6EEE7-472F-4CE6-AAEC-E7F55F52CEB1}" type="slidenum">
              <a:rPr lang="es-CO" smtClean="0"/>
              <a:t>4</a:t>
            </a:fld>
            <a:endParaRPr lang="es-CO"/>
          </a:p>
        </p:txBody>
      </p:sp>
    </p:spTree>
    <p:extLst>
      <p:ext uri="{BB962C8B-B14F-4D97-AF65-F5344CB8AC3E}">
        <p14:creationId xmlns:p14="http://schemas.microsoft.com/office/powerpoint/2010/main" val="1875358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53709-EC21-A9B9-072A-EBA9B3CDDCE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D9BB4AE-CAB7-E6B7-2E80-93A9789061CD}"/>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9666C264-F1DC-83BE-C76F-2F9AB43C830E}"/>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22AAF40F-A580-ABDE-FEE6-C9DE6699415D}"/>
              </a:ext>
            </a:extLst>
          </p:cNvPr>
          <p:cNvSpPr>
            <a:spLocks noGrp="1"/>
          </p:cNvSpPr>
          <p:nvPr>
            <p:ph type="sldNum" sz="quarter" idx="5"/>
          </p:nvPr>
        </p:nvSpPr>
        <p:spPr/>
        <p:txBody>
          <a:bodyPr/>
          <a:lstStyle/>
          <a:p>
            <a:fld id="{D8A6EEE7-472F-4CE6-AAEC-E7F55F52CEB1}" type="slidenum">
              <a:rPr lang="es-CO" smtClean="0"/>
              <a:t>5</a:t>
            </a:fld>
            <a:endParaRPr lang="es-CO"/>
          </a:p>
        </p:txBody>
      </p:sp>
    </p:spTree>
    <p:extLst>
      <p:ext uri="{BB962C8B-B14F-4D97-AF65-F5344CB8AC3E}">
        <p14:creationId xmlns:p14="http://schemas.microsoft.com/office/powerpoint/2010/main" val="328073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7DA0B-D8E9-FAEB-B6F1-C32D95149A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3C8A15B-0D2C-1B76-8259-1C32FC533FC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05B07BEC-5199-FAA0-43FF-3B24A60680C6}"/>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E5DEA6C0-CBF7-5467-D845-7C6D3BC177F1}"/>
              </a:ext>
            </a:extLst>
          </p:cNvPr>
          <p:cNvSpPr>
            <a:spLocks noGrp="1"/>
          </p:cNvSpPr>
          <p:nvPr>
            <p:ph type="sldNum" sz="quarter" idx="5"/>
          </p:nvPr>
        </p:nvSpPr>
        <p:spPr/>
        <p:txBody>
          <a:bodyPr/>
          <a:lstStyle/>
          <a:p>
            <a:fld id="{D8A6EEE7-472F-4CE6-AAEC-E7F55F52CEB1}" type="slidenum">
              <a:rPr lang="es-CO" smtClean="0"/>
              <a:t>6</a:t>
            </a:fld>
            <a:endParaRPr lang="es-CO"/>
          </a:p>
        </p:txBody>
      </p:sp>
    </p:spTree>
    <p:extLst>
      <p:ext uri="{BB962C8B-B14F-4D97-AF65-F5344CB8AC3E}">
        <p14:creationId xmlns:p14="http://schemas.microsoft.com/office/powerpoint/2010/main" val="3125645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11DC7-3557-565D-9798-39DF5D0E82C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7E17641-416A-6CFF-EE48-4F6C8A658CF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FF6072C-B400-49FF-E969-636B67EDA6F5}"/>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EEC5F345-0AAE-7980-F8DC-5DF2EF9B8014}"/>
              </a:ext>
            </a:extLst>
          </p:cNvPr>
          <p:cNvSpPr>
            <a:spLocks noGrp="1"/>
          </p:cNvSpPr>
          <p:nvPr>
            <p:ph type="sldNum" sz="quarter" idx="5"/>
          </p:nvPr>
        </p:nvSpPr>
        <p:spPr/>
        <p:txBody>
          <a:bodyPr/>
          <a:lstStyle/>
          <a:p>
            <a:fld id="{D8A6EEE7-472F-4CE6-AAEC-E7F55F52CEB1}" type="slidenum">
              <a:rPr lang="es-CO" smtClean="0"/>
              <a:t>7</a:t>
            </a:fld>
            <a:endParaRPr lang="es-CO"/>
          </a:p>
        </p:txBody>
      </p:sp>
    </p:spTree>
    <p:extLst>
      <p:ext uri="{BB962C8B-B14F-4D97-AF65-F5344CB8AC3E}">
        <p14:creationId xmlns:p14="http://schemas.microsoft.com/office/powerpoint/2010/main" val="2826907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2CD01-8EA4-33AF-9F4E-9BBE62DB915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534602E-8CCA-FBED-EDAE-0F65B99E3D44}"/>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20041DE-6F4A-B03B-0CC0-06ADACC2576A}"/>
              </a:ext>
            </a:extLst>
          </p:cNvPr>
          <p:cNvSpPr>
            <a:spLocks noGrp="1"/>
          </p:cNvSpPr>
          <p:nvPr>
            <p:ph type="body" idx="1"/>
          </p:nvPr>
        </p:nvSpPr>
        <p:spPr/>
        <p:txBody>
          <a:bodyPr/>
          <a:lstStyle/>
          <a:p>
            <a:r>
              <a:rPr lang="es-CO" dirty="0"/>
              <a:t>se ha adoptado como estándar el ensayo de cilindros con relación longitud sobre diámetro igual a 2, para determinar la resistencia del concreto a la compresión. Sin embargo, dicha resistencia también depende de la forma del elemento que se ensaye; a medida que se incrementa la relación de esbeltez de la probeta, la resistencia a la compresión tiende a ser el 85 % de la resistencia sobre cilindros con relación de 2. Efectivamente, algunos autores han encontrado que el concreto en los elementos solicitados a carga axial de compresión tiene una resistencia máxima de 0.85 · </a:t>
            </a:r>
            <a:r>
              <a:rPr lang="es-CO" dirty="0" err="1"/>
              <a:t>f′c</a:t>
            </a:r>
            <a:endParaRPr lang="es-CO" dirty="0"/>
          </a:p>
        </p:txBody>
      </p:sp>
      <p:sp>
        <p:nvSpPr>
          <p:cNvPr id="4" name="Marcador de número de diapositiva 3">
            <a:extLst>
              <a:ext uri="{FF2B5EF4-FFF2-40B4-BE49-F238E27FC236}">
                <a16:creationId xmlns:a16="http://schemas.microsoft.com/office/drawing/2014/main" id="{C924CCA5-881F-8359-5737-7C868C44E5BC}"/>
              </a:ext>
            </a:extLst>
          </p:cNvPr>
          <p:cNvSpPr>
            <a:spLocks noGrp="1"/>
          </p:cNvSpPr>
          <p:nvPr>
            <p:ph type="sldNum" sz="quarter" idx="5"/>
          </p:nvPr>
        </p:nvSpPr>
        <p:spPr/>
        <p:txBody>
          <a:bodyPr/>
          <a:lstStyle/>
          <a:p>
            <a:fld id="{D8A6EEE7-472F-4CE6-AAEC-E7F55F52CEB1}" type="slidenum">
              <a:rPr lang="es-CO" smtClean="0"/>
              <a:t>8</a:t>
            </a:fld>
            <a:endParaRPr lang="es-CO"/>
          </a:p>
        </p:txBody>
      </p:sp>
    </p:spTree>
    <p:extLst>
      <p:ext uri="{BB962C8B-B14F-4D97-AF65-F5344CB8AC3E}">
        <p14:creationId xmlns:p14="http://schemas.microsoft.com/office/powerpoint/2010/main" val="4215343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B2595-6077-B7D8-E13A-D89B2E618B4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9CFCD69-0012-3244-9803-4C469FB2FC3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9C30C082-414C-BD53-6ABE-677446011A51}"/>
              </a:ext>
            </a:extLst>
          </p:cNvPr>
          <p:cNvSpPr>
            <a:spLocks noGrp="1"/>
          </p:cNvSpPr>
          <p:nvPr>
            <p:ph type="body" idx="1"/>
          </p:nvPr>
        </p:nvSpPr>
        <p:spPr/>
        <p:txBody>
          <a:bodyPr/>
          <a:lstStyle/>
          <a:p>
            <a:r>
              <a:rPr lang="es-CO" dirty="0"/>
              <a:t>Cuando una columna está sometida a momentos primarios (aquellos momentos causados por las cargas aplicadas, rotaciones de los nudos, etc.), el eje del miembro se </a:t>
            </a:r>
            <a:r>
              <a:rPr lang="es-CO" dirty="0" err="1"/>
              <a:t>deflexiona</a:t>
            </a:r>
            <a:r>
              <a:rPr lang="es-CO" dirty="0"/>
              <a:t> lateralmente, dando por resultado momentos adicionales iguales a la carga de la columna multiplicada por la deflexión lateral. Estos momentos se llaman momentos secundarios o momentos P-Δ y se ilustran en la Figura 9.1. Una columna que tiene momentos secundarios grandes se llama columna esbelta y es necesario dimensionar su sección transversal para la suma de los momentos primarios y secundarios. El propósito del ACI es permitir diseñar las columnas como columnas cortas si el efecto secundario o efecto PΔ no reduce su resistencia en más de 5%. Las relaciones de esbeltez efectivas se describen y evalúan en el Capítulo 11 y se usan para clasificar las columnas como cortas o como esbeltas. Cuando las relaciones son mayores que ciertos valores (según que las columnas estén o no arriostradas lateralmente), se </a:t>
            </a:r>
            <a:r>
              <a:rPr lang="es-CO" dirty="0" err="1"/>
              <a:t>clasi</a:t>
            </a:r>
            <a:r>
              <a:rPr lang="es-CO" dirty="0"/>
              <a:t> fican como columnas esbeltas. Los efectos de esbeltez pueden despreciarse en aproximadamente 40% de todas las columnas no arriostradas y en aproximadamente 90% de aquellas arriostradas contra el desplazamiento lateral.</a:t>
            </a:r>
          </a:p>
        </p:txBody>
      </p:sp>
      <p:sp>
        <p:nvSpPr>
          <p:cNvPr id="4" name="Marcador de número de diapositiva 3">
            <a:extLst>
              <a:ext uri="{FF2B5EF4-FFF2-40B4-BE49-F238E27FC236}">
                <a16:creationId xmlns:a16="http://schemas.microsoft.com/office/drawing/2014/main" id="{5175DF29-2482-F12B-9C70-777ADA0F07D4}"/>
              </a:ext>
            </a:extLst>
          </p:cNvPr>
          <p:cNvSpPr>
            <a:spLocks noGrp="1"/>
          </p:cNvSpPr>
          <p:nvPr>
            <p:ph type="sldNum" sz="quarter" idx="5"/>
          </p:nvPr>
        </p:nvSpPr>
        <p:spPr/>
        <p:txBody>
          <a:bodyPr/>
          <a:lstStyle/>
          <a:p>
            <a:fld id="{D8A6EEE7-472F-4CE6-AAEC-E7F55F52CEB1}" type="slidenum">
              <a:rPr lang="es-CO" smtClean="0"/>
              <a:t>9</a:t>
            </a:fld>
            <a:endParaRPr lang="es-CO"/>
          </a:p>
        </p:txBody>
      </p:sp>
    </p:spTree>
    <p:extLst>
      <p:ext uri="{BB962C8B-B14F-4D97-AF65-F5344CB8AC3E}">
        <p14:creationId xmlns:p14="http://schemas.microsoft.com/office/powerpoint/2010/main" val="23277376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F94A8-5A59-4AD5-5CDF-E6065D557B3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27360C-46EC-D0A9-5666-6F5558B91D17}"/>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7C0C8F9F-E0BD-1D03-5EB8-39D2B4657E84}"/>
              </a:ext>
            </a:extLst>
          </p:cNvPr>
          <p:cNvSpPr>
            <a:spLocks noGrp="1"/>
          </p:cNvSpPr>
          <p:nvPr>
            <p:ph type="body" idx="1"/>
          </p:nvPr>
        </p:nvSpPr>
        <p:spPr/>
        <p:txBody>
          <a:bodyPr/>
          <a:lstStyle/>
          <a:p>
            <a:r>
              <a:rPr lang="es-CO" dirty="0"/>
              <a:t>Este confinamiento permite que exista una zona de la columna encerrada por el refuerzo transversal, denominada núcleo, la cual incluso luego de presentarse la fisuración se mantiene en su lugar, mientras que el recubrimiento se desprende. Algunos autores han encontrado que cuando la separación del refuerzo transversal es pequeña se puede presentar incluso un incremento en la resistencia a la compresión del concreto confinado, como cuando se aplica una presión de cámara en un ensayo triaxial. Sin embargo para efectos prácticos dichos incrementos se desprecian en el momento de calcular la resistencia nominal de la sección</a:t>
            </a:r>
          </a:p>
        </p:txBody>
      </p:sp>
      <p:sp>
        <p:nvSpPr>
          <p:cNvPr id="4" name="Marcador de número de diapositiva 3">
            <a:extLst>
              <a:ext uri="{FF2B5EF4-FFF2-40B4-BE49-F238E27FC236}">
                <a16:creationId xmlns:a16="http://schemas.microsoft.com/office/drawing/2014/main" id="{4746605B-D3BF-0817-3F6C-39DB35E99E36}"/>
              </a:ext>
            </a:extLst>
          </p:cNvPr>
          <p:cNvSpPr>
            <a:spLocks noGrp="1"/>
          </p:cNvSpPr>
          <p:nvPr>
            <p:ph type="sldNum" sz="quarter" idx="5"/>
          </p:nvPr>
        </p:nvSpPr>
        <p:spPr/>
        <p:txBody>
          <a:bodyPr/>
          <a:lstStyle/>
          <a:p>
            <a:fld id="{D8A6EEE7-472F-4CE6-AAEC-E7F55F52CEB1}" type="slidenum">
              <a:rPr lang="es-CO" smtClean="0"/>
              <a:t>10</a:t>
            </a:fld>
            <a:endParaRPr lang="es-CO"/>
          </a:p>
        </p:txBody>
      </p:sp>
    </p:spTree>
    <p:extLst>
      <p:ext uri="{BB962C8B-B14F-4D97-AF65-F5344CB8AC3E}">
        <p14:creationId xmlns:p14="http://schemas.microsoft.com/office/powerpoint/2010/main" val="33601042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4C954-9DB4-4098-856F-3D2AA7E623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51E53F-A160-CB6C-D470-B0C8A81F721F}"/>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B6C8A9EE-F766-6967-9D6F-E361983646B5}"/>
              </a:ext>
            </a:extLst>
          </p:cNvPr>
          <p:cNvSpPr>
            <a:spLocks noGrp="1"/>
          </p:cNvSpPr>
          <p:nvPr>
            <p:ph type="body" idx="1"/>
          </p:nvPr>
        </p:nvSpPr>
        <p:spPr/>
        <p:txBody>
          <a:bodyPr/>
          <a:lstStyle/>
          <a:p>
            <a:r>
              <a:rPr lang="es-CO" dirty="0"/>
              <a:t>Debido a que es poco probable que se presente una falla por compresión pura es necesario considerar que existe una excentricidad mínima en la aplicación de la carga, lo que reduce la capacidad del elemento para soportar fuerza axial. Para tener en cuenta esta reducción de la resistencia el Reglamento NSR-10 en su numeral C10.3.6.1 establece una resistencia máxima nominal a la compresión, N(c)</a:t>
            </a:r>
            <a:r>
              <a:rPr lang="es-CO" dirty="0" err="1"/>
              <a:t>n,max</a:t>
            </a:r>
            <a:r>
              <a:rPr lang="es-CO" dirty="0"/>
              <a:t>, equivalente a un porcentaje de la resistencia nominal a la compresión, N(c)o, que se obtendría con excentricidad nula así: 0.75 · N(c)o, para el caso de elementos confinados con estribos y 0.8 · N(c)o, para elementos confinados con espirales. Valores que son más restrictivos que los estipulados por el numeral 22.4.2.1 del ACI-318-14, los cuales equivalen al 80 % y al 85 % de N(c)o, respectivamente.</a:t>
            </a:r>
          </a:p>
        </p:txBody>
      </p:sp>
      <p:sp>
        <p:nvSpPr>
          <p:cNvPr id="4" name="Marcador de número de diapositiva 3">
            <a:extLst>
              <a:ext uri="{FF2B5EF4-FFF2-40B4-BE49-F238E27FC236}">
                <a16:creationId xmlns:a16="http://schemas.microsoft.com/office/drawing/2014/main" id="{B4155418-72B0-0826-FC34-55A6ACE14C7B}"/>
              </a:ext>
            </a:extLst>
          </p:cNvPr>
          <p:cNvSpPr>
            <a:spLocks noGrp="1"/>
          </p:cNvSpPr>
          <p:nvPr>
            <p:ph type="sldNum" sz="quarter" idx="5"/>
          </p:nvPr>
        </p:nvSpPr>
        <p:spPr/>
        <p:txBody>
          <a:bodyPr/>
          <a:lstStyle/>
          <a:p>
            <a:fld id="{D8A6EEE7-472F-4CE6-AAEC-E7F55F52CEB1}" type="slidenum">
              <a:rPr lang="es-CO" smtClean="0"/>
              <a:t>11</a:t>
            </a:fld>
            <a:endParaRPr lang="es-CO"/>
          </a:p>
        </p:txBody>
      </p:sp>
    </p:spTree>
    <p:extLst>
      <p:ext uri="{BB962C8B-B14F-4D97-AF65-F5344CB8AC3E}">
        <p14:creationId xmlns:p14="http://schemas.microsoft.com/office/powerpoint/2010/main" val="15865673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A7631-6F7A-024E-2893-B0DAB044812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72CC93-DEC4-4CD5-0BE4-E7719A57D71F}"/>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13B44A30-846C-89BD-2B93-A78ED67C8A68}"/>
              </a:ext>
            </a:extLst>
          </p:cNvPr>
          <p:cNvSpPr>
            <a:spLocks noGrp="1"/>
          </p:cNvSpPr>
          <p:nvPr>
            <p:ph type="body" idx="1"/>
          </p:nvPr>
        </p:nvSpPr>
        <p:spPr/>
        <p:txBody>
          <a:bodyPr/>
          <a:lstStyle/>
          <a:p>
            <a:r>
              <a:rPr lang="es-CO" dirty="0"/>
              <a:t>Este confinamiento permite que exista una zona de la columna encerrada por el refuerzo transversal, denominada núcleo, la cual incluso luego de presentarse la fisuración se mantiene en su lugar, mientras que el recubrimiento se desprende. Algunos autores han encontrado que cuando la separación del refuerzo transversal es pequeña se puede presentar incluso un incremento en la resistencia a la compresión del concreto confinado, como cuando se aplica una presión de cámara en un ensayo triaxial. Sin embargo para efectos prácticos dichos incrementos se desprecian en el momento de calcular la resistencia nominal de la sección</a:t>
            </a:r>
          </a:p>
        </p:txBody>
      </p:sp>
      <p:sp>
        <p:nvSpPr>
          <p:cNvPr id="4" name="Marcador de número de diapositiva 3">
            <a:extLst>
              <a:ext uri="{FF2B5EF4-FFF2-40B4-BE49-F238E27FC236}">
                <a16:creationId xmlns:a16="http://schemas.microsoft.com/office/drawing/2014/main" id="{2F373B79-61A3-CAED-E24A-E1CF40FD974B}"/>
              </a:ext>
            </a:extLst>
          </p:cNvPr>
          <p:cNvSpPr>
            <a:spLocks noGrp="1"/>
          </p:cNvSpPr>
          <p:nvPr>
            <p:ph type="sldNum" sz="quarter" idx="5"/>
          </p:nvPr>
        </p:nvSpPr>
        <p:spPr/>
        <p:txBody>
          <a:bodyPr/>
          <a:lstStyle/>
          <a:p>
            <a:fld id="{D8A6EEE7-472F-4CE6-AAEC-E7F55F52CEB1}" type="slidenum">
              <a:rPr lang="es-CO" smtClean="0"/>
              <a:t>12</a:t>
            </a:fld>
            <a:endParaRPr lang="es-CO"/>
          </a:p>
        </p:txBody>
      </p:sp>
    </p:spTree>
    <p:extLst>
      <p:ext uri="{BB962C8B-B14F-4D97-AF65-F5344CB8AC3E}">
        <p14:creationId xmlns:p14="http://schemas.microsoft.com/office/powerpoint/2010/main" val="30428869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C8F28-4A82-ACA1-2A8F-A92278F4C66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6C4B2F-B481-1A24-1EAD-490973FDBD33}"/>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11C1B074-8F1F-1B2B-32B5-440CD12F53CC}"/>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D92C98FA-D5CA-83A4-B66D-4D3F0C329966}"/>
              </a:ext>
            </a:extLst>
          </p:cNvPr>
          <p:cNvSpPr>
            <a:spLocks noGrp="1"/>
          </p:cNvSpPr>
          <p:nvPr>
            <p:ph type="sldNum" sz="quarter" idx="5"/>
          </p:nvPr>
        </p:nvSpPr>
        <p:spPr/>
        <p:txBody>
          <a:bodyPr/>
          <a:lstStyle/>
          <a:p>
            <a:fld id="{D8A6EEE7-472F-4CE6-AAEC-E7F55F52CEB1}" type="slidenum">
              <a:rPr lang="es-CO" smtClean="0"/>
              <a:t>13</a:t>
            </a:fld>
            <a:endParaRPr lang="es-CO"/>
          </a:p>
        </p:txBody>
      </p:sp>
    </p:spTree>
    <p:extLst>
      <p:ext uri="{BB962C8B-B14F-4D97-AF65-F5344CB8AC3E}">
        <p14:creationId xmlns:p14="http://schemas.microsoft.com/office/powerpoint/2010/main" val="40597152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055F5-C606-EF91-72B0-488F638937F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56A7695-2E47-A4D9-C148-F57D183F50E7}"/>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9C55E259-FF93-6545-6773-1D46C376FDB6}"/>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B4F62422-0807-06D9-7215-CADBD536541A}"/>
              </a:ext>
            </a:extLst>
          </p:cNvPr>
          <p:cNvSpPr>
            <a:spLocks noGrp="1"/>
          </p:cNvSpPr>
          <p:nvPr>
            <p:ph type="sldNum" sz="quarter" idx="5"/>
          </p:nvPr>
        </p:nvSpPr>
        <p:spPr/>
        <p:txBody>
          <a:bodyPr/>
          <a:lstStyle/>
          <a:p>
            <a:fld id="{D8A6EEE7-472F-4CE6-AAEC-E7F55F52CEB1}" type="slidenum">
              <a:rPr lang="es-CO" smtClean="0"/>
              <a:t>14</a:t>
            </a:fld>
            <a:endParaRPr lang="es-CO"/>
          </a:p>
        </p:txBody>
      </p:sp>
    </p:spTree>
    <p:extLst>
      <p:ext uri="{BB962C8B-B14F-4D97-AF65-F5344CB8AC3E}">
        <p14:creationId xmlns:p14="http://schemas.microsoft.com/office/powerpoint/2010/main" val="4370394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9A1B6-047E-2676-48BD-4DB20072DAB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A646E25-5D04-8BC8-F372-534CD10F057D}"/>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E81A1922-A502-2E3C-2E55-FA4743F9F83D}"/>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DEAE9EDB-A5D4-327D-E132-86FA2C13CAD4}"/>
              </a:ext>
            </a:extLst>
          </p:cNvPr>
          <p:cNvSpPr>
            <a:spLocks noGrp="1"/>
          </p:cNvSpPr>
          <p:nvPr>
            <p:ph type="sldNum" sz="quarter" idx="5"/>
          </p:nvPr>
        </p:nvSpPr>
        <p:spPr/>
        <p:txBody>
          <a:bodyPr/>
          <a:lstStyle/>
          <a:p>
            <a:fld id="{D8A6EEE7-472F-4CE6-AAEC-E7F55F52CEB1}" type="slidenum">
              <a:rPr lang="es-CO" smtClean="0"/>
              <a:t>15</a:t>
            </a:fld>
            <a:endParaRPr lang="es-CO"/>
          </a:p>
        </p:txBody>
      </p:sp>
    </p:spTree>
    <p:extLst>
      <p:ext uri="{BB962C8B-B14F-4D97-AF65-F5344CB8AC3E}">
        <p14:creationId xmlns:p14="http://schemas.microsoft.com/office/powerpoint/2010/main" val="42570241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33ACD-EE09-6BD8-5ADF-E1541617DED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6FC5885-2968-9AD8-6CD1-F9C521D49CED}"/>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0F0938BE-504E-8408-BD72-AD3DB82D8DAC}"/>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7EF99ADE-FB8E-EAF4-66D9-4B147AA0106D}"/>
              </a:ext>
            </a:extLst>
          </p:cNvPr>
          <p:cNvSpPr>
            <a:spLocks noGrp="1"/>
          </p:cNvSpPr>
          <p:nvPr>
            <p:ph type="sldNum" sz="quarter" idx="5"/>
          </p:nvPr>
        </p:nvSpPr>
        <p:spPr/>
        <p:txBody>
          <a:bodyPr/>
          <a:lstStyle/>
          <a:p>
            <a:fld id="{D8A6EEE7-472F-4CE6-AAEC-E7F55F52CEB1}" type="slidenum">
              <a:rPr lang="es-CO" smtClean="0"/>
              <a:t>16</a:t>
            </a:fld>
            <a:endParaRPr lang="es-CO"/>
          </a:p>
        </p:txBody>
      </p:sp>
    </p:spTree>
    <p:extLst>
      <p:ext uri="{BB962C8B-B14F-4D97-AF65-F5344CB8AC3E}">
        <p14:creationId xmlns:p14="http://schemas.microsoft.com/office/powerpoint/2010/main" val="36110252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4FCCF-CB2C-C669-E9CB-7B48A31072F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8268F23-120B-0CF8-CE59-3731A2B3350A}"/>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6F8728FF-BFE6-DEA3-673B-32E7FA0FF196}"/>
              </a:ext>
            </a:extLst>
          </p:cNvPr>
          <p:cNvSpPr>
            <a:spLocks noGrp="1"/>
          </p:cNvSpPr>
          <p:nvPr>
            <p:ph type="body" idx="1"/>
          </p:nvPr>
        </p:nvSpPr>
        <p:spPr/>
        <p:txBody>
          <a:bodyPr/>
          <a:lstStyle/>
          <a:p>
            <a:r>
              <a:rPr lang="es-CO" dirty="0"/>
              <a:t>· </a:t>
            </a:r>
            <a:r>
              <a:rPr lang="es-CO" dirty="0" err="1"/>
              <a:t>f′c</a:t>
            </a:r>
            <a:endParaRPr lang="es-CO" dirty="0"/>
          </a:p>
        </p:txBody>
      </p:sp>
      <p:sp>
        <p:nvSpPr>
          <p:cNvPr id="4" name="Marcador de número de diapositiva 3">
            <a:extLst>
              <a:ext uri="{FF2B5EF4-FFF2-40B4-BE49-F238E27FC236}">
                <a16:creationId xmlns:a16="http://schemas.microsoft.com/office/drawing/2014/main" id="{3E34D026-A6AD-8944-EB4A-26E78DFE1517}"/>
              </a:ext>
            </a:extLst>
          </p:cNvPr>
          <p:cNvSpPr>
            <a:spLocks noGrp="1"/>
          </p:cNvSpPr>
          <p:nvPr>
            <p:ph type="sldNum" sz="quarter" idx="5"/>
          </p:nvPr>
        </p:nvSpPr>
        <p:spPr/>
        <p:txBody>
          <a:bodyPr/>
          <a:lstStyle/>
          <a:p>
            <a:fld id="{D8A6EEE7-472F-4CE6-AAEC-E7F55F52CEB1}" type="slidenum">
              <a:rPr lang="es-CO" smtClean="0"/>
              <a:t>17</a:t>
            </a:fld>
            <a:endParaRPr lang="es-CO"/>
          </a:p>
        </p:txBody>
      </p:sp>
    </p:spTree>
    <p:extLst>
      <p:ext uri="{BB962C8B-B14F-4D97-AF65-F5344CB8AC3E}">
        <p14:creationId xmlns:p14="http://schemas.microsoft.com/office/powerpoint/2010/main" val="13857077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0C9E6-6016-231C-9C76-04E7A77200D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3D0690-DE83-EED8-3978-282238F7D9FA}"/>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EEDF2413-EA99-2E73-1F8A-E5ABF0EAAFEF}"/>
              </a:ext>
            </a:extLst>
          </p:cNvPr>
          <p:cNvSpPr>
            <a:spLocks noGrp="1"/>
          </p:cNvSpPr>
          <p:nvPr>
            <p:ph type="body" idx="1"/>
          </p:nvPr>
        </p:nvSpPr>
        <p:spPr/>
        <p:txBody>
          <a:bodyPr/>
          <a:lstStyle/>
          <a:p>
            <a:r>
              <a:rPr lang="es-CO" dirty="0"/>
              <a:t>· </a:t>
            </a:r>
            <a:r>
              <a:rPr lang="es-CO" dirty="0" err="1"/>
              <a:t>f′c</a:t>
            </a:r>
            <a:endParaRPr lang="es-CO" dirty="0"/>
          </a:p>
        </p:txBody>
      </p:sp>
      <p:sp>
        <p:nvSpPr>
          <p:cNvPr id="4" name="Marcador de número de diapositiva 3">
            <a:extLst>
              <a:ext uri="{FF2B5EF4-FFF2-40B4-BE49-F238E27FC236}">
                <a16:creationId xmlns:a16="http://schemas.microsoft.com/office/drawing/2014/main" id="{4789AC8D-AB31-47C3-68EF-E3DCD1C7938A}"/>
              </a:ext>
            </a:extLst>
          </p:cNvPr>
          <p:cNvSpPr>
            <a:spLocks noGrp="1"/>
          </p:cNvSpPr>
          <p:nvPr>
            <p:ph type="sldNum" sz="quarter" idx="5"/>
          </p:nvPr>
        </p:nvSpPr>
        <p:spPr/>
        <p:txBody>
          <a:bodyPr/>
          <a:lstStyle/>
          <a:p>
            <a:fld id="{D8A6EEE7-472F-4CE6-AAEC-E7F55F52CEB1}" type="slidenum">
              <a:rPr lang="es-CO" smtClean="0"/>
              <a:t>18</a:t>
            </a:fld>
            <a:endParaRPr lang="es-CO"/>
          </a:p>
        </p:txBody>
      </p:sp>
    </p:spTree>
    <p:extLst>
      <p:ext uri="{BB962C8B-B14F-4D97-AF65-F5344CB8AC3E}">
        <p14:creationId xmlns:p14="http://schemas.microsoft.com/office/powerpoint/2010/main" val="14447626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9C0AA-B12E-F75B-03EC-D7A8B53E0A5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98401BB-4DA2-6566-97D2-25D01F1276C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C8ECA46-B2A3-4D90-6E86-34420F285388}"/>
              </a:ext>
            </a:extLst>
          </p:cNvPr>
          <p:cNvSpPr>
            <a:spLocks noGrp="1"/>
          </p:cNvSpPr>
          <p:nvPr>
            <p:ph type="body" idx="1"/>
          </p:nvPr>
        </p:nvSpPr>
        <p:spPr/>
        <p:txBody>
          <a:bodyPr/>
          <a:lstStyle/>
          <a:p>
            <a:r>
              <a:rPr lang="es-CO" dirty="0"/>
              <a:t>· </a:t>
            </a:r>
            <a:r>
              <a:rPr lang="es-CO" dirty="0" err="1"/>
              <a:t>f′c</a:t>
            </a:r>
            <a:endParaRPr lang="es-CO" dirty="0"/>
          </a:p>
        </p:txBody>
      </p:sp>
      <p:sp>
        <p:nvSpPr>
          <p:cNvPr id="4" name="Marcador de número de diapositiva 3">
            <a:extLst>
              <a:ext uri="{FF2B5EF4-FFF2-40B4-BE49-F238E27FC236}">
                <a16:creationId xmlns:a16="http://schemas.microsoft.com/office/drawing/2014/main" id="{95CBB4DD-F49F-8C38-5E5E-CECA5555F02E}"/>
              </a:ext>
            </a:extLst>
          </p:cNvPr>
          <p:cNvSpPr>
            <a:spLocks noGrp="1"/>
          </p:cNvSpPr>
          <p:nvPr>
            <p:ph type="sldNum" sz="quarter" idx="5"/>
          </p:nvPr>
        </p:nvSpPr>
        <p:spPr/>
        <p:txBody>
          <a:bodyPr/>
          <a:lstStyle/>
          <a:p>
            <a:fld id="{D8A6EEE7-472F-4CE6-AAEC-E7F55F52CEB1}" type="slidenum">
              <a:rPr lang="es-CO" smtClean="0"/>
              <a:t>19</a:t>
            </a:fld>
            <a:endParaRPr lang="es-CO"/>
          </a:p>
        </p:txBody>
      </p:sp>
    </p:spTree>
    <p:extLst>
      <p:ext uri="{BB962C8B-B14F-4D97-AF65-F5344CB8AC3E}">
        <p14:creationId xmlns:p14="http://schemas.microsoft.com/office/powerpoint/2010/main" val="13662056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31E7-3A86-E707-03D4-731E3DCE417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8505FBF-26BB-ADA9-69FD-6AF82BEE6E8F}"/>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E8937BBD-DDB7-6B90-187F-CF309CDACE3C}"/>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FE1F894-D5EC-76DA-95D0-62857C1E8DA8}"/>
              </a:ext>
            </a:extLst>
          </p:cNvPr>
          <p:cNvSpPr>
            <a:spLocks noGrp="1"/>
          </p:cNvSpPr>
          <p:nvPr>
            <p:ph type="sldNum" sz="quarter" idx="5"/>
          </p:nvPr>
        </p:nvSpPr>
        <p:spPr/>
        <p:txBody>
          <a:bodyPr/>
          <a:lstStyle/>
          <a:p>
            <a:fld id="{D8A6EEE7-472F-4CE6-AAEC-E7F55F52CEB1}" type="slidenum">
              <a:rPr lang="es-CO" smtClean="0"/>
              <a:t>20</a:t>
            </a:fld>
            <a:endParaRPr lang="es-CO"/>
          </a:p>
        </p:txBody>
      </p:sp>
    </p:spTree>
    <p:extLst>
      <p:ext uri="{BB962C8B-B14F-4D97-AF65-F5344CB8AC3E}">
        <p14:creationId xmlns:p14="http://schemas.microsoft.com/office/powerpoint/2010/main" val="40319461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AA616-885C-F730-950E-A0E09DCD9DD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595991C-C582-57AA-F39F-72FEBDD60397}"/>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21DE0D44-22B4-6296-72B7-310A44B69F7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B67F1D2-399F-B3B6-ED8B-57BA859BEA78}"/>
              </a:ext>
            </a:extLst>
          </p:cNvPr>
          <p:cNvSpPr>
            <a:spLocks noGrp="1"/>
          </p:cNvSpPr>
          <p:nvPr>
            <p:ph type="sldNum" sz="quarter" idx="5"/>
          </p:nvPr>
        </p:nvSpPr>
        <p:spPr/>
        <p:txBody>
          <a:bodyPr/>
          <a:lstStyle/>
          <a:p>
            <a:fld id="{D8A6EEE7-472F-4CE6-AAEC-E7F55F52CEB1}" type="slidenum">
              <a:rPr lang="es-CO" smtClean="0"/>
              <a:t>21</a:t>
            </a:fld>
            <a:endParaRPr lang="es-CO"/>
          </a:p>
        </p:txBody>
      </p:sp>
    </p:spTree>
    <p:extLst>
      <p:ext uri="{BB962C8B-B14F-4D97-AF65-F5344CB8AC3E}">
        <p14:creationId xmlns:p14="http://schemas.microsoft.com/office/powerpoint/2010/main" val="30472771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E36EC-5751-8935-F6AF-C2C1A870B40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D98278-F4E0-9D59-7425-3B9E8AC144C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FBAD24C2-7112-33F5-C3F9-AE4A62CC0E69}"/>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DDF6DA0B-FB92-CEA6-6608-03AD4B415BD3}"/>
              </a:ext>
            </a:extLst>
          </p:cNvPr>
          <p:cNvSpPr>
            <a:spLocks noGrp="1"/>
          </p:cNvSpPr>
          <p:nvPr>
            <p:ph type="sldNum" sz="quarter" idx="5"/>
          </p:nvPr>
        </p:nvSpPr>
        <p:spPr/>
        <p:txBody>
          <a:bodyPr/>
          <a:lstStyle/>
          <a:p>
            <a:fld id="{D8A6EEE7-472F-4CE6-AAEC-E7F55F52CEB1}" type="slidenum">
              <a:rPr lang="es-CO" smtClean="0"/>
              <a:t>22</a:t>
            </a:fld>
            <a:endParaRPr lang="es-CO"/>
          </a:p>
        </p:txBody>
      </p:sp>
    </p:spTree>
    <p:extLst>
      <p:ext uri="{BB962C8B-B14F-4D97-AF65-F5344CB8AC3E}">
        <p14:creationId xmlns:p14="http://schemas.microsoft.com/office/powerpoint/2010/main" val="26649012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F2BA1-2950-D33A-E963-E427F6A812A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DDB37EA-1B8F-EB9B-3283-E512C29D2BB8}"/>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384951F1-A2E4-D26B-A649-11A579043E8D}"/>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DA1850B0-A3A2-7A4E-E586-E97142CFD64B}"/>
              </a:ext>
            </a:extLst>
          </p:cNvPr>
          <p:cNvSpPr>
            <a:spLocks noGrp="1"/>
          </p:cNvSpPr>
          <p:nvPr>
            <p:ph type="sldNum" sz="quarter" idx="5"/>
          </p:nvPr>
        </p:nvSpPr>
        <p:spPr/>
        <p:txBody>
          <a:bodyPr/>
          <a:lstStyle/>
          <a:p>
            <a:fld id="{D8A6EEE7-472F-4CE6-AAEC-E7F55F52CEB1}" type="slidenum">
              <a:rPr lang="es-CO" smtClean="0"/>
              <a:t>23</a:t>
            </a:fld>
            <a:endParaRPr lang="es-CO"/>
          </a:p>
        </p:txBody>
      </p:sp>
    </p:spTree>
    <p:extLst>
      <p:ext uri="{BB962C8B-B14F-4D97-AF65-F5344CB8AC3E}">
        <p14:creationId xmlns:p14="http://schemas.microsoft.com/office/powerpoint/2010/main" val="7663199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DB215-0542-0BFE-3876-2A3959AD4E7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6E49CCD-ACC6-3E80-34DE-BA10706E196D}"/>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3ED7DE39-E607-A292-03B0-C8D441C5075C}"/>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4484C99A-9D04-B470-2139-E4B41B2D7787}"/>
              </a:ext>
            </a:extLst>
          </p:cNvPr>
          <p:cNvSpPr>
            <a:spLocks noGrp="1"/>
          </p:cNvSpPr>
          <p:nvPr>
            <p:ph type="sldNum" sz="quarter" idx="5"/>
          </p:nvPr>
        </p:nvSpPr>
        <p:spPr/>
        <p:txBody>
          <a:bodyPr/>
          <a:lstStyle/>
          <a:p>
            <a:fld id="{D8A6EEE7-472F-4CE6-AAEC-E7F55F52CEB1}" type="slidenum">
              <a:rPr lang="es-CO" smtClean="0"/>
              <a:t>24</a:t>
            </a:fld>
            <a:endParaRPr lang="es-CO"/>
          </a:p>
        </p:txBody>
      </p:sp>
    </p:spTree>
    <p:extLst>
      <p:ext uri="{BB962C8B-B14F-4D97-AF65-F5344CB8AC3E}">
        <p14:creationId xmlns:p14="http://schemas.microsoft.com/office/powerpoint/2010/main" val="3336453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1B78B-9A31-21C8-9E38-F3EEDE5FA95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CCA0251-2B83-5459-0E56-BD530E708D49}"/>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472042F-AC45-7B31-92ED-E98C86C2E903}"/>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2FF7ABDD-9828-8DDB-295B-29D58F04E565}"/>
              </a:ext>
            </a:extLst>
          </p:cNvPr>
          <p:cNvSpPr>
            <a:spLocks noGrp="1"/>
          </p:cNvSpPr>
          <p:nvPr>
            <p:ph type="sldNum" sz="quarter" idx="5"/>
          </p:nvPr>
        </p:nvSpPr>
        <p:spPr/>
        <p:txBody>
          <a:bodyPr/>
          <a:lstStyle/>
          <a:p>
            <a:fld id="{D8A6EEE7-472F-4CE6-AAEC-E7F55F52CEB1}" type="slidenum">
              <a:rPr lang="es-CO" smtClean="0"/>
              <a:t>25</a:t>
            </a:fld>
            <a:endParaRPr lang="es-CO"/>
          </a:p>
        </p:txBody>
      </p:sp>
    </p:spTree>
    <p:extLst>
      <p:ext uri="{BB962C8B-B14F-4D97-AF65-F5344CB8AC3E}">
        <p14:creationId xmlns:p14="http://schemas.microsoft.com/office/powerpoint/2010/main" val="33692348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DAF1B-43D2-38C0-DEF0-DDF184FF2F7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17F5D03-B82E-64D4-7413-38AC22FB895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0F2769D9-35C5-219B-12FC-5C9EADDAF4FA}"/>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56AE9B6-CA77-95C2-5D6B-1019701AD9B0}"/>
              </a:ext>
            </a:extLst>
          </p:cNvPr>
          <p:cNvSpPr>
            <a:spLocks noGrp="1"/>
          </p:cNvSpPr>
          <p:nvPr>
            <p:ph type="sldNum" sz="quarter" idx="5"/>
          </p:nvPr>
        </p:nvSpPr>
        <p:spPr/>
        <p:txBody>
          <a:bodyPr/>
          <a:lstStyle/>
          <a:p>
            <a:fld id="{D8A6EEE7-472F-4CE6-AAEC-E7F55F52CEB1}" type="slidenum">
              <a:rPr lang="es-CO" smtClean="0"/>
              <a:t>26</a:t>
            </a:fld>
            <a:endParaRPr lang="es-CO"/>
          </a:p>
        </p:txBody>
      </p:sp>
    </p:spTree>
    <p:extLst>
      <p:ext uri="{BB962C8B-B14F-4D97-AF65-F5344CB8AC3E}">
        <p14:creationId xmlns:p14="http://schemas.microsoft.com/office/powerpoint/2010/main" val="25000334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41725-A052-F818-4350-F81F49DC0E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BEBEDBE-6937-CF6E-92AD-00BDDF5D37C8}"/>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74D1EE17-2173-5881-6128-B873DFEE9C29}"/>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89EBEF18-6AFF-A9E7-AEC6-D33C354F374C}"/>
              </a:ext>
            </a:extLst>
          </p:cNvPr>
          <p:cNvSpPr>
            <a:spLocks noGrp="1"/>
          </p:cNvSpPr>
          <p:nvPr>
            <p:ph type="sldNum" sz="quarter" idx="5"/>
          </p:nvPr>
        </p:nvSpPr>
        <p:spPr/>
        <p:txBody>
          <a:bodyPr/>
          <a:lstStyle/>
          <a:p>
            <a:fld id="{D8A6EEE7-472F-4CE6-AAEC-E7F55F52CEB1}" type="slidenum">
              <a:rPr lang="es-CO" smtClean="0"/>
              <a:t>27</a:t>
            </a:fld>
            <a:endParaRPr lang="es-CO"/>
          </a:p>
        </p:txBody>
      </p:sp>
    </p:spTree>
    <p:extLst>
      <p:ext uri="{BB962C8B-B14F-4D97-AF65-F5344CB8AC3E}">
        <p14:creationId xmlns:p14="http://schemas.microsoft.com/office/powerpoint/2010/main" val="11530287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72A9F-633F-3250-34B6-F9AC09C2690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7480D53-AFA3-B7CE-9FE9-0CE3C9193805}"/>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6596E0ED-DBEA-F7DC-D09F-C197D872112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99731D89-11A5-3C2F-7E87-E91FE077F42E}"/>
              </a:ext>
            </a:extLst>
          </p:cNvPr>
          <p:cNvSpPr>
            <a:spLocks noGrp="1"/>
          </p:cNvSpPr>
          <p:nvPr>
            <p:ph type="sldNum" sz="quarter" idx="5"/>
          </p:nvPr>
        </p:nvSpPr>
        <p:spPr/>
        <p:txBody>
          <a:bodyPr/>
          <a:lstStyle/>
          <a:p>
            <a:fld id="{D8A6EEE7-472F-4CE6-AAEC-E7F55F52CEB1}" type="slidenum">
              <a:rPr lang="es-CO" smtClean="0"/>
              <a:t>28</a:t>
            </a:fld>
            <a:endParaRPr lang="es-CO"/>
          </a:p>
        </p:txBody>
      </p:sp>
    </p:spTree>
    <p:extLst>
      <p:ext uri="{BB962C8B-B14F-4D97-AF65-F5344CB8AC3E}">
        <p14:creationId xmlns:p14="http://schemas.microsoft.com/office/powerpoint/2010/main" val="10427416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FCA8A-A8D2-1878-182C-4FE8229ED8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46B3346-B2A2-2E9B-6A70-F4FEA8DAC14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F57C3A3-3E8D-872B-826D-D5F118C63322}"/>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A6FE858-C4C6-AE13-F280-EA4AC233FBA1}"/>
              </a:ext>
            </a:extLst>
          </p:cNvPr>
          <p:cNvSpPr>
            <a:spLocks noGrp="1"/>
          </p:cNvSpPr>
          <p:nvPr>
            <p:ph type="sldNum" sz="quarter" idx="5"/>
          </p:nvPr>
        </p:nvSpPr>
        <p:spPr/>
        <p:txBody>
          <a:bodyPr/>
          <a:lstStyle/>
          <a:p>
            <a:fld id="{D8A6EEE7-472F-4CE6-AAEC-E7F55F52CEB1}" type="slidenum">
              <a:rPr lang="es-CO" smtClean="0"/>
              <a:t>29</a:t>
            </a:fld>
            <a:endParaRPr lang="es-CO"/>
          </a:p>
        </p:txBody>
      </p:sp>
    </p:spTree>
    <p:extLst>
      <p:ext uri="{BB962C8B-B14F-4D97-AF65-F5344CB8AC3E}">
        <p14:creationId xmlns:p14="http://schemas.microsoft.com/office/powerpoint/2010/main" val="2550472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BA25E-C97B-DFE4-AA25-54775C07255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00B067A-15F7-D709-1B50-F6150441CFFA}"/>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D100774-1B1F-8A4F-EE69-23F9264AAD0A}"/>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1AC10A3E-7552-E78A-B0D5-26A5B73CC621}"/>
              </a:ext>
            </a:extLst>
          </p:cNvPr>
          <p:cNvSpPr>
            <a:spLocks noGrp="1"/>
          </p:cNvSpPr>
          <p:nvPr>
            <p:ph type="sldNum" sz="quarter" idx="5"/>
          </p:nvPr>
        </p:nvSpPr>
        <p:spPr/>
        <p:txBody>
          <a:bodyPr/>
          <a:lstStyle/>
          <a:p>
            <a:fld id="{D8A6EEE7-472F-4CE6-AAEC-E7F55F52CEB1}" type="slidenum">
              <a:rPr lang="es-CO" smtClean="0"/>
              <a:t>30</a:t>
            </a:fld>
            <a:endParaRPr lang="es-CO"/>
          </a:p>
        </p:txBody>
      </p:sp>
    </p:spTree>
    <p:extLst>
      <p:ext uri="{BB962C8B-B14F-4D97-AF65-F5344CB8AC3E}">
        <p14:creationId xmlns:p14="http://schemas.microsoft.com/office/powerpoint/2010/main" val="40162018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A48C1-BD58-C160-35E3-2ADD3004A70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053132D-C48A-273D-861D-10A48D17BFC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978447C4-C1C5-03B3-C005-C2F43BF5130E}"/>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819DE2A2-5CBF-3A9D-6156-F56B3F10D04D}"/>
              </a:ext>
            </a:extLst>
          </p:cNvPr>
          <p:cNvSpPr>
            <a:spLocks noGrp="1"/>
          </p:cNvSpPr>
          <p:nvPr>
            <p:ph type="sldNum" sz="quarter" idx="5"/>
          </p:nvPr>
        </p:nvSpPr>
        <p:spPr/>
        <p:txBody>
          <a:bodyPr/>
          <a:lstStyle/>
          <a:p>
            <a:fld id="{D8A6EEE7-472F-4CE6-AAEC-E7F55F52CEB1}" type="slidenum">
              <a:rPr lang="es-CO" smtClean="0"/>
              <a:t>31</a:t>
            </a:fld>
            <a:endParaRPr lang="es-CO"/>
          </a:p>
        </p:txBody>
      </p:sp>
    </p:spTree>
    <p:extLst>
      <p:ext uri="{BB962C8B-B14F-4D97-AF65-F5344CB8AC3E}">
        <p14:creationId xmlns:p14="http://schemas.microsoft.com/office/powerpoint/2010/main" val="4906912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4989D-AB95-A2D0-93E8-001636228FC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D4A7E0-F20A-D60C-A0F4-41094F08F991}"/>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11D7726B-F460-9C74-1C67-59AB4C84C0DB}"/>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C91A0AF6-4B14-4A51-9972-6FC5D80D3520}"/>
              </a:ext>
            </a:extLst>
          </p:cNvPr>
          <p:cNvSpPr>
            <a:spLocks noGrp="1"/>
          </p:cNvSpPr>
          <p:nvPr>
            <p:ph type="sldNum" sz="quarter" idx="5"/>
          </p:nvPr>
        </p:nvSpPr>
        <p:spPr/>
        <p:txBody>
          <a:bodyPr/>
          <a:lstStyle/>
          <a:p>
            <a:fld id="{D8A6EEE7-472F-4CE6-AAEC-E7F55F52CEB1}" type="slidenum">
              <a:rPr lang="es-CO" smtClean="0"/>
              <a:t>32</a:t>
            </a:fld>
            <a:endParaRPr lang="es-CO"/>
          </a:p>
        </p:txBody>
      </p:sp>
    </p:spTree>
    <p:extLst>
      <p:ext uri="{BB962C8B-B14F-4D97-AF65-F5344CB8AC3E}">
        <p14:creationId xmlns:p14="http://schemas.microsoft.com/office/powerpoint/2010/main" val="13273609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9BA7C-43E5-5609-F0B9-3EC24672C8C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4CB5471-48AD-C05F-37DB-32B02F84FB94}"/>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E06F768E-3497-4F0B-2CA8-C4B4CE6D6EDF}"/>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B64034BC-50FC-AD5F-EA78-34CE320C8689}"/>
              </a:ext>
            </a:extLst>
          </p:cNvPr>
          <p:cNvSpPr>
            <a:spLocks noGrp="1"/>
          </p:cNvSpPr>
          <p:nvPr>
            <p:ph type="sldNum" sz="quarter" idx="5"/>
          </p:nvPr>
        </p:nvSpPr>
        <p:spPr/>
        <p:txBody>
          <a:bodyPr/>
          <a:lstStyle/>
          <a:p>
            <a:fld id="{D8A6EEE7-472F-4CE6-AAEC-E7F55F52CEB1}" type="slidenum">
              <a:rPr lang="es-CO" smtClean="0"/>
              <a:t>33</a:t>
            </a:fld>
            <a:endParaRPr lang="es-CO"/>
          </a:p>
        </p:txBody>
      </p:sp>
    </p:spTree>
    <p:extLst>
      <p:ext uri="{BB962C8B-B14F-4D97-AF65-F5344CB8AC3E}">
        <p14:creationId xmlns:p14="http://schemas.microsoft.com/office/powerpoint/2010/main" val="1008056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F200F-256A-0177-2485-54014D3C5D5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0E4C4F5-A315-7A83-CB53-9B717550A020}"/>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2EEFBF50-ED0E-95A1-0240-2341A4E70C8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B9313E3-6FF3-BFEC-F4BA-CA4F0AC3B465}"/>
              </a:ext>
            </a:extLst>
          </p:cNvPr>
          <p:cNvSpPr>
            <a:spLocks noGrp="1"/>
          </p:cNvSpPr>
          <p:nvPr>
            <p:ph type="sldNum" sz="quarter" idx="5"/>
          </p:nvPr>
        </p:nvSpPr>
        <p:spPr/>
        <p:txBody>
          <a:bodyPr/>
          <a:lstStyle/>
          <a:p>
            <a:fld id="{D8A6EEE7-472F-4CE6-AAEC-E7F55F52CEB1}" type="slidenum">
              <a:rPr lang="es-CO" smtClean="0"/>
              <a:t>34</a:t>
            </a:fld>
            <a:endParaRPr lang="es-CO"/>
          </a:p>
        </p:txBody>
      </p:sp>
    </p:spTree>
    <p:extLst>
      <p:ext uri="{BB962C8B-B14F-4D97-AF65-F5344CB8AC3E}">
        <p14:creationId xmlns:p14="http://schemas.microsoft.com/office/powerpoint/2010/main" val="30582968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6971A-DE84-FF15-0ED4-ED542323EFC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D9B1F1F-D5F2-1F29-4B99-E1135FD42C8D}"/>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94CD8407-DE0B-75ED-37BA-4C1AEFE9B80D}"/>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3CD0900C-39FF-6A6F-23D2-6974A725E308}"/>
              </a:ext>
            </a:extLst>
          </p:cNvPr>
          <p:cNvSpPr>
            <a:spLocks noGrp="1"/>
          </p:cNvSpPr>
          <p:nvPr>
            <p:ph type="sldNum" sz="quarter" idx="5"/>
          </p:nvPr>
        </p:nvSpPr>
        <p:spPr/>
        <p:txBody>
          <a:bodyPr/>
          <a:lstStyle/>
          <a:p>
            <a:fld id="{D8A6EEE7-472F-4CE6-AAEC-E7F55F52CEB1}" type="slidenum">
              <a:rPr lang="es-CO" smtClean="0"/>
              <a:t>35</a:t>
            </a:fld>
            <a:endParaRPr lang="es-CO"/>
          </a:p>
        </p:txBody>
      </p:sp>
    </p:spTree>
    <p:extLst>
      <p:ext uri="{BB962C8B-B14F-4D97-AF65-F5344CB8AC3E}">
        <p14:creationId xmlns:p14="http://schemas.microsoft.com/office/powerpoint/2010/main" val="21371699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FCF63-BA6E-2D0B-5EDD-47FA88A8FE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85D3C0A-E48E-4F3E-BA15-ED5871A64028}"/>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72024B86-7A4F-C3EE-941E-FFCF58034B2C}"/>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55D1CDC-2657-9045-F55B-F885FE536C57}"/>
              </a:ext>
            </a:extLst>
          </p:cNvPr>
          <p:cNvSpPr>
            <a:spLocks noGrp="1"/>
          </p:cNvSpPr>
          <p:nvPr>
            <p:ph type="sldNum" sz="quarter" idx="5"/>
          </p:nvPr>
        </p:nvSpPr>
        <p:spPr/>
        <p:txBody>
          <a:bodyPr/>
          <a:lstStyle/>
          <a:p>
            <a:fld id="{D8A6EEE7-472F-4CE6-AAEC-E7F55F52CEB1}" type="slidenum">
              <a:rPr lang="es-CO" smtClean="0"/>
              <a:t>36</a:t>
            </a:fld>
            <a:endParaRPr lang="es-CO"/>
          </a:p>
        </p:txBody>
      </p:sp>
    </p:spTree>
    <p:extLst>
      <p:ext uri="{BB962C8B-B14F-4D97-AF65-F5344CB8AC3E}">
        <p14:creationId xmlns:p14="http://schemas.microsoft.com/office/powerpoint/2010/main" val="27950411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34303-9DAB-D6FC-E421-5B3A1E7A85A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604901-1DC4-DCA5-8C35-B71973651F16}"/>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5CF22CC3-73E9-DEF0-4D3F-3B2A9B37FC5A}"/>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08DA5E2-DDBB-AF16-81BC-3ECFEEFB8B82}"/>
              </a:ext>
            </a:extLst>
          </p:cNvPr>
          <p:cNvSpPr>
            <a:spLocks noGrp="1"/>
          </p:cNvSpPr>
          <p:nvPr>
            <p:ph type="sldNum" sz="quarter" idx="5"/>
          </p:nvPr>
        </p:nvSpPr>
        <p:spPr/>
        <p:txBody>
          <a:bodyPr/>
          <a:lstStyle/>
          <a:p>
            <a:fld id="{D8A6EEE7-472F-4CE6-AAEC-E7F55F52CEB1}" type="slidenum">
              <a:rPr lang="es-CO" smtClean="0"/>
              <a:t>37</a:t>
            </a:fld>
            <a:endParaRPr lang="es-CO"/>
          </a:p>
        </p:txBody>
      </p:sp>
    </p:spTree>
    <p:extLst>
      <p:ext uri="{BB962C8B-B14F-4D97-AF65-F5344CB8AC3E}">
        <p14:creationId xmlns:p14="http://schemas.microsoft.com/office/powerpoint/2010/main" val="23131797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82E27-ED01-17E5-2E29-A0EE039514B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B218A6-1352-3BD8-C902-E1D6404602F3}"/>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54D76C33-2660-6928-2559-F7A671E99268}"/>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F13FF3F-17DD-8D3C-1725-E99F9AF5592E}"/>
              </a:ext>
            </a:extLst>
          </p:cNvPr>
          <p:cNvSpPr>
            <a:spLocks noGrp="1"/>
          </p:cNvSpPr>
          <p:nvPr>
            <p:ph type="sldNum" sz="quarter" idx="5"/>
          </p:nvPr>
        </p:nvSpPr>
        <p:spPr/>
        <p:txBody>
          <a:bodyPr/>
          <a:lstStyle/>
          <a:p>
            <a:fld id="{D8A6EEE7-472F-4CE6-AAEC-E7F55F52CEB1}" type="slidenum">
              <a:rPr lang="es-CO" smtClean="0"/>
              <a:t>38</a:t>
            </a:fld>
            <a:endParaRPr lang="es-CO"/>
          </a:p>
        </p:txBody>
      </p:sp>
    </p:spTree>
    <p:extLst>
      <p:ext uri="{BB962C8B-B14F-4D97-AF65-F5344CB8AC3E}">
        <p14:creationId xmlns:p14="http://schemas.microsoft.com/office/powerpoint/2010/main" val="4286752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13A69-3FAB-5687-D024-D34E51648D5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DF91A83-D3FD-948C-5658-4FA30868D1BF}"/>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9B93270A-EB93-628A-1486-A3C3E4F840B4}"/>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1857A167-FB3F-A044-3B11-0725EA50CAA7}"/>
              </a:ext>
            </a:extLst>
          </p:cNvPr>
          <p:cNvSpPr>
            <a:spLocks noGrp="1"/>
          </p:cNvSpPr>
          <p:nvPr>
            <p:ph type="sldNum" sz="quarter" idx="5"/>
          </p:nvPr>
        </p:nvSpPr>
        <p:spPr/>
        <p:txBody>
          <a:bodyPr/>
          <a:lstStyle/>
          <a:p>
            <a:fld id="{D8A6EEE7-472F-4CE6-AAEC-E7F55F52CEB1}" type="slidenum">
              <a:rPr lang="es-CO" smtClean="0"/>
              <a:t>39</a:t>
            </a:fld>
            <a:endParaRPr lang="es-CO"/>
          </a:p>
        </p:txBody>
      </p:sp>
    </p:spTree>
    <p:extLst>
      <p:ext uri="{BB962C8B-B14F-4D97-AF65-F5344CB8AC3E}">
        <p14:creationId xmlns:p14="http://schemas.microsoft.com/office/powerpoint/2010/main" val="9745992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E416D-570C-9047-24BF-90F4D3B3E75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31BA186-9027-7CDE-EDAE-F5856056DA5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06E261F0-88BE-E999-223F-A884762E3B1A}"/>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C8B4CD7-1E4F-6FD3-AF45-7849B4CDC81D}"/>
              </a:ext>
            </a:extLst>
          </p:cNvPr>
          <p:cNvSpPr>
            <a:spLocks noGrp="1"/>
          </p:cNvSpPr>
          <p:nvPr>
            <p:ph type="sldNum" sz="quarter" idx="5"/>
          </p:nvPr>
        </p:nvSpPr>
        <p:spPr/>
        <p:txBody>
          <a:bodyPr/>
          <a:lstStyle/>
          <a:p>
            <a:fld id="{D8A6EEE7-472F-4CE6-AAEC-E7F55F52CEB1}" type="slidenum">
              <a:rPr lang="es-CO" smtClean="0"/>
              <a:t>40</a:t>
            </a:fld>
            <a:endParaRPr lang="es-CO"/>
          </a:p>
        </p:txBody>
      </p:sp>
    </p:spTree>
    <p:extLst>
      <p:ext uri="{BB962C8B-B14F-4D97-AF65-F5344CB8AC3E}">
        <p14:creationId xmlns:p14="http://schemas.microsoft.com/office/powerpoint/2010/main" val="19177401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9375D-7E20-B269-204F-3BBB2A25FAF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589105-00F3-1255-8B11-B6C80CA49BC5}"/>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3FAEEA88-9CE7-303B-D8EC-18746DC8CFD5}"/>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1AA8EDBC-881F-73C7-E8C3-642C7F2AC9AD}"/>
              </a:ext>
            </a:extLst>
          </p:cNvPr>
          <p:cNvSpPr>
            <a:spLocks noGrp="1"/>
          </p:cNvSpPr>
          <p:nvPr>
            <p:ph type="sldNum" sz="quarter" idx="5"/>
          </p:nvPr>
        </p:nvSpPr>
        <p:spPr/>
        <p:txBody>
          <a:bodyPr/>
          <a:lstStyle/>
          <a:p>
            <a:fld id="{D8A6EEE7-472F-4CE6-AAEC-E7F55F52CEB1}" type="slidenum">
              <a:rPr lang="es-CO" smtClean="0"/>
              <a:t>41</a:t>
            </a:fld>
            <a:endParaRPr lang="es-CO"/>
          </a:p>
        </p:txBody>
      </p:sp>
    </p:spTree>
    <p:extLst>
      <p:ext uri="{BB962C8B-B14F-4D97-AF65-F5344CB8AC3E}">
        <p14:creationId xmlns:p14="http://schemas.microsoft.com/office/powerpoint/2010/main" val="36567036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4AD25-1349-7CEA-0B47-B837C6BD8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0D4AC43-D231-3348-EB0F-27A555F5E121}"/>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0BA3815D-5802-C793-B43D-B14E9EED299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A7B5833B-D41A-243E-BB7B-0A543E99C3AE}"/>
              </a:ext>
            </a:extLst>
          </p:cNvPr>
          <p:cNvSpPr>
            <a:spLocks noGrp="1"/>
          </p:cNvSpPr>
          <p:nvPr>
            <p:ph type="sldNum" sz="quarter" idx="5"/>
          </p:nvPr>
        </p:nvSpPr>
        <p:spPr/>
        <p:txBody>
          <a:bodyPr/>
          <a:lstStyle/>
          <a:p>
            <a:fld id="{D8A6EEE7-472F-4CE6-AAEC-E7F55F52CEB1}" type="slidenum">
              <a:rPr lang="es-CO" smtClean="0"/>
              <a:t>42</a:t>
            </a:fld>
            <a:endParaRPr lang="es-CO"/>
          </a:p>
        </p:txBody>
      </p:sp>
    </p:spTree>
    <p:extLst>
      <p:ext uri="{BB962C8B-B14F-4D97-AF65-F5344CB8AC3E}">
        <p14:creationId xmlns:p14="http://schemas.microsoft.com/office/powerpoint/2010/main" val="38763804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DE4BE-A3F9-5A7B-CF8E-E1CD7A2140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6400415-244F-D841-7C7B-5788981F2229}"/>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2B76237C-C874-45C6-53DC-557656627AEB}"/>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8430365-592D-D2B7-F8DC-5EC254864541}"/>
              </a:ext>
            </a:extLst>
          </p:cNvPr>
          <p:cNvSpPr>
            <a:spLocks noGrp="1"/>
          </p:cNvSpPr>
          <p:nvPr>
            <p:ph type="sldNum" sz="quarter" idx="5"/>
          </p:nvPr>
        </p:nvSpPr>
        <p:spPr/>
        <p:txBody>
          <a:bodyPr/>
          <a:lstStyle/>
          <a:p>
            <a:fld id="{D8A6EEE7-472F-4CE6-AAEC-E7F55F52CEB1}" type="slidenum">
              <a:rPr lang="es-CO" smtClean="0"/>
              <a:t>43</a:t>
            </a:fld>
            <a:endParaRPr lang="es-CO"/>
          </a:p>
        </p:txBody>
      </p:sp>
    </p:spTree>
    <p:extLst>
      <p:ext uri="{BB962C8B-B14F-4D97-AF65-F5344CB8AC3E}">
        <p14:creationId xmlns:p14="http://schemas.microsoft.com/office/powerpoint/2010/main" val="2704261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EF530-939B-3922-3BC2-14FD9889E5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6DE92C7-31A2-3C81-DD9F-4541BF174404}"/>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B84CD011-CE92-E98E-426D-204517BE88B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809ECD59-FF4D-0731-1230-82CC784AD40E}"/>
              </a:ext>
            </a:extLst>
          </p:cNvPr>
          <p:cNvSpPr>
            <a:spLocks noGrp="1"/>
          </p:cNvSpPr>
          <p:nvPr>
            <p:ph type="sldNum" sz="quarter" idx="5"/>
          </p:nvPr>
        </p:nvSpPr>
        <p:spPr/>
        <p:txBody>
          <a:bodyPr/>
          <a:lstStyle/>
          <a:p>
            <a:fld id="{D8A6EEE7-472F-4CE6-AAEC-E7F55F52CEB1}" type="slidenum">
              <a:rPr lang="es-CO" smtClean="0"/>
              <a:t>44</a:t>
            </a:fld>
            <a:endParaRPr lang="es-CO"/>
          </a:p>
        </p:txBody>
      </p:sp>
    </p:spTree>
    <p:extLst>
      <p:ext uri="{BB962C8B-B14F-4D97-AF65-F5344CB8AC3E}">
        <p14:creationId xmlns:p14="http://schemas.microsoft.com/office/powerpoint/2010/main" val="12235243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ECF6C-9C2F-2391-C48D-047BF2CEB3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7228506-F868-2CCF-2E0F-B6A34A44B888}"/>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07BF8D7-CA46-8976-064A-9E20B858D25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141E8392-0531-8653-8DBD-50E8E46C72A6}"/>
              </a:ext>
            </a:extLst>
          </p:cNvPr>
          <p:cNvSpPr>
            <a:spLocks noGrp="1"/>
          </p:cNvSpPr>
          <p:nvPr>
            <p:ph type="sldNum" sz="quarter" idx="5"/>
          </p:nvPr>
        </p:nvSpPr>
        <p:spPr/>
        <p:txBody>
          <a:bodyPr/>
          <a:lstStyle/>
          <a:p>
            <a:fld id="{D8A6EEE7-472F-4CE6-AAEC-E7F55F52CEB1}" type="slidenum">
              <a:rPr lang="es-CO" smtClean="0"/>
              <a:t>45</a:t>
            </a:fld>
            <a:endParaRPr lang="es-CO"/>
          </a:p>
        </p:txBody>
      </p:sp>
    </p:spTree>
    <p:extLst>
      <p:ext uri="{BB962C8B-B14F-4D97-AF65-F5344CB8AC3E}">
        <p14:creationId xmlns:p14="http://schemas.microsoft.com/office/powerpoint/2010/main" val="38872087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7A007-F0A3-BA2A-283D-6F6A92CACC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CB62B5-5ED1-2371-4A20-663055E381EF}"/>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4F607970-2728-83FA-28B8-7126356F4B6F}"/>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1A3F5A6-1DC2-950C-C8D3-6808CC5AC4C3}"/>
              </a:ext>
            </a:extLst>
          </p:cNvPr>
          <p:cNvSpPr>
            <a:spLocks noGrp="1"/>
          </p:cNvSpPr>
          <p:nvPr>
            <p:ph type="sldNum" sz="quarter" idx="5"/>
          </p:nvPr>
        </p:nvSpPr>
        <p:spPr/>
        <p:txBody>
          <a:bodyPr/>
          <a:lstStyle/>
          <a:p>
            <a:fld id="{D8A6EEE7-472F-4CE6-AAEC-E7F55F52CEB1}" type="slidenum">
              <a:rPr lang="es-CO" smtClean="0"/>
              <a:t>46</a:t>
            </a:fld>
            <a:endParaRPr lang="es-CO"/>
          </a:p>
        </p:txBody>
      </p:sp>
    </p:spTree>
    <p:extLst>
      <p:ext uri="{BB962C8B-B14F-4D97-AF65-F5344CB8AC3E}">
        <p14:creationId xmlns:p14="http://schemas.microsoft.com/office/powerpoint/2010/main" val="28820011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89768-9C3F-0AC7-04AA-E224227BBB7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FBBD149-0DDA-EE7B-C24F-93212930B50C}"/>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4C9EE2E-1ED3-6794-8FF5-79413CC8275A}"/>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97CB313-1A33-6E32-BDB4-B2BE6B8941B9}"/>
              </a:ext>
            </a:extLst>
          </p:cNvPr>
          <p:cNvSpPr>
            <a:spLocks noGrp="1"/>
          </p:cNvSpPr>
          <p:nvPr>
            <p:ph type="sldNum" sz="quarter" idx="5"/>
          </p:nvPr>
        </p:nvSpPr>
        <p:spPr/>
        <p:txBody>
          <a:bodyPr/>
          <a:lstStyle/>
          <a:p>
            <a:fld id="{D8A6EEE7-472F-4CE6-AAEC-E7F55F52CEB1}" type="slidenum">
              <a:rPr lang="es-CO" smtClean="0"/>
              <a:t>47</a:t>
            </a:fld>
            <a:endParaRPr lang="es-CO"/>
          </a:p>
        </p:txBody>
      </p:sp>
    </p:spTree>
    <p:extLst>
      <p:ext uri="{BB962C8B-B14F-4D97-AF65-F5344CB8AC3E}">
        <p14:creationId xmlns:p14="http://schemas.microsoft.com/office/powerpoint/2010/main" val="38785400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BA266-0B03-8672-1393-AB170CFCE66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7D818C4-1478-6246-6288-FFA2DA9EA800}"/>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0E9750C-2B07-D4B0-E1D9-B498CBFA24E8}"/>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6E661D1-6735-763E-96F4-5D9C1AF8C507}"/>
              </a:ext>
            </a:extLst>
          </p:cNvPr>
          <p:cNvSpPr>
            <a:spLocks noGrp="1"/>
          </p:cNvSpPr>
          <p:nvPr>
            <p:ph type="sldNum" sz="quarter" idx="5"/>
          </p:nvPr>
        </p:nvSpPr>
        <p:spPr/>
        <p:txBody>
          <a:bodyPr/>
          <a:lstStyle/>
          <a:p>
            <a:fld id="{D8A6EEE7-472F-4CE6-AAEC-E7F55F52CEB1}" type="slidenum">
              <a:rPr lang="es-CO" smtClean="0"/>
              <a:t>48</a:t>
            </a:fld>
            <a:endParaRPr lang="es-CO"/>
          </a:p>
        </p:txBody>
      </p:sp>
    </p:spTree>
    <p:extLst>
      <p:ext uri="{BB962C8B-B14F-4D97-AF65-F5344CB8AC3E}">
        <p14:creationId xmlns:p14="http://schemas.microsoft.com/office/powerpoint/2010/main" val="2018144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BB19CD-E911-B0F2-530E-5D9375A5AA3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B69EEBBA-69EA-0D69-8831-59737AE804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EEEEA375-D1D1-1A5C-AC4D-881D52103A71}"/>
              </a:ext>
            </a:extLst>
          </p:cNvPr>
          <p:cNvSpPr>
            <a:spLocks noGrp="1"/>
          </p:cNvSpPr>
          <p:nvPr>
            <p:ph type="dt" sz="half" idx="10"/>
          </p:nvPr>
        </p:nvSpPr>
        <p:spPr/>
        <p:txBody>
          <a:bodyPr/>
          <a:lstStyle/>
          <a:p>
            <a:fld id="{D60CB4A1-8DD3-4FE5-BE8A-895868F06B5B}" type="datetimeFigureOut">
              <a:rPr lang="es-CO" smtClean="0"/>
              <a:t>3/06/26</a:t>
            </a:fld>
            <a:endParaRPr lang="es-CO"/>
          </a:p>
        </p:txBody>
      </p:sp>
      <p:sp>
        <p:nvSpPr>
          <p:cNvPr id="5" name="Marcador de pie de página 4">
            <a:extLst>
              <a:ext uri="{FF2B5EF4-FFF2-40B4-BE49-F238E27FC236}">
                <a16:creationId xmlns:a16="http://schemas.microsoft.com/office/drawing/2014/main" id="{E4DCBFF0-0A41-A06E-1558-5AB183EE8A2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BC47017-7517-15B0-8AC3-4CAAA38C97F5}"/>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708897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C2EBE9-8B51-21E7-16CA-0C9977B0032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F9247366-C209-7145-A818-B503EEB22EA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A6F8759-5D6F-AD54-2713-084500C128BA}"/>
              </a:ext>
            </a:extLst>
          </p:cNvPr>
          <p:cNvSpPr>
            <a:spLocks noGrp="1"/>
          </p:cNvSpPr>
          <p:nvPr>
            <p:ph type="dt" sz="half" idx="10"/>
          </p:nvPr>
        </p:nvSpPr>
        <p:spPr/>
        <p:txBody>
          <a:bodyPr/>
          <a:lstStyle/>
          <a:p>
            <a:fld id="{D60CB4A1-8DD3-4FE5-BE8A-895868F06B5B}" type="datetimeFigureOut">
              <a:rPr lang="es-CO" smtClean="0"/>
              <a:t>3/06/26</a:t>
            </a:fld>
            <a:endParaRPr lang="es-CO"/>
          </a:p>
        </p:txBody>
      </p:sp>
      <p:sp>
        <p:nvSpPr>
          <p:cNvPr id="5" name="Marcador de pie de página 4">
            <a:extLst>
              <a:ext uri="{FF2B5EF4-FFF2-40B4-BE49-F238E27FC236}">
                <a16:creationId xmlns:a16="http://schemas.microsoft.com/office/drawing/2014/main" id="{1F1619DE-C52D-9F91-E824-B7A86E12890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4A99F7C-ADEF-63E6-6C8A-FD119EA06682}"/>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1511277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78F2EE-BC11-DD98-EB05-5EF76ADE415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5AB02C83-C729-26E9-8AC2-1837FF4B92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89FC7B7-3F71-ED4F-725B-51C02EEEC377}"/>
              </a:ext>
            </a:extLst>
          </p:cNvPr>
          <p:cNvSpPr>
            <a:spLocks noGrp="1"/>
          </p:cNvSpPr>
          <p:nvPr>
            <p:ph type="dt" sz="half" idx="10"/>
          </p:nvPr>
        </p:nvSpPr>
        <p:spPr/>
        <p:txBody>
          <a:bodyPr/>
          <a:lstStyle/>
          <a:p>
            <a:fld id="{D60CB4A1-8DD3-4FE5-BE8A-895868F06B5B}" type="datetimeFigureOut">
              <a:rPr lang="es-CO" smtClean="0"/>
              <a:t>3/06/26</a:t>
            </a:fld>
            <a:endParaRPr lang="es-CO"/>
          </a:p>
        </p:txBody>
      </p:sp>
      <p:sp>
        <p:nvSpPr>
          <p:cNvPr id="5" name="Marcador de pie de página 4">
            <a:extLst>
              <a:ext uri="{FF2B5EF4-FFF2-40B4-BE49-F238E27FC236}">
                <a16:creationId xmlns:a16="http://schemas.microsoft.com/office/drawing/2014/main" id="{CB4E812A-295F-A672-163A-BC07A5AB52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18BC3DE-8655-C666-6566-7D5F9A0015D1}"/>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031682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ABB655-5854-2AA5-1DF6-3E456D279E1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F610DDA-1647-B13D-0A45-BAAFFD268A3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514EAF04-C88F-2DCE-A801-1CB5A22B4E3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C9748B92-0590-C520-E6C0-A33728867F75}"/>
              </a:ext>
            </a:extLst>
          </p:cNvPr>
          <p:cNvSpPr>
            <a:spLocks noGrp="1"/>
          </p:cNvSpPr>
          <p:nvPr>
            <p:ph type="dt" sz="half" idx="10"/>
          </p:nvPr>
        </p:nvSpPr>
        <p:spPr/>
        <p:txBody>
          <a:bodyPr/>
          <a:lstStyle/>
          <a:p>
            <a:fld id="{D60CB4A1-8DD3-4FE5-BE8A-895868F06B5B}" type="datetimeFigureOut">
              <a:rPr lang="es-CO" smtClean="0"/>
              <a:t>3/06/26</a:t>
            </a:fld>
            <a:endParaRPr lang="es-CO"/>
          </a:p>
        </p:txBody>
      </p:sp>
      <p:sp>
        <p:nvSpPr>
          <p:cNvPr id="6" name="Marcador de pie de página 5">
            <a:extLst>
              <a:ext uri="{FF2B5EF4-FFF2-40B4-BE49-F238E27FC236}">
                <a16:creationId xmlns:a16="http://schemas.microsoft.com/office/drawing/2014/main" id="{8DDB60A8-225C-647C-42F2-33C70D43DA9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9C9A180-A62A-641E-74F5-2CF40D06B640}"/>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127538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ADD9A6-5833-58F1-BB87-B6C38EE7C32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4F9806E-5A6E-3419-3EDE-BEDEB48DDE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BF328E8-1160-C649-B3FE-9FCF1C34572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E4FF3543-0628-1AB3-1A3F-9C9A3C1397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1B1D106-8961-F808-7B8D-B97A3F6BF8A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FA2ECA66-96CF-67AA-387A-86328EF565AB}"/>
              </a:ext>
            </a:extLst>
          </p:cNvPr>
          <p:cNvSpPr>
            <a:spLocks noGrp="1"/>
          </p:cNvSpPr>
          <p:nvPr>
            <p:ph type="dt" sz="half" idx="10"/>
          </p:nvPr>
        </p:nvSpPr>
        <p:spPr/>
        <p:txBody>
          <a:bodyPr/>
          <a:lstStyle/>
          <a:p>
            <a:fld id="{D60CB4A1-8DD3-4FE5-BE8A-895868F06B5B}" type="datetimeFigureOut">
              <a:rPr lang="es-CO" smtClean="0"/>
              <a:t>3/06/26</a:t>
            </a:fld>
            <a:endParaRPr lang="es-CO"/>
          </a:p>
        </p:txBody>
      </p:sp>
      <p:sp>
        <p:nvSpPr>
          <p:cNvPr id="8" name="Marcador de pie de página 7">
            <a:extLst>
              <a:ext uri="{FF2B5EF4-FFF2-40B4-BE49-F238E27FC236}">
                <a16:creationId xmlns:a16="http://schemas.microsoft.com/office/drawing/2014/main" id="{5E9FC931-003E-465D-267B-D9E7764953CD}"/>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EE05E26D-1527-B216-F6BB-715BE7A4BEE1}"/>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405265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E9B5FA-A6C9-A747-56CC-B3FBDB85826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2BE98B96-E616-07C8-0745-D28057A0C2F0}"/>
              </a:ext>
            </a:extLst>
          </p:cNvPr>
          <p:cNvSpPr>
            <a:spLocks noGrp="1"/>
          </p:cNvSpPr>
          <p:nvPr>
            <p:ph type="dt" sz="half" idx="10"/>
          </p:nvPr>
        </p:nvSpPr>
        <p:spPr/>
        <p:txBody>
          <a:bodyPr/>
          <a:lstStyle/>
          <a:p>
            <a:fld id="{D60CB4A1-8DD3-4FE5-BE8A-895868F06B5B}" type="datetimeFigureOut">
              <a:rPr lang="es-CO" smtClean="0"/>
              <a:t>3/06/26</a:t>
            </a:fld>
            <a:endParaRPr lang="es-CO"/>
          </a:p>
        </p:txBody>
      </p:sp>
      <p:sp>
        <p:nvSpPr>
          <p:cNvPr id="4" name="Marcador de pie de página 3">
            <a:extLst>
              <a:ext uri="{FF2B5EF4-FFF2-40B4-BE49-F238E27FC236}">
                <a16:creationId xmlns:a16="http://schemas.microsoft.com/office/drawing/2014/main" id="{FC0F952F-25F5-13AC-44B8-FBA9DFDB0B4A}"/>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D8A35729-3AAC-0C3A-2D57-7AB77F7AA392}"/>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1032565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73AB42E-52AF-F9B1-90D6-0EBDF59A00A2}"/>
              </a:ext>
            </a:extLst>
          </p:cNvPr>
          <p:cNvSpPr>
            <a:spLocks noGrp="1"/>
          </p:cNvSpPr>
          <p:nvPr>
            <p:ph type="dt" sz="half" idx="10"/>
          </p:nvPr>
        </p:nvSpPr>
        <p:spPr/>
        <p:txBody>
          <a:bodyPr/>
          <a:lstStyle/>
          <a:p>
            <a:fld id="{D60CB4A1-8DD3-4FE5-BE8A-895868F06B5B}" type="datetimeFigureOut">
              <a:rPr lang="es-CO" smtClean="0"/>
              <a:t>3/06/26</a:t>
            </a:fld>
            <a:endParaRPr lang="es-CO"/>
          </a:p>
        </p:txBody>
      </p:sp>
      <p:sp>
        <p:nvSpPr>
          <p:cNvPr id="3" name="Marcador de pie de página 2">
            <a:extLst>
              <a:ext uri="{FF2B5EF4-FFF2-40B4-BE49-F238E27FC236}">
                <a16:creationId xmlns:a16="http://schemas.microsoft.com/office/drawing/2014/main" id="{D242C9A3-3B2E-5D34-76BB-D8CFC0E6E791}"/>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B7EE9D03-2235-3ED9-737B-C8661DC510D0}"/>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758440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162848-2500-FA0F-93F7-BED9A8853ED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105934F-635D-F93C-249C-AB809CA13F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E46956CF-0394-7DB8-6E58-315EA22A03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1DAB6DB-F165-836F-1FA4-2F2C06F83BEE}"/>
              </a:ext>
            </a:extLst>
          </p:cNvPr>
          <p:cNvSpPr>
            <a:spLocks noGrp="1"/>
          </p:cNvSpPr>
          <p:nvPr>
            <p:ph type="dt" sz="half" idx="10"/>
          </p:nvPr>
        </p:nvSpPr>
        <p:spPr/>
        <p:txBody>
          <a:bodyPr/>
          <a:lstStyle/>
          <a:p>
            <a:fld id="{D60CB4A1-8DD3-4FE5-BE8A-895868F06B5B}" type="datetimeFigureOut">
              <a:rPr lang="es-CO" smtClean="0"/>
              <a:t>3/06/26</a:t>
            </a:fld>
            <a:endParaRPr lang="es-CO"/>
          </a:p>
        </p:txBody>
      </p:sp>
      <p:sp>
        <p:nvSpPr>
          <p:cNvPr id="6" name="Marcador de pie de página 5">
            <a:extLst>
              <a:ext uri="{FF2B5EF4-FFF2-40B4-BE49-F238E27FC236}">
                <a16:creationId xmlns:a16="http://schemas.microsoft.com/office/drawing/2014/main" id="{354E0F44-C4EC-3DC9-F9B6-829BE2269C27}"/>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8328E6A-D04A-E65A-8885-DA4F22C6D086}"/>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537601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C7D5C2-3909-B7BD-45D1-106612B05D3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8904F900-3ADA-0358-61E1-78D749240E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9B717034-BC13-4886-634C-25DB59FEA9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5DB243A-1BEF-A018-DB22-CBA31514EAA9}"/>
              </a:ext>
            </a:extLst>
          </p:cNvPr>
          <p:cNvSpPr>
            <a:spLocks noGrp="1"/>
          </p:cNvSpPr>
          <p:nvPr>
            <p:ph type="dt" sz="half" idx="10"/>
          </p:nvPr>
        </p:nvSpPr>
        <p:spPr/>
        <p:txBody>
          <a:bodyPr/>
          <a:lstStyle/>
          <a:p>
            <a:fld id="{D60CB4A1-8DD3-4FE5-BE8A-895868F06B5B}" type="datetimeFigureOut">
              <a:rPr lang="es-CO" smtClean="0"/>
              <a:t>3/06/26</a:t>
            </a:fld>
            <a:endParaRPr lang="es-CO"/>
          </a:p>
        </p:txBody>
      </p:sp>
      <p:sp>
        <p:nvSpPr>
          <p:cNvPr id="6" name="Marcador de pie de página 5">
            <a:extLst>
              <a:ext uri="{FF2B5EF4-FFF2-40B4-BE49-F238E27FC236}">
                <a16:creationId xmlns:a16="http://schemas.microsoft.com/office/drawing/2014/main" id="{6F2C932B-0613-BF74-E295-D603D2791FD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EBBB783-98E5-58AA-2CFC-2744FBC3A5F3}"/>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1119119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582FB3-EF9E-24AE-9564-835EA222749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83BE044F-EBCD-FE69-89F3-486DBBC9518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9A5F9B8-C7FD-27D1-4600-088BF070AC13}"/>
              </a:ext>
            </a:extLst>
          </p:cNvPr>
          <p:cNvSpPr>
            <a:spLocks noGrp="1"/>
          </p:cNvSpPr>
          <p:nvPr>
            <p:ph type="dt" sz="half" idx="10"/>
          </p:nvPr>
        </p:nvSpPr>
        <p:spPr/>
        <p:txBody>
          <a:bodyPr/>
          <a:lstStyle/>
          <a:p>
            <a:fld id="{D60CB4A1-8DD3-4FE5-BE8A-895868F06B5B}" type="datetimeFigureOut">
              <a:rPr lang="es-CO" smtClean="0"/>
              <a:t>3/06/26</a:t>
            </a:fld>
            <a:endParaRPr lang="es-CO"/>
          </a:p>
        </p:txBody>
      </p:sp>
      <p:sp>
        <p:nvSpPr>
          <p:cNvPr id="5" name="Marcador de pie de página 4">
            <a:extLst>
              <a:ext uri="{FF2B5EF4-FFF2-40B4-BE49-F238E27FC236}">
                <a16:creationId xmlns:a16="http://schemas.microsoft.com/office/drawing/2014/main" id="{DBBE6F67-03AA-6645-CC3E-1F8988A6473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4F923CF-2BA0-80EC-BE54-EF7F924DB5DA}"/>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070114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91572B0-CB40-AAEA-2DC0-85A871F6FAD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4269E3F9-7BB0-259D-46CB-8646D0865E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4B24975-E789-BABC-701A-EC573D86479C}"/>
              </a:ext>
            </a:extLst>
          </p:cNvPr>
          <p:cNvSpPr>
            <a:spLocks noGrp="1"/>
          </p:cNvSpPr>
          <p:nvPr>
            <p:ph type="dt" sz="half" idx="10"/>
          </p:nvPr>
        </p:nvSpPr>
        <p:spPr/>
        <p:txBody>
          <a:bodyPr/>
          <a:lstStyle/>
          <a:p>
            <a:fld id="{D60CB4A1-8DD3-4FE5-BE8A-895868F06B5B}" type="datetimeFigureOut">
              <a:rPr lang="es-CO" smtClean="0"/>
              <a:t>3/06/26</a:t>
            </a:fld>
            <a:endParaRPr lang="es-CO"/>
          </a:p>
        </p:txBody>
      </p:sp>
      <p:sp>
        <p:nvSpPr>
          <p:cNvPr id="5" name="Marcador de pie de página 4">
            <a:extLst>
              <a:ext uri="{FF2B5EF4-FFF2-40B4-BE49-F238E27FC236}">
                <a16:creationId xmlns:a16="http://schemas.microsoft.com/office/drawing/2014/main" id="{B27A25A5-D295-138B-989A-D2E6DCE19E0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433266A-E9CB-D1E6-7843-06547CF59D9C}"/>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631167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99A2319-155E-97F0-ED12-AAD870766D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4BFD99D-2FDA-2A10-389A-6E3B59B9C9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D20BDDA-9332-58A4-A090-7D4ABCC1E8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0CB4A1-8DD3-4FE5-BE8A-895868F06B5B}" type="datetimeFigureOut">
              <a:rPr lang="es-CO" smtClean="0"/>
              <a:t>3/06/26</a:t>
            </a:fld>
            <a:endParaRPr lang="es-CO"/>
          </a:p>
        </p:txBody>
      </p:sp>
      <p:sp>
        <p:nvSpPr>
          <p:cNvPr id="5" name="Marcador de pie de página 4">
            <a:extLst>
              <a:ext uri="{FF2B5EF4-FFF2-40B4-BE49-F238E27FC236}">
                <a16:creationId xmlns:a16="http://schemas.microsoft.com/office/drawing/2014/main" id="{3DFD1646-8240-5B62-BFEC-43904A46FE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99CE4881-9413-20FB-44BD-B0774D5698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BA82CD-C19C-47DE-B7FA-9BD926D7F90A}" type="slidenum">
              <a:rPr lang="es-CO" smtClean="0"/>
              <a:t>‹Nº›</a:t>
            </a:fld>
            <a:endParaRPr lang="es-CO"/>
          </a:p>
        </p:txBody>
      </p:sp>
    </p:spTree>
    <p:extLst>
      <p:ext uri="{BB962C8B-B14F-4D97-AF65-F5344CB8AC3E}">
        <p14:creationId xmlns:p14="http://schemas.microsoft.com/office/powerpoint/2010/main" val="1205133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mailto:sladinod@unal.edu.co"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png"/><Relationship Id="rId7"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png"/><Relationship Id="rId3" Type="http://schemas.openxmlformats.org/officeDocument/2006/relationships/image" Target="../media/image1.png"/><Relationship Id="rId7" Type="http://schemas.openxmlformats.org/officeDocument/2006/relationships/image" Target="../media/image54.png"/><Relationship Id="rId12" Type="http://schemas.openxmlformats.org/officeDocument/2006/relationships/image" Target="../media/image59.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5" Type="http://schemas.openxmlformats.org/officeDocument/2006/relationships/image" Target="../media/image6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 Id="rId14" Type="http://schemas.openxmlformats.org/officeDocument/2006/relationships/image" Target="../media/image6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64.wmf"/><Relationship Id="rId4" Type="http://schemas.openxmlformats.org/officeDocument/2006/relationships/oleObject" Target="../embeddings/oleObject1.bin"/></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65.gif"/></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67.png"/><Relationship Id="rId4" Type="http://schemas.openxmlformats.org/officeDocument/2006/relationships/image" Target="../media/image66.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69.png"/><Relationship Id="rId4" Type="http://schemas.openxmlformats.org/officeDocument/2006/relationships/image" Target="../media/image68.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7.xml"/><Relationship Id="rId5" Type="http://schemas.openxmlformats.org/officeDocument/2006/relationships/image" Target="../media/image76.png"/><Relationship Id="rId4" Type="http://schemas.openxmlformats.org/officeDocument/2006/relationships/image" Target="../media/image74.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78.wmf"/><Relationship Id="rId5" Type="http://schemas.openxmlformats.org/officeDocument/2006/relationships/oleObject" Target="../embeddings/oleObject2.bin"/><Relationship Id="rId4" Type="http://schemas.openxmlformats.org/officeDocument/2006/relationships/image" Target="../media/image77.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81.png"/></Relationships>
</file>

<file path=ppt/slides/_rels/slide46.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1.png"/><Relationship Id="rId7" Type="http://schemas.openxmlformats.org/officeDocument/2006/relationships/image" Target="../media/image85.png"/><Relationship Id="rId12" Type="http://schemas.openxmlformats.org/officeDocument/2006/relationships/image" Target="../media/image90.png"/><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84.png"/><Relationship Id="rId11" Type="http://schemas.openxmlformats.org/officeDocument/2006/relationships/image" Target="../media/image89.png"/><Relationship Id="rId5" Type="http://schemas.openxmlformats.org/officeDocument/2006/relationships/image" Target="../media/image83.png"/><Relationship Id="rId10" Type="http://schemas.openxmlformats.org/officeDocument/2006/relationships/image" Target="../media/image88.png"/><Relationship Id="rId4" Type="http://schemas.openxmlformats.org/officeDocument/2006/relationships/image" Target="../media/image82.png"/><Relationship Id="rId9" Type="http://schemas.openxmlformats.org/officeDocument/2006/relationships/image" Target="../media/image87.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7.xml"/><Relationship Id="rId5" Type="http://schemas.openxmlformats.org/officeDocument/2006/relationships/image" Target="../media/image92.png"/><Relationship Id="rId4" Type="http://schemas.openxmlformats.org/officeDocument/2006/relationships/image" Target="../media/image91.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7.xml"/><Relationship Id="rId5" Type="http://schemas.openxmlformats.org/officeDocument/2006/relationships/image" Target="../media/image94.png"/><Relationship Id="rId4" Type="http://schemas.openxmlformats.org/officeDocument/2006/relationships/image" Target="../media/image9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descr="Se conmemoran 150 años de la Universidad Nacional de Colombia">
            <a:extLst>
              <a:ext uri="{FF2B5EF4-FFF2-40B4-BE49-F238E27FC236}">
                <a16:creationId xmlns:a16="http://schemas.microsoft.com/office/drawing/2014/main" id="{C0469491-2588-22AA-6D65-E300CCD4BE5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5273" y="3738903"/>
            <a:ext cx="4032448" cy="1713790"/>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4A992B16-5FA3-E2E3-B79D-90A13624A1F8}"/>
              </a:ext>
            </a:extLst>
          </p:cNvPr>
          <p:cNvSpPr txBox="1"/>
          <p:nvPr/>
        </p:nvSpPr>
        <p:spPr>
          <a:xfrm>
            <a:off x="1906259" y="5605955"/>
            <a:ext cx="3977244" cy="584775"/>
          </a:xfrm>
          <a:prstGeom prst="rect">
            <a:avLst/>
          </a:prstGeom>
          <a:noFill/>
        </p:spPr>
        <p:txBody>
          <a:bodyPr wrap="square" rtlCol="0">
            <a:spAutoFit/>
          </a:bodyPr>
          <a:lstStyle/>
          <a:p>
            <a:pPr algn="ctr"/>
            <a:r>
              <a:rPr lang="es-CO" sz="1600">
                <a:latin typeface="Calibri" panose="020F0502020204030204" pitchFamily="34" charset="0"/>
                <a:ea typeface="Calibri" panose="020F0502020204030204" pitchFamily="34" charset="0"/>
                <a:cs typeface="Calibri" panose="020F0502020204030204" pitchFamily="34" charset="0"/>
              </a:rPr>
              <a:t>Departamento de Ingeniería Civil y Agrícola</a:t>
            </a:r>
          </a:p>
          <a:p>
            <a:pPr algn="ctr"/>
            <a:r>
              <a:rPr lang="es-CO" sz="1600">
                <a:latin typeface="Calibri" panose="020F0502020204030204" pitchFamily="34" charset="0"/>
                <a:ea typeface="Calibri" panose="020F0502020204030204" pitchFamily="34" charset="0"/>
                <a:cs typeface="Calibri" panose="020F0502020204030204" pitchFamily="34" charset="0"/>
              </a:rPr>
              <a:t>Facultad Ingeniería pregrado</a:t>
            </a:r>
          </a:p>
        </p:txBody>
      </p:sp>
      <p:sp>
        <p:nvSpPr>
          <p:cNvPr id="4" name="CuadroTexto 3">
            <a:extLst>
              <a:ext uri="{FF2B5EF4-FFF2-40B4-BE49-F238E27FC236}">
                <a16:creationId xmlns:a16="http://schemas.microsoft.com/office/drawing/2014/main" id="{1A374074-2F39-489E-F67C-EC9D32AC688E}"/>
              </a:ext>
            </a:extLst>
          </p:cNvPr>
          <p:cNvSpPr txBox="1"/>
          <p:nvPr/>
        </p:nvSpPr>
        <p:spPr>
          <a:xfrm>
            <a:off x="7903032" y="2857502"/>
            <a:ext cx="3977244" cy="1077218"/>
          </a:xfrm>
          <a:prstGeom prst="rect">
            <a:avLst/>
          </a:prstGeom>
          <a:noFill/>
        </p:spPr>
        <p:txBody>
          <a:bodyPr wrap="square" rtlCol="0">
            <a:spAutoFit/>
          </a:bodyPr>
          <a:lstStyle/>
          <a:p>
            <a:pPr algn="ctr"/>
            <a:r>
              <a:rPr lang="es-CO" sz="3200" b="1" dirty="0">
                <a:latin typeface="Calibri" panose="020F0502020204030204" pitchFamily="34" charset="0"/>
                <a:ea typeface="Calibri" panose="020F0502020204030204" pitchFamily="34" charset="0"/>
                <a:cs typeface="Calibri" panose="020F0502020204030204" pitchFamily="34" charset="0"/>
              </a:rPr>
              <a:t>Diseño estructural</a:t>
            </a:r>
          </a:p>
          <a:p>
            <a:pPr algn="ctr"/>
            <a:r>
              <a:rPr lang="es-CO" sz="3200" b="1" dirty="0">
                <a:latin typeface="Calibri" panose="020F0502020204030204" pitchFamily="34" charset="0"/>
                <a:ea typeface="Calibri" panose="020F0502020204030204" pitchFamily="34" charset="0"/>
                <a:cs typeface="Calibri" panose="020F0502020204030204" pitchFamily="34" charset="0"/>
              </a:rPr>
              <a:t>Concreto reforzado</a:t>
            </a:r>
          </a:p>
        </p:txBody>
      </p:sp>
      <p:sp>
        <p:nvSpPr>
          <p:cNvPr id="5" name="CuadroTexto 4">
            <a:extLst>
              <a:ext uri="{FF2B5EF4-FFF2-40B4-BE49-F238E27FC236}">
                <a16:creationId xmlns:a16="http://schemas.microsoft.com/office/drawing/2014/main" id="{D7326A36-D114-372A-6BB6-6FA285F218E4}"/>
              </a:ext>
            </a:extLst>
          </p:cNvPr>
          <p:cNvSpPr txBox="1"/>
          <p:nvPr/>
        </p:nvSpPr>
        <p:spPr>
          <a:xfrm>
            <a:off x="7903032" y="3969627"/>
            <a:ext cx="3977244" cy="677108"/>
          </a:xfrm>
          <a:prstGeom prst="rect">
            <a:avLst/>
          </a:prstGeom>
          <a:noFill/>
        </p:spPr>
        <p:txBody>
          <a:bodyPr wrap="square" rtlCol="0">
            <a:spAutoFit/>
          </a:bodyPr>
          <a:lstStyle/>
          <a:p>
            <a:pPr algn="ctr"/>
            <a:r>
              <a:rPr lang="es-CO" sz="2000" dirty="0">
                <a:latin typeface="Calibri" panose="020F0502020204030204" pitchFamily="34" charset="0"/>
                <a:ea typeface="Calibri" panose="020F0502020204030204" pitchFamily="34" charset="0"/>
                <a:cs typeface="Calibri" panose="020F0502020204030204" pitchFamily="34" charset="0"/>
              </a:rPr>
              <a:t>COLUMNAS</a:t>
            </a:r>
          </a:p>
          <a:p>
            <a:pPr algn="ctr"/>
            <a:endParaRPr lang="es-CO" dirty="0">
              <a:latin typeface="Calibri" panose="020F0502020204030204" pitchFamily="34" charset="0"/>
              <a:ea typeface="Calibri" panose="020F0502020204030204" pitchFamily="34" charset="0"/>
              <a:cs typeface="Calibri" panose="020F0502020204030204" pitchFamily="34" charset="0"/>
            </a:endParaRPr>
          </a:p>
        </p:txBody>
      </p:sp>
      <p:sp>
        <p:nvSpPr>
          <p:cNvPr id="6" name="CuadroTexto 5">
            <a:extLst>
              <a:ext uri="{FF2B5EF4-FFF2-40B4-BE49-F238E27FC236}">
                <a16:creationId xmlns:a16="http://schemas.microsoft.com/office/drawing/2014/main" id="{B2199F67-1E75-7CB4-2924-41DE7661095B}"/>
              </a:ext>
            </a:extLst>
          </p:cNvPr>
          <p:cNvSpPr txBox="1"/>
          <p:nvPr/>
        </p:nvSpPr>
        <p:spPr>
          <a:xfrm>
            <a:off x="7396316" y="4829949"/>
            <a:ext cx="4649742" cy="1015663"/>
          </a:xfrm>
          <a:prstGeom prst="rect">
            <a:avLst/>
          </a:prstGeom>
          <a:noFill/>
        </p:spPr>
        <p:txBody>
          <a:bodyPr wrap="square" rtlCol="0">
            <a:spAutoFit/>
          </a:bodyPr>
          <a:lstStyle/>
          <a:p>
            <a:pPr algn="ctr"/>
            <a:r>
              <a:rPr lang="es-CO" sz="1400">
                <a:latin typeface="Calibri" panose="020F0502020204030204" pitchFamily="34" charset="0"/>
                <a:ea typeface="Calibri" panose="020F0502020204030204" pitchFamily="34" charset="0"/>
                <a:cs typeface="Calibri" panose="020F0502020204030204" pitchFamily="34" charset="0"/>
              </a:rPr>
              <a:t>Profesor: Ing. Sergio Daniel Ladino Delgado</a:t>
            </a:r>
          </a:p>
          <a:p>
            <a:pPr algn="ctr"/>
            <a:r>
              <a:rPr lang="es-CO" sz="1400">
                <a:latin typeface="Calibri" panose="020F0502020204030204" pitchFamily="34" charset="0"/>
                <a:ea typeface="Calibri" panose="020F0502020204030204" pitchFamily="34" charset="0"/>
                <a:cs typeface="Calibri" panose="020F0502020204030204" pitchFamily="34" charset="0"/>
              </a:rPr>
              <a:t>Correo: </a:t>
            </a:r>
            <a:r>
              <a:rPr lang="es-CO" sz="1400">
                <a:latin typeface="Calibri" panose="020F0502020204030204" pitchFamily="34" charset="0"/>
                <a:ea typeface="Calibri" panose="020F0502020204030204" pitchFamily="34" charset="0"/>
                <a:cs typeface="Calibri" panose="020F0502020204030204" pitchFamily="34" charset="0"/>
                <a:hlinkClick r:id="rId4"/>
              </a:rPr>
              <a:t>sladinod@unal.edu.co</a:t>
            </a:r>
            <a:endParaRPr lang="es-CO" sz="1400">
              <a:latin typeface="Calibri" panose="020F0502020204030204" pitchFamily="34" charset="0"/>
              <a:ea typeface="Calibri" panose="020F0502020204030204" pitchFamily="34" charset="0"/>
              <a:cs typeface="Calibri" panose="020F0502020204030204" pitchFamily="34" charset="0"/>
            </a:endParaRPr>
          </a:p>
          <a:p>
            <a:pPr algn="ctr"/>
            <a:endParaRPr lang="es-CO" sz="1400">
              <a:latin typeface="Calibri" panose="020F0502020204030204" pitchFamily="34" charset="0"/>
              <a:ea typeface="Calibri" panose="020F0502020204030204" pitchFamily="34" charset="0"/>
              <a:cs typeface="Calibri" panose="020F0502020204030204" pitchFamily="34" charset="0"/>
            </a:endParaRPr>
          </a:p>
          <a:p>
            <a:pPr algn="ctr"/>
            <a:endParaRPr lang="es-CO">
              <a:latin typeface="Calibri" panose="020F0502020204030204" pitchFamily="34" charset="0"/>
              <a:ea typeface="Calibri" panose="020F0502020204030204" pitchFamily="34" charset="0"/>
              <a:cs typeface="Calibri" panose="020F0502020204030204" pitchFamily="34" charset="0"/>
            </a:endParaRPr>
          </a:p>
        </p:txBody>
      </p:sp>
      <p:cxnSp>
        <p:nvCxnSpPr>
          <p:cNvPr id="10" name="Conector recto 9">
            <a:extLst>
              <a:ext uri="{FF2B5EF4-FFF2-40B4-BE49-F238E27FC236}">
                <a16:creationId xmlns:a16="http://schemas.microsoft.com/office/drawing/2014/main" id="{65CE1B3B-288A-2DCF-F470-B125B7120439}"/>
              </a:ext>
            </a:extLst>
          </p:cNvPr>
          <p:cNvCxnSpPr>
            <a:cxnSpLocks/>
          </p:cNvCxnSpPr>
          <p:nvPr/>
        </p:nvCxnSpPr>
        <p:spPr>
          <a:xfrm>
            <a:off x="7834998" y="0"/>
            <a:ext cx="0" cy="685800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8143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D1623-B9DB-B0DF-8CAC-9D29D9A9C33E}"/>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70C04F5E-C9F6-C300-04E7-CBD50CB80F49}"/>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a:t>
            </a:r>
          </a:p>
        </p:txBody>
      </p:sp>
      <p:pic>
        <p:nvPicPr>
          <p:cNvPr id="3" name="Picture 12" descr="Se conmemoran 150 años de la Universidad Nacional de Colombia">
            <a:extLst>
              <a:ext uri="{FF2B5EF4-FFF2-40B4-BE49-F238E27FC236}">
                <a16:creationId xmlns:a16="http://schemas.microsoft.com/office/drawing/2014/main" id="{C65014E1-8431-74C2-B254-23DF307E7B3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4D937281-95CB-2415-4383-44E21E79BB00}"/>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59CF3AE3-5948-8406-E3FC-2A87CC63617D}"/>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Introducción diseño de columnas y clasificación</a:t>
            </a:r>
          </a:p>
        </p:txBody>
      </p:sp>
      <p:sp>
        <p:nvSpPr>
          <p:cNvPr id="15" name="CuadroTexto 14">
            <a:extLst>
              <a:ext uri="{FF2B5EF4-FFF2-40B4-BE49-F238E27FC236}">
                <a16:creationId xmlns:a16="http://schemas.microsoft.com/office/drawing/2014/main" id="{AFA4A58E-CA10-2B8A-D3BB-0EDBEFBAB387}"/>
              </a:ext>
            </a:extLst>
          </p:cNvPr>
          <p:cNvSpPr txBox="1"/>
          <p:nvPr/>
        </p:nvSpPr>
        <p:spPr>
          <a:xfrm>
            <a:off x="0" y="1555435"/>
            <a:ext cx="4138863" cy="3139321"/>
          </a:xfrm>
          <a:prstGeom prst="rect">
            <a:avLst/>
          </a:prstGeom>
          <a:noFill/>
        </p:spPr>
        <p:txBody>
          <a:bodyPr wrap="square">
            <a:spAutoFit/>
          </a:bodyPr>
          <a:lstStyle/>
          <a:p>
            <a:pPr algn="just"/>
            <a:r>
              <a:rPr lang="es-CO" sz="2200" b="1" dirty="0"/>
              <a:t>Columnas cortas de concreto reforzado: </a:t>
            </a:r>
          </a:p>
          <a:p>
            <a:pPr algn="just"/>
            <a:r>
              <a:rPr lang="es-CO" sz="2200" dirty="0"/>
              <a:t>Si una columna de concreto reforzado falla debido a la falla inicial del material, se clasifica como columna corta. Es decir, Consideramos que una columna corta es un miembro más bien robusto con poca flexibilidad. </a:t>
            </a:r>
          </a:p>
        </p:txBody>
      </p:sp>
      <p:sp>
        <p:nvSpPr>
          <p:cNvPr id="8" name="CuadroTexto 7">
            <a:extLst>
              <a:ext uri="{FF2B5EF4-FFF2-40B4-BE49-F238E27FC236}">
                <a16:creationId xmlns:a16="http://schemas.microsoft.com/office/drawing/2014/main" id="{CA6B75E2-4973-DEEB-3093-0CA93697F48D}"/>
              </a:ext>
            </a:extLst>
          </p:cNvPr>
          <p:cNvSpPr txBox="1"/>
          <p:nvPr/>
        </p:nvSpPr>
        <p:spPr>
          <a:xfrm>
            <a:off x="4810340" y="1555435"/>
            <a:ext cx="3919030" cy="2800767"/>
          </a:xfrm>
          <a:prstGeom prst="rect">
            <a:avLst/>
          </a:prstGeom>
          <a:noFill/>
        </p:spPr>
        <p:txBody>
          <a:bodyPr wrap="square">
            <a:spAutoFit/>
          </a:bodyPr>
          <a:lstStyle/>
          <a:p>
            <a:r>
              <a:rPr lang="es-CO" sz="2200" b="1" dirty="0"/>
              <a:t>Columnas largas o esbeltas de concreto reforzado:</a:t>
            </a:r>
            <a:r>
              <a:rPr lang="es-CO" sz="2200" dirty="0"/>
              <a:t> </a:t>
            </a:r>
          </a:p>
          <a:p>
            <a:r>
              <a:rPr lang="es-CO" sz="2200" dirty="0"/>
              <a:t>A medida que las columnas se hacen más esbeltas, las deformaciones por flexión también aumentarán, así como los momentos secundarios resultantes. </a:t>
            </a:r>
          </a:p>
        </p:txBody>
      </p:sp>
      <p:sp>
        <p:nvSpPr>
          <p:cNvPr id="12" name="CuadroTexto 11">
            <a:extLst>
              <a:ext uri="{FF2B5EF4-FFF2-40B4-BE49-F238E27FC236}">
                <a16:creationId xmlns:a16="http://schemas.microsoft.com/office/drawing/2014/main" id="{8D702F20-BD63-B0AC-410A-C1D6E9009492}"/>
              </a:ext>
            </a:extLst>
          </p:cNvPr>
          <p:cNvSpPr txBox="1"/>
          <p:nvPr/>
        </p:nvSpPr>
        <p:spPr>
          <a:xfrm>
            <a:off x="9038005" y="1324490"/>
            <a:ext cx="3409705" cy="1046440"/>
          </a:xfrm>
          <a:prstGeom prst="rect">
            <a:avLst/>
          </a:prstGeom>
          <a:noFill/>
        </p:spPr>
        <p:txBody>
          <a:bodyPr wrap="square">
            <a:spAutoFit/>
          </a:bodyPr>
          <a:lstStyle/>
          <a:p>
            <a:endParaRPr lang="es-CO" sz="1800" dirty="0">
              <a:latin typeface="Calibri" panose="020F0502020204030204" pitchFamily="34" charset="0"/>
              <a:ea typeface="Calibri" panose="020F0502020204030204" pitchFamily="34" charset="0"/>
              <a:cs typeface="Calibri" panose="020F0502020204030204" pitchFamily="34" charset="0"/>
            </a:endParaRPr>
          </a:p>
          <a:p>
            <a:r>
              <a:rPr lang="es-CO" sz="2200" b="1" dirty="0"/>
              <a:t>Columnas sismo resistente</a:t>
            </a:r>
            <a:endParaRPr lang="es-CO" sz="2200" dirty="0">
              <a:latin typeface="Calibri" panose="020F0502020204030204" pitchFamily="34" charset="0"/>
              <a:ea typeface="Calibri" panose="020F0502020204030204" pitchFamily="34" charset="0"/>
              <a:cs typeface="Calibri" panose="020F0502020204030204" pitchFamily="34" charset="0"/>
            </a:endParaRPr>
          </a:p>
        </p:txBody>
      </p:sp>
      <p:pic>
        <p:nvPicPr>
          <p:cNvPr id="16" name="Imagen 15">
            <a:extLst>
              <a:ext uri="{FF2B5EF4-FFF2-40B4-BE49-F238E27FC236}">
                <a16:creationId xmlns:a16="http://schemas.microsoft.com/office/drawing/2014/main" id="{0AAFC7AD-1FC2-5AC8-AD50-D8B3F20D71B4}"/>
              </a:ext>
            </a:extLst>
          </p:cNvPr>
          <p:cNvPicPr>
            <a:picLocks noChangeAspect="1"/>
          </p:cNvPicPr>
          <p:nvPr/>
        </p:nvPicPr>
        <p:blipFill>
          <a:blip r:embed="rId4"/>
          <a:stretch>
            <a:fillRect/>
          </a:stretch>
        </p:blipFill>
        <p:spPr>
          <a:xfrm>
            <a:off x="1089542" y="4861468"/>
            <a:ext cx="2065199" cy="1714649"/>
          </a:xfrm>
          <a:prstGeom prst="rect">
            <a:avLst/>
          </a:prstGeom>
        </p:spPr>
      </p:pic>
      <p:cxnSp>
        <p:nvCxnSpPr>
          <p:cNvPr id="27" name="Conector recto 26">
            <a:extLst>
              <a:ext uri="{FF2B5EF4-FFF2-40B4-BE49-F238E27FC236}">
                <a16:creationId xmlns:a16="http://schemas.microsoft.com/office/drawing/2014/main" id="{0F387852-BB80-1EAE-2640-E5670B964375}"/>
              </a:ext>
            </a:extLst>
          </p:cNvPr>
          <p:cNvCxnSpPr/>
          <p:nvPr/>
        </p:nvCxnSpPr>
        <p:spPr>
          <a:xfrm>
            <a:off x="4394579" y="1705970"/>
            <a:ext cx="0" cy="5152030"/>
          </a:xfrm>
          <a:prstGeom prst="line">
            <a:avLst/>
          </a:prstGeom>
        </p:spPr>
        <p:style>
          <a:lnRef idx="2">
            <a:schemeClr val="dk1"/>
          </a:lnRef>
          <a:fillRef idx="0">
            <a:schemeClr val="dk1"/>
          </a:fillRef>
          <a:effectRef idx="1">
            <a:schemeClr val="dk1"/>
          </a:effectRef>
          <a:fontRef idx="minor">
            <a:schemeClr val="tx1"/>
          </a:fontRef>
        </p:style>
      </p:cxnSp>
      <p:cxnSp>
        <p:nvCxnSpPr>
          <p:cNvPr id="31" name="Conector recto 30">
            <a:extLst>
              <a:ext uri="{FF2B5EF4-FFF2-40B4-BE49-F238E27FC236}">
                <a16:creationId xmlns:a16="http://schemas.microsoft.com/office/drawing/2014/main" id="{3A892149-CFBF-9EDA-8640-5F3078143C94}"/>
              </a:ext>
            </a:extLst>
          </p:cNvPr>
          <p:cNvCxnSpPr/>
          <p:nvPr/>
        </p:nvCxnSpPr>
        <p:spPr>
          <a:xfrm>
            <a:off x="8850846" y="1705970"/>
            <a:ext cx="0" cy="5152030"/>
          </a:xfrm>
          <a:prstGeom prst="line">
            <a:avLst/>
          </a:prstGeom>
        </p:spPr>
        <p:style>
          <a:lnRef idx="2">
            <a:schemeClr val="dk1"/>
          </a:lnRef>
          <a:fillRef idx="0">
            <a:schemeClr val="dk1"/>
          </a:fillRef>
          <a:effectRef idx="1">
            <a:schemeClr val="dk1"/>
          </a:effectRef>
          <a:fontRef idx="minor">
            <a:schemeClr val="tx1"/>
          </a:fontRef>
        </p:style>
      </p:cxnSp>
      <p:cxnSp>
        <p:nvCxnSpPr>
          <p:cNvPr id="32" name="Conector recto 31">
            <a:extLst>
              <a:ext uri="{FF2B5EF4-FFF2-40B4-BE49-F238E27FC236}">
                <a16:creationId xmlns:a16="http://schemas.microsoft.com/office/drawing/2014/main" id="{865A8CF0-A8CB-AA3F-E5CD-7160E3A788CD}"/>
              </a:ext>
            </a:extLst>
          </p:cNvPr>
          <p:cNvCxnSpPr>
            <a:cxnSpLocks/>
          </p:cNvCxnSpPr>
          <p:nvPr/>
        </p:nvCxnSpPr>
        <p:spPr>
          <a:xfrm>
            <a:off x="0" y="2284632"/>
            <a:ext cx="12192000" cy="0"/>
          </a:xfrm>
          <a:prstGeom prst="line">
            <a:avLst/>
          </a:prstGeom>
        </p:spPr>
        <p:style>
          <a:lnRef idx="2">
            <a:schemeClr val="dk1"/>
          </a:lnRef>
          <a:fillRef idx="0">
            <a:schemeClr val="dk1"/>
          </a:fillRef>
          <a:effectRef idx="1">
            <a:schemeClr val="dk1"/>
          </a:effectRef>
          <a:fontRef idx="minor">
            <a:schemeClr val="tx1"/>
          </a:fontRef>
        </p:style>
      </p:cxnSp>
      <p:pic>
        <p:nvPicPr>
          <p:cNvPr id="44" name="Imagen 43">
            <a:extLst>
              <a:ext uri="{FF2B5EF4-FFF2-40B4-BE49-F238E27FC236}">
                <a16:creationId xmlns:a16="http://schemas.microsoft.com/office/drawing/2014/main" id="{C87EE60E-4A7B-69FA-65B6-81CB65E0D2EE}"/>
              </a:ext>
            </a:extLst>
          </p:cNvPr>
          <p:cNvPicPr>
            <a:picLocks noChangeAspect="1"/>
          </p:cNvPicPr>
          <p:nvPr/>
        </p:nvPicPr>
        <p:blipFill>
          <a:blip r:embed="rId5"/>
          <a:stretch>
            <a:fillRect/>
          </a:stretch>
        </p:blipFill>
        <p:spPr>
          <a:xfrm>
            <a:off x="5509413" y="4632849"/>
            <a:ext cx="2187130" cy="1943268"/>
          </a:xfrm>
          <a:prstGeom prst="rect">
            <a:avLst/>
          </a:prstGeom>
        </p:spPr>
      </p:pic>
      <p:pic>
        <p:nvPicPr>
          <p:cNvPr id="46" name="Imagen 45">
            <a:extLst>
              <a:ext uri="{FF2B5EF4-FFF2-40B4-BE49-F238E27FC236}">
                <a16:creationId xmlns:a16="http://schemas.microsoft.com/office/drawing/2014/main" id="{DC6781F2-6CB4-42F0-D393-5EA0E50B6B29}"/>
              </a:ext>
            </a:extLst>
          </p:cNvPr>
          <p:cNvPicPr>
            <a:picLocks noChangeAspect="1"/>
          </p:cNvPicPr>
          <p:nvPr/>
        </p:nvPicPr>
        <p:blipFill>
          <a:blip r:embed="rId6"/>
          <a:stretch>
            <a:fillRect/>
          </a:stretch>
        </p:blipFill>
        <p:spPr>
          <a:xfrm>
            <a:off x="9003485" y="3172507"/>
            <a:ext cx="3149324" cy="2629128"/>
          </a:xfrm>
          <a:prstGeom prst="rect">
            <a:avLst/>
          </a:prstGeom>
        </p:spPr>
      </p:pic>
    </p:spTree>
    <p:extLst>
      <p:ext uri="{BB962C8B-B14F-4D97-AF65-F5344CB8AC3E}">
        <p14:creationId xmlns:p14="http://schemas.microsoft.com/office/powerpoint/2010/main" val="3107470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07380-A3AE-448B-08FC-0E2E8FD061C1}"/>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A6ADF49-5CDC-A83D-1415-2FA23A0B4BB1}"/>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a:t>
            </a:r>
          </a:p>
        </p:txBody>
      </p:sp>
      <p:pic>
        <p:nvPicPr>
          <p:cNvPr id="3" name="Picture 12" descr="Se conmemoran 150 años de la Universidad Nacional de Colombia">
            <a:extLst>
              <a:ext uri="{FF2B5EF4-FFF2-40B4-BE49-F238E27FC236}">
                <a16:creationId xmlns:a16="http://schemas.microsoft.com/office/drawing/2014/main" id="{C2DD0567-B34C-675D-7294-E0E835AF25D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8F9504D8-D8DD-D50A-93C5-AF417A6A5768}"/>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C82A5BB0-9EFF-2D6C-6929-DF50DC8CB702}"/>
              </a:ext>
            </a:extLst>
          </p:cNvPr>
          <p:cNvSpPr txBox="1"/>
          <p:nvPr/>
        </p:nvSpPr>
        <p:spPr>
          <a:xfrm>
            <a:off x="3355461" y="3013501"/>
            <a:ext cx="7169938" cy="830997"/>
          </a:xfrm>
          <a:prstGeom prst="rect">
            <a:avLst/>
          </a:prstGeom>
          <a:noFill/>
        </p:spPr>
        <p:txBody>
          <a:bodyPr wrap="square">
            <a:spAutoFit/>
          </a:bodyPr>
          <a:lstStyle/>
          <a:p>
            <a:r>
              <a:rPr lang="es-CO" sz="4800" b="1" dirty="0"/>
              <a:t>Columnas Cortas</a:t>
            </a:r>
          </a:p>
        </p:txBody>
      </p:sp>
    </p:spTree>
    <p:extLst>
      <p:ext uri="{BB962C8B-B14F-4D97-AF65-F5344CB8AC3E}">
        <p14:creationId xmlns:p14="http://schemas.microsoft.com/office/powerpoint/2010/main" val="1267595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814EC-B76B-17C0-D3BD-FDB2CC24E70D}"/>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DEAFBEAB-3655-CE36-E524-1631A71663C3}"/>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E807813D-C17A-6BEF-D326-632FFC2F0C99}"/>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514EE8EB-8236-EAAC-3944-148C5C195CE6}"/>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24F3F633-312C-4E8F-DA73-FE5024DA0CA2}"/>
              </a:ext>
            </a:extLst>
          </p:cNvPr>
          <p:cNvSpPr txBox="1"/>
          <p:nvPr/>
        </p:nvSpPr>
        <p:spPr>
          <a:xfrm>
            <a:off x="3391471" y="1859340"/>
            <a:ext cx="5257800" cy="1569660"/>
          </a:xfrm>
          <a:prstGeom prst="rect">
            <a:avLst/>
          </a:prstGeom>
          <a:noFill/>
        </p:spPr>
        <p:txBody>
          <a:bodyPr wrap="square">
            <a:spAutoFit/>
          </a:bodyPr>
          <a:lstStyle/>
          <a:p>
            <a:pPr algn="ctr"/>
            <a:r>
              <a:rPr lang="es-CO" sz="4800" b="1" dirty="0"/>
              <a:t>CARGA AXIAL</a:t>
            </a:r>
          </a:p>
          <a:p>
            <a:pPr algn="ctr"/>
            <a:r>
              <a:rPr lang="es-CO" sz="4800" b="1" dirty="0"/>
              <a:t>TRACCIÓN</a:t>
            </a:r>
          </a:p>
        </p:txBody>
      </p:sp>
      <p:pic>
        <p:nvPicPr>
          <p:cNvPr id="6" name="Imagen 5">
            <a:extLst>
              <a:ext uri="{FF2B5EF4-FFF2-40B4-BE49-F238E27FC236}">
                <a16:creationId xmlns:a16="http://schemas.microsoft.com/office/drawing/2014/main" id="{BB0935D3-A5E1-E327-7EFA-2B037740C0D3}"/>
              </a:ext>
            </a:extLst>
          </p:cNvPr>
          <p:cNvPicPr>
            <a:picLocks noChangeAspect="1"/>
          </p:cNvPicPr>
          <p:nvPr/>
        </p:nvPicPr>
        <p:blipFill>
          <a:blip r:embed="rId4"/>
          <a:stretch>
            <a:fillRect/>
          </a:stretch>
        </p:blipFill>
        <p:spPr>
          <a:xfrm>
            <a:off x="2544772" y="4286776"/>
            <a:ext cx="7102455" cy="1760373"/>
          </a:xfrm>
          <a:prstGeom prst="rect">
            <a:avLst/>
          </a:prstGeom>
        </p:spPr>
      </p:pic>
    </p:spTree>
    <p:extLst>
      <p:ext uri="{BB962C8B-B14F-4D97-AF65-F5344CB8AC3E}">
        <p14:creationId xmlns:p14="http://schemas.microsoft.com/office/powerpoint/2010/main" val="570234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48577-A87F-985F-6E3D-B4F3C75648AD}"/>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AE976780-BB87-3CA5-4F90-A5FB07B93521}"/>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F21D188E-B62C-9B17-AEBC-DEDD9CF73B0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52DCFE6E-1F94-E7AA-B340-B039112CDF62}"/>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4" name="CuadroTexto 3">
            <a:extLst>
              <a:ext uri="{FF2B5EF4-FFF2-40B4-BE49-F238E27FC236}">
                <a16:creationId xmlns:a16="http://schemas.microsoft.com/office/drawing/2014/main" id="{0DD9E894-F48C-B229-1DE6-2C5462586F3F}"/>
              </a:ext>
            </a:extLst>
          </p:cNvPr>
          <p:cNvSpPr txBox="1"/>
          <p:nvPr/>
        </p:nvSpPr>
        <p:spPr>
          <a:xfrm>
            <a:off x="94170" y="1010729"/>
            <a:ext cx="4828465"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Tracción</a:t>
            </a:r>
          </a:p>
        </p:txBody>
      </p:sp>
      <p:sp>
        <p:nvSpPr>
          <p:cNvPr id="6" name="CuadroTexto 5">
            <a:extLst>
              <a:ext uri="{FF2B5EF4-FFF2-40B4-BE49-F238E27FC236}">
                <a16:creationId xmlns:a16="http://schemas.microsoft.com/office/drawing/2014/main" id="{0BAE3AC8-C4B3-C2A0-81BF-89BA492E91E2}"/>
              </a:ext>
            </a:extLst>
          </p:cNvPr>
          <p:cNvSpPr txBox="1"/>
          <p:nvPr/>
        </p:nvSpPr>
        <p:spPr>
          <a:xfrm>
            <a:off x="94170" y="1472394"/>
            <a:ext cx="11105861" cy="769441"/>
          </a:xfrm>
          <a:prstGeom prst="rect">
            <a:avLst/>
          </a:prstGeom>
          <a:noFill/>
        </p:spPr>
        <p:txBody>
          <a:bodyPr wrap="square">
            <a:spAutoFit/>
          </a:bodyPr>
          <a:lstStyle/>
          <a:p>
            <a:r>
              <a:rPr lang="es-CO" sz="2200" dirty="0"/>
              <a:t>El concreto no aporta en la resistencia debido a que su fisuración en tracción se presenta a pequeñas deformaciones, lo que impide la trasmisión de esfuerzos en el mismo</a:t>
            </a:r>
            <a:endParaRPr lang="es-CO" sz="2200" dirty="0">
              <a:latin typeface="Calibri" panose="020F0502020204030204" pitchFamily="34" charset="0"/>
              <a:ea typeface="Calibri" panose="020F0502020204030204" pitchFamily="34" charset="0"/>
              <a:cs typeface="Calibri" panose="020F0502020204030204" pitchFamily="34" charset="0"/>
            </a:endParaRPr>
          </a:p>
        </p:txBody>
      </p:sp>
      <p:sp>
        <p:nvSpPr>
          <p:cNvPr id="7" name="Rectángulo 6">
            <a:extLst>
              <a:ext uri="{FF2B5EF4-FFF2-40B4-BE49-F238E27FC236}">
                <a16:creationId xmlns:a16="http://schemas.microsoft.com/office/drawing/2014/main" id="{CB547FD5-0C40-DB0B-9033-C7373678CBCC}"/>
              </a:ext>
            </a:extLst>
          </p:cNvPr>
          <p:cNvSpPr/>
          <p:nvPr/>
        </p:nvSpPr>
        <p:spPr>
          <a:xfrm>
            <a:off x="716962" y="2899489"/>
            <a:ext cx="1449238" cy="2061713"/>
          </a:xfrm>
          <a:prstGeom prst="rect">
            <a:avLst/>
          </a:prstGeom>
          <a:solidFill>
            <a:schemeClr val="dk1">
              <a:alpha val="2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s-CO"/>
          </a:p>
        </p:txBody>
      </p:sp>
      <p:sp>
        <p:nvSpPr>
          <p:cNvPr id="8" name="Elipse 7">
            <a:extLst>
              <a:ext uri="{FF2B5EF4-FFF2-40B4-BE49-F238E27FC236}">
                <a16:creationId xmlns:a16="http://schemas.microsoft.com/office/drawing/2014/main" id="{81CD8B02-A0D9-B1E3-A2C7-F172D8EAABEC}"/>
              </a:ext>
            </a:extLst>
          </p:cNvPr>
          <p:cNvSpPr/>
          <p:nvPr/>
        </p:nvSpPr>
        <p:spPr>
          <a:xfrm>
            <a:off x="885849" y="4712285"/>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Elipse 9">
            <a:extLst>
              <a:ext uri="{FF2B5EF4-FFF2-40B4-BE49-F238E27FC236}">
                <a16:creationId xmlns:a16="http://schemas.microsoft.com/office/drawing/2014/main" id="{36A7FD1B-4118-5D5A-83D3-C621DB591748}"/>
              </a:ext>
            </a:extLst>
          </p:cNvPr>
          <p:cNvSpPr/>
          <p:nvPr/>
        </p:nvSpPr>
        <p:spPr>
          <a:xfrm>
            <a:off x="1924660" y="4712285"/>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170C9593-B8E6-CFB7-B57F-B549C9E094E2}"/>
              </a:ext>
            </a:extLst>
          </p:cNvPr>
          <p:cNvSpPr/>
          <p:nvPr/>
        </p:nvSpPr>
        <p:spPr>
          <a:xfrm>
            <a:off x="853346" y="3020608"/>
            <a:ext cx="1209040" cy="1832761"/>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CO"/>
          </a:p>
        </p:txBody>
      </p:sp>
      <p:sp>
        <p:nvSpPr>
          <p:cNvPr id="19" name="Elipse 18">
            <a:extLst>
              <a:ext uri="{FF2B5EF4-FFF2-40B4-BE49-F238E27FC236}">
                <a16:creationId xmlns:a16="http://schemas.microsoft.com/office/drawing/2014/main" id="{78FCD3AF-39DE-732C-5579-800A6F225A75}"/>
              </a:ext>
            </a:extLst>
          </p:cNvPr>
          <p:cNvSpPr/>
          <p:nvPr/>
        </p:nvSpPr>
        <p:spPr>
          <a:xfrm>
            <a:off x="1241407" y="4712285"/>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Elipse 19">
            <a:extLst>
              <a:ext uri="{FF2B5EF4-FFF2-40B4-BE49-F238E27FC236}">
                <a16:creationId xmlns:a16="http://schemas.microsoft.com/office/drawing/2014/main" id="{CE01B2F0-654F-4077-ED22-ED24B33777C5}"/>
              </a:ext>
            </a:extLst>
          </p:cNvPr>
          <p:cNvSpPr/>
          <p:nvPr/>
        </p:nvSpPr>
        <p:spPr>
          <a:xfrm>
            <a:off x="1583588" y="4712285"/>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Elipse 20">
            <a:extLst>
              <a:ext uri="{FF2B5EF4-FFF2-40B4-BE49-F238E27FC236}">
                <a16:creationId xmlns:a16="http://schemas.microsoft.com/office/drawing/2014/main" id="{3AE418A9-8BE9-CDB7-326B-C9DF56DD9DB2}"/>
              </a:ext>
            </a:extLst>
          </p:cNvPr>
          <p:cNvSpPr/>
          <p:nvPr/>
        </p:nvSpPr>
        <p:spPr>
          <a:xfrm>
            <a:off x="880616" y="3055590"/>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2" name="Elipse 21">
            <a:extLst>
              <a:ext uri="{FF2B5EF4-FFF2-40B4-BE49-F238E27FC236}">
                <a16:creationId xmlns:a16="http://schemas.microsoft.com/office/drawing/2014/main" id="{26B56160-0829-5A4E-53E0-E2F6EEF49D01}"/>
              </a:ext>
            </a:extLst>
          </p:cNvPr>
          <p:cNvSpPr/>
          <p:nvPr/>
        </p:nvSpPr>
        <p:spPr>
          <a:xfrm>
            <a:off x="1919427" y="3055590"/>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3" name="Elipse 22">
            <a:extLst>
              <a:ext uri="{FF2B5EF4-FFF2-40B4-BE49-F238E27FC236}">
                <a16:creationId xmlns:a16="http://schemas.microsoft.com/office/drawing/2014/main" id="{6E74AE56-7E2D-2D22-03DA-4C8F1F4F0B69}"/>
              </a:ext>
            </a:extLst>
          </p:cNvPr>
          <p:cNvSpPr/>
          <p:nvPr/>
        </p:nvSpPr>
        <p:spPr>
          <a:xfrm>
            <a:off x="1586166" y="3055590"/>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24" name="Conector recto 23">
            <a:extLst>
              <a:ext uri="{FF2B5EF4-FFF2-40B4-BE49-F238E27FC236}">
                <a16:creationId xmlns:a16="http://schemas.microsoft.com/office/drawing/2014/main" id="{0673B90D-E1BD-1F0C-EF1A-DDC093DA3231}"/>
              </a:ext>
            </a:extLst>
          </p:cNvPr>
          <p:cNvCxnSpPr/>
          <p:nvPr/>
        </p:nvCxnSpPr>
        <p:spPr>
          <a:xfrm flipH="1">
            <a:off x="1815335" y="3162326"/>
            <a:ext cx="247051" cy="33624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a16="http://schemas.microsoft.com/office/drawing/2014/main" id="{658DCF0A-3147-21E4-E2EA-BF035BC30E3C}"/>
              </a:ext>
            </a:extLst>
          </p:cNvPr>
          <p:cNvCxnSpPr/>
          <p:nvPr/>
        </p:nvCxnSpPr>
        <p:spPr>
          <a:xfrm flipH="1">
            <a:off x="1677609" y="3029141"/>
            <a:ext cx="247051" cy="33624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30" name="Elipse 29">
            <a:extLst>
              <a:ext uri="{FF2B5EF4-FFF2-40B4-BE49-F238E27FC236}">
                <a16:creationId xmlns:a16="http://schemas.microsoft.com/office/drawing/2014/main" id="{7C792322-9252-259A-9EB8-D2D57B70D6DA}"/>
              </a:ext>
            </a:extLst>
          </p:cNvPr>
          <p:cNvSpPr/>
          <p:nvPr/>
        </p:nvSpPr>
        <p:spPr>
          <a:xfrm>
            <a:off x="1234150" y="3064913"/>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1" name="Elipse 30">
            <a:extLst>
              <a:ext uri="{FF2B5EF4-FFF2-40B4-BE49-F238E27FC236}">
                <a16:creationId xmlns:a16="http://schemas.microsoft.com/office/drawing/2014/main" id="{7906C334-1533-6379-25AF-A44DEE97516A}"/>
              </a:ext>
            </a:extLst>
          </p:cNvPr>
          <p:cNvSpPr/>
          <p:nvPr/>
        </p:nvSpPr>
        <p:spPr>
          <a:xfrm>
            <a:off x="881863" y="4237875"/>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2" name="Elipse 31">
            <a:extLst>
              <a:ext uri="{FF2B5EF4-FFF2-40B4-BE49-F238E27FC236}">
                <a16:creationId xmlns:a16="http://schemas.microsoft.com/office/drawing/2014/main" id="{D8C3DE1A-DB41-DB3E-6679-880FDFB912DF}"/>
              </a:ext>
            </a:extLst>
          </p:cNvPr>
          <p:cNvSpPr/>
          <p:nvPr/>
        </p:nvSpPr>
        <p:spPr>
          <a:xfrm>
            <a:off x="1920674" y="4237875"/>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5" name="Elipse 34">
            <a:extLst>
              <a:ext uri="{FF2B5EF4-FFF2-40B4-BE49-F238E27FC236}">
                <a16:creationId xmlns:a16="http://schemas.microsoft.com/office/drawing/2014/main" id="{BF545903-C675-4836-89F3-4D43F780769C}"/>
              </a:ext>
            </a:extLst>
          </p:cNvPr>
          <p:cNvSpPr/>
          <p:nvPr/>
        </p:nvSpPr>
        <p:spPr>
          <a:xfrm>
            <a:off x="867420" y="3640288"/>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6" name="Elipse 35">
            <a:extLst>
              <a:ext uri="{FF2B5EF4-FFF2-40B4-BE49-F238E27FC236}">
                <a16:creationId xmlns:a16="http://schemas.microsoft.com/office/drawing/2014/main" id="{344FB45A-98DA-C14D-CAF1-06FEA214A8A4}"/>
              </a:ext>
            </a:extLst>
          </p:cNvPr>
          <p:cNvSpPr/>
          <p:nvPr/>
        </p:nvSpPr>
        <p:spPr>
          <a:xfrm>
            <a:off x="1921940" y="3640288"/>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155" name="Grupo 154">
            <a:extLst>
              <a:ext uri="{FF2B5EF4-FFF2-40B4-BE49-F238E27FC236}">
                <a16:creationId xmlns:a16="http://schemas.microsoft.com/office/drawing/2014/main" id="{4935C29F-7DA1-9AA5-790D-A132A76266D7}"/>
              </a:ext>
            </a:extLst>
          </p:cNvPr>
          <p:cNvGrpSpPr/>
          <p:nvPr/>
        </p:nvGrpSpPr>
        <p:grpSpPr>
          <a:xfrm>
            <a:off x="3220720" y="2894930"/>
            <a:ext cx="1953392" cy="2075772"/>
            <a:chOff x="3220720" y="2894930"/>
            <a:chExt cx="1953392" cy="2075772"/>
          </a:xfrm>
        </p:grpSpPr>
        <p:grpSp>
          <p:nvGrpSpPr>
            <p:cNvPr id="57" name="Grupo 56">
              <a:extLst>
                <a:ext uri="{FF2B5EF4-FFF2-40B4-BE49-F238E27FC236}">
                  <a16:creationId xmlns:a16="http://schemas.microsoft.com/office/drawing/2014/main" id="{3A9F7F65-8201-FFC3-5B60-390B5E79998F}"/>
                </a:ext>
              </a:extLst>
            </p:cNvPr>
            <p:cNvGrpSpPr/>
            <p:nvPr/>
          </p:nvGrpSpPr>
          <p:grpSpPr>
            <a:xfrm>
              <a:off x="3220720" y="2899489"/>
              <a:ext cx="416636" cy="2071213"/>
              <a:chOff x="3220720" y="2899489"/>
              <a:chExt cx="416636" cy="2071213"/>
            </a:xfrm>
          </p:grpSpPr>
          <p:cxnSp>
            <p:nvCxnSpPr>
              <p:cNvPr id="43" name="Conector recto 42">
                <a:extLst>
                  <a:ext uri="{FF2B5EF4-FFF2-40B4-BE49-F238E27FC236}">
                    <a16:creationId xmlns:a16="http://schemas.microsoft.com/office/drawing/2014/main" id="{2749C5D9-2632-F449-E1CB-E1F91F82830D}"/>
                  </a:ext>
                </a:extLst>
              </p:cNvPr>
              <p:cNvCxnSpPr>
                <a:cxnSpLocks/>
              </p:cNvCxnSpPr>
              <p:nvPr/>
            </p:nvCxnSpPr>
            <p:spPr>
              <a:xfrm>
                <a:off x="3430719" y="2899489"/>
                <a:ext cx="0" cy="876803"/>
              </a:xfrm>
              <a:prstGeom prst="line">
                <a:avLst/>
              </a:prstGeom>
            </p:spPr>
            <p:style>
              <a:lnRef idx="2">
                <a:schemeClr val="dk1"/>
              </a:lnRef>
              <a:fillRef idx="0">
                <a:schemeClr val="dk1"/>
              </a:fillRef>
              <a:effectRef idx="1">
                <a:schemeClr val="dk1"/>
              </a:effectRef>
              <a:fontRef idx="minor">
                <a:schemeClr val="tx1"/>
              </a:fontRef>
            </p:style>
          </p:cxnSp>
          <p:cxnSp>
            <p:nvCxnSpPr>
              <p:cNvPr id="45" name="Conector recto 44">
                <a:extLst>
                  <a:ext uri="{FF2B5EF4-FFF2-40B4-BE49-F238E27FC236}">
                    <a16:creationId xmlns:a16="http://schemas.microsoft.com/office/drawing/2014/main" id="{5BC48338-1B1D-44F8-C501-A5A11D96492E}"/>
                  </a:ext>
                </a:extLst>
              </p:cNvPr>
              <p:cNvCxnSpPr>
                <a:cxnSpLocks/>
              </p:cNvCxnSpPr>
              <p:nvPr/>
            </p:nvCxnSpPr>
            <p:spPr>
              <a:xfrm>
                <a:off x="3220720" y="3954921"/>
                <a:ext cx="416636" cy="0"/>
              </a:xfrm>
              <a:prstGeom prst="line">
                <a:avLst/>
              </a:prstGeom>
            </p:spPr>
            <p:style>
              <a:lnRef idx="2">
                <a:schemeClr val="dk1"/>
              </a:lnRef>
              <a:fillRef idx="0">
                <a:schemeClr val="dk1"/>
              </a:fillRef>
              <a:effectRef idx="1">
                <a:schemeClr val="dk1"/>
              </a:effectRef>
              <a:fontRef idx="minor">
                <a:schemeClr val="tx1"/>
              </a:fontRef>
            </p:style>
          </p:cxnSp>
          <p:cxnSp>
            <p:nvCxnSpPr>
              <p:cNvPr id="46" name="Conector recto 45">
                <a:extLst>
                  <a:ext uri="{FF2B5EF4-FFF2-40B4-BE49-F238E27FC236}">
                    <a16:creationId xmlns:a16="http://schemas.microsoft.com/office/drawing/2014/main" id="{7669EB0B-29A1-2224-6ACB-B0EA663289EE}"/>
                  </a:ext>
                </a:extLst>
              </p:cNvPr>
              <p:cNvCxnSpPr>
                <a:cxnSpLocks/>
              </p:cNvCxnSpPr>
              <p:nvPr/>
            </p:nvCxnSpPr>
            <p:spPr>
              <a:xfrm flipH="1">
                <a:off x="3220720" y="3776292"/>
                <a:ext cx="209999" cy="178629"/>
              </a:xfrm>
              <a:prstGeom prst="line">
                <a:avLst/>
              </a:prstGeom>
            </p:spPr>
            <p:style>
              <a:lnRef idx="2">
                <a:schemeClr val="dk1"/>
              </a:lnRef>
              <a:fillRef idx="0">
                <a:schemeClr val="dk1"/>
              </a:fillRef>
              <a:effectRef idx="1">
                <a:schemeClr val="dk1"/>
              </a:effectRef>
              <a:fontRef idx="minor">
                <a:schemeClr val="tx1"/>
              </a:fontRef>
            </p:style>
          </p:cxnSp>
          <p:cxnSp>
            <p:nvCxnSpPr>
              <p:cNvPr id="51" name="Conector recto 50">
                <a:extLst>
                  <a:ext uri="{FF2B5EF4-FFF2-40B4-BE49-F238E27FC236}">
                    <a16:creationId xmlns:a16="http://schemas.microsoft.com/office/drawing/2014/main" id="{D70DA9B9-CFAE-4510-2A6E-EED067D72D2A}"/>
                  </a:ext>
                </a:extLst>
              </p:cNvPr>
              <p:cNvCxnSpPr>
                <a:cxnSpLocks/>
              </p:cNvCxnSpPr>
              <p:nvPr/>
            </p:nvCxnSpPr>
            <p:spPr>
              <a:xfrm flipH="1">
                <a:off x="3427357" y="3956300"/>
                <a:ext cx="209999" cy="178629"/>
              </a:xfrm>
              <a:prstGeom prst="line">
                <a:avLst/>
              </a:prstGeom>
            </p:spPr>
            <p:style>
              <a:lnRef idx="2">
                <a:schemeClr val="dk1"/>
              </a:lnRef>
              <a:fillRef idx="0">
                <a:schemeClr val="dk1"/>
              </a:fillRef>
              <a:effectRef idx="1">
                <a:schemeClr val="dk1"/>
              </a:effectRef>
              <a:fontRef idx="minor">
                <a:schemeClr val="tx1"/>
              </a:fontRef>
            </p:style>
          </p:cxnSp>
          <p:cxnSp>
            <p:nvCxnSpPr>
              <p:cNvPr id="52" name="Conector recto 51">
                <a:extLst>
                  <a:ext uri="{FF2B5EF4-FFF2-40B4-BE49-F238E27FC236}">
                    <a16:creationId xmlns:a16="http://schemas.microsoft.com/office/drawing/2014/main" id="{58A9E754-5D7E-FEF8-A384-D4A9B156FA2B}"/>
                  </a:ext>
                </a:extLst>
              </p:cNvPr>
              <p:cNvCxnSpPr>
                <a:cxnSpLocks/>
              </p:cNvCxnSpPr>
              <p:nvPr/>
            </p:nvCxnSpPr>
            <p:spPr>
              <a:xfrm>
                <a:off x="3427357" y="4134929"/>
                <a:ext cx="3362" cy="835773"/>
              </a:xfrm>
              <a:prstGeom prst="line">
                <a:avLst/>
              </a:prstGeom>
            </p:spPr>
            <p:style>
              <a:lnRef idx="2">
                <a:schemeClr val="dk1"/>
              </a:lnRef>
              <a:fillRef idx="0">
                <a:schemeClr val="dk1"/>
              </a:fillRef>
              <a:effectRef idx="1">
                <a:schemeClr val="dk1"/>
              </a:effectRef>
              <a:fontRef idx="minor">
                <a:schemeClr val="tx1"/>
              </a:fontRef>
            </p:style>
          </p:cxnSp>
        </p:grpSp>
        <p:cxnSp>
          <p:nvCxnSpPr>
            <p:cNvPr id="58" name="Conector recto 57">
              <a:extLst>
                <a:ext uri="{FF2B5EF4-FFF2-40B4-BE49-F238E27FC236}">
                  <a16:creationId xmlns:a16="http://schemas.microsoft.com/office/drawing/2014/main" id="{B032BC3E-3771-7709-14EA-96679571E600}"/>
                </a:ext>
              </a:extLst>
            </p:cNvPr>
            <p:cNvCxnSpPr>
              <a:cxnSpLocks/>
            </p:cNvCxnSpPr>
            <p:nvPr/>
          </p:nvCxnSpPr>
          <p:spPr>
            <a:xfrm>
              <a:off x="3427357" y="4779029"/>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61" name="Conector recto 60">
              <a:extLst>
                <a:ext uri="{FF2B5EF4-FFF2-40B4-BE49-F238E27FC236}">
                  <a16:creationId xmlns:a16="http://schemas.microsoft.com/office/drawing/2014/main" id="{E969FFB4-C74B-BE3C-3628-EB444BEEF96A}"/>
                </a:ext>
              </a:extLst>
            </p:cNvPr>
            <p:cNvCxnSpPr>
              <a:cxnSpLocks/>
            </p:cNvCxnSpPr>
            <p:nvPr/>
          </p:nvCxnSpPr>
          <p:spPr>
            <a:xfrm>
              <a:off x="3427357" y="4302249"/>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62" name="Conector recto 61">
              <a:extLst>
                <a:ext uri="{FF2B5EF4-FFF2-40B4-BE49-F238E27FC236}">
                  <a16:creationId xmlns:a16="http://schemas.microsoft.com/office/drawing/2014/main" id="{D7534FA8-A986-CEE5-E4EC-A3A347ED6A73}"/>
                </a:ext>
              </a:extLst>
            </p:cNvPr>
            <p:cNvCxnSpPr>
              <a:cxnSpLocks/>
            </p:cNvCxnSpPr>
            <p:nvPr/>
          </p:nvCxnSpPr>
          <p:spPr>
            <a:xfrm>
              <a:off x="3427357" y="3701248"/>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66" name="Conector recto 65">
              <a:extLst>
                <a:ext uri="{FF2B5EF4-FFF2-40B4-BE49-F238E27FC236}">
                  <a16:creationId xmlns:a16="http://schemas.microsoft.com/office/drawing/2014/main" id="{5912268D-6455-50A1-D498-1F74BF4F3C28}"/>
                </a:ext>
              </a:extLst>
            </p:cNvPr>
            <p:cNvCxnSpPr>
              <a:cxnSpLocks/>
            </p:cNvCxnSpPr>
            <p:nvPr/>
          </p:nvCxnSpPr>
          <p:spPr>
            <a:xfrm>
              <a:off x="3427357" y="3064913"/>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68" name="Conector recto 67">
              <a:extLst>
                <a:ext uri="{FF2B5EF4-FFF2-40B4-BE49-F238E27FC236}">
                  <a16:creationId xmlns:a16="http://schemas.microsoft.com/office/drawing/2014/main" id="{827F5464-4AEC-D383-EC1B-64ED08FCC680}"/>
                </a:ext>
              </a:extLst>
            </p:cNvPr>
            <p:cNvCxnSpPr/>
            <p:nvPr/>
          </p:nvCxnSpPr>
          <p:spPr>
            <a:xfrm>
              <a:off x="3427357" y="4970702"/>
              <a:ext cx="1278755" cy="0"/>
            </a:xfrm>
            <a:prstGeom prst="line">
              <a:avLst/>
            </a:prstGeom>
          </p:spPr>
          <p:style>
            <a:lnRef idx="2">
              <a:schemeClr val="dk1"/>
            </a:lnRef>
            <a:fillRef idx="0">
              <a:schemeClr val="dk1"/>
            </a:fillRef>
            <a:effectRef idx="1">
              <a:schemeClr val="dk1"/>
            </a:effectRef>
            <a:fontRef idx="minor">
              <a:schemeClr val="tx1"/>
            </a:fontRef>
          </p:style>
        </p:cxnSp>
        <p:cxnSp>
          <p:nvCxnSpPr>
            <p:cNvPr id="69" name="Conector recto 68">
              <a:extLst>
                <a:ext uri="{FF2B5EF4-FFF2-40B4-BE49-F238E27FC236}">
                  <a16:creationId xmlns:a16="http://schemas.microsoft.com/office/drawing/2014/main" id="{C3E39C1C-935A-EAB1-2674-FE3FCE91B8E0}"/>
                </a:ext>
              </a:extLst>
            </p:cNvPr>
            <p:cNvCxnSpPr/>
            <p:nvPr/>
          </p:nvCxnSpPr>
          <p:spPr>
            <a:xfrm>
              <a:off x="3427357" y="2894930"/>
              <a:ext cx="1278755" cy="0"/>
            </a:xfrm>
            <a:prstGeom prst="line">
              <a:avLst/>
            </a:prstGeom>
          </p:spPr>
          <p:style>
            <a:lnRef idx="2">
              <a:schemeClr val="dk1"/>
            </a:lnRef>
            <a:fillRef idx="0">
              <a:schemeClr val="dk1"/>
            </a:fillRef>
            <a:effectRef idx="1">
              <a:schemeClr val="dk1"/>
            </a:effectRef>
            <a:fontRef idx="minor">
              <a:schemeClr val="tx1"/>
            </a:fontRef>
          </p:style>
        </p:cxnSp>
        <p:cxnSp>
          <p:nvCxnSpPr>
            <p:cNvPr id="71" name="Conector recto 70">
              <a:extLst>
                <a:ext uri="{FF2B5EF4-FFF2-40B4-BE49-F238E27FC236}">
                  <a16:creationId xmlns:a16="http://schemas.microsoft.com/office/drawing/2014/main" id="{4E100B92-23A1-198D-0090-B78BB0C25265}"/>
                </a:ext>
              </a:extLst>
            </p:cNvPr>
            <p:cNvCxnSpPr/>
            <p:nvPr/>
          </p:nvCxnSpPr>
          <p:spPr>
            <a:xfrm>
              <a:off x="4706112" y="2899489"/>
              <a:ext cx="0" cy="2071213"/>
            </a:xfrm>
            <a:prstGeom prst="line">
              <a:avLst/>
            </a:prstGeom>
          </p:spPr>
          <p:style>
            <a:lnRef idx="2">
              <a:schemeClr val="dk1"/>
            </a:lnRef>
            <a:fillRef idx="0">
              <a:schemeClr val="dk1"/>
            </a:fillRef>
            <a:effectRef idx="1">
              <a:schemeClr val="dk1"/>
            </a:effectRef>
            <a:fontRef idx="minor">
              <a:schemeClr val="tx1"/>
            </a:fontRef>
          </p:style>
        </p:cxnSp>
        <p:cxnSp>
          <p:nvCxnSpPr>
            <p:cNvPr id="72" name="Conector recto 71">
              <a:extLst>
                <a:ext uri="{FF2B5EF4-FFF2-40B4-BE49-F238E27FC236}">
                  <a16:creationId xmlns:a16="http://schemas.microsoft.com/office/drawing/2014/main" id="{FF09D792-B1CB-33CC-2271-983F9F5C4FE6}"/>
                </a:ext>
              </a:extLst>
            </p:cNvPr>
            <p:cNvCxnSpPr/>
            <p:nvPr/>
          </p:nvCxnSpPr>
          <p:spPr>
            <a:xfrm>
              <a:off x="5169408" y="2894930"/>
              <a:ext cx="0" cy="207121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3" name="Conector recto 72">
              <a:extLst>
                <a:ext uri="{FF2B5EF4-FFF2-40B4-BE49-F238E27FC236}">
                  <a16:creationId xmlns:a16="http://schemas.microsoft.com/office/drawing/2014/main" id="{AAE31778-31CA-E599-7FE9-4297A3C2AE59}"/>
                </a:ext>
              </a:extLst>
            </p:cNvPr>
            <p:cNvCxnSpPr>
              <a:cxnSpLocks/>
            </p:cNvCxnSpPr>
            <p:nvPr/>
          </p:nvCxnSpPr>
          <p:spPr>
            <a:xfrm>
              <a:off x="4706112" y="4777654"/>
              <a:ext cx="468000" cy="0"/>
            </a:xfrm>
            <a:prstGeom prst="line">
              <a:avLst/>
            </a:prstGeom>
            <a:ln w="12700">
              <a:solidFill>
                <a:schemeClr val="accent1"/>
              </a:solidFill>
            </a:ln>
          </p:spPr>
          <p:style>
            <a:lnRef idx="3">
              <a:schemeClr val="dk1"/>
            </a:lnRef>
            <a:fillRef idx="0">
              <a:schemeClr val="dk1"/>
            </a:fillRef>
            <a:effectRef idx="2">
              <a:schemeClr val="dk1"/>
            </a:effectRef>
            <a:fontRef idx="minor">
              <a:schemeClr val="tx1"/>
            </a:fontRef>
          </p:style>
        </p:cxnSp>
        <p:cxnSp>
          <p:nvCxnSpPr>
            <p:cNvPr id="74" name="Conector recto 73">
              <a:extLst>
                <a:ext uri="{FF2B5EF4-FFF2-40B4-BE49-F238E27FC236}">
                  <a16:creationId xmlns:a16="http://schemas.microsoft.com/office/drawing/2014/main" id="{581EA9E6-3D97-F49E-277E-74CA332EF378}"/>
                </a:ext>
              </a:extLst>
            </p:cNvPr>
            <p:cNvCxnSpPr>
              <a:cxnSpLocks/>
            </p:cNvCxnSpPr>
            <p:nvPr/>
          </p:nvCxnSpPr>
          <p:spPr>
            <a:xfrm>
              <a:off x="4706112" y="4300874"/>
              <a:ext cx="468000" cy="0"/>
            </a:xfrm>
            <a:prstGeom prst="line">
              <a:avLst/>
            </a:prstGeom>
            <a:ln w="12700">
              <a:solidFill>
                <a:schemeClr val="accent1"/>
              </a:solidFill>
            </a:ln>
          </p:spPr>
          <p:style>
            <a:lnRef idx="3">
              <a:schemeClr val="dk1"/>
            </a:lnRef>
            <a:fillRef idx="0">
              <a:schemeClr val="dk1"/>
            </a:fillRef>
            <a:effectRef idx="2">
              <a:schemeClr val="dk1"/>
            </a:effectRef>
            <a:fontRef idx="minor">
              <a:schemeClr val="tx1"/>
            </a:fontRef>
          </p:style>
        </p:cxnSp>
        <p:cxnSp>
          <p:nvCxnSpPr>
            <p:cNvPr id="75" name="Conector recto 74">
              <a:extLst>
                <a:ext uri="{FF2B5EF4-FFF2-40B4-BE49-F238E27FC236}">
                  <a16:creationId xmlns:a16="http://schemas.microsoft.com/office/drawing/2014/main" id="{DCC9EE6D-E1DD-FA3E-4461-03E9E0EB067F}"/>
                </a:ext>
              </a:extLst>
            </p:cNvPr>
            <p:cNvCxnSpPr>
              <a:cxnSpLocks/>
            </p:cNvCxnSpPr>
            <p:nvPr/>
          </p:nvCxnSpPr>
          <p:spPr>
            <a:xfrm>
              <a:off x="4706112" y="3699873"/>
              <a:ext cx="468000" cy="0"/>
            </a:xfrm>
            <a:prstGeom prst="line">
              <a:avLst/>
            </a:prstGeom>
            <a:ln w="12700">
              <a:solidFill>
                <a:schemeClr val="accent1"/>
              </a:solidFill>
            </a:ln>
          </p:spPr>
          <p:style>
            <a:lnRef idx="3">
              <a:schemeClr val="dk1"/>
            </a:lnRef>
            <a:fillRef idx="0">
              <a:schemeClr val="dk1"/>
            </a:fillRef>
            <a:effectRef idx="2">
              <a:schemeClr val="dk1"/>
            </a:effectRef>
            <a:fontRef idx="minor">
              <a:schemeClr val="tx1"/>
            </a:fontRef>
          </p:style>
        </p:cxnSp>
        <p:cxnSp>
          <p:nvCxnSpPr>
            <p:cNvPr id="76" name="Conector recto 75">
              <a:extLst>
                <a:ext uri="{FF2B5EF4-FFF2-40B4-BE49-F238E27FC236}">
                  <a16:creationId xmlns:a16="http://schemas.microsoft.com/office/drawing/2014/main" id="{444A34F8-FCA3-54BD-009D-99FADEBD960C}"/>
                </a:ext>
              </a:extLst>
            </p:cNvPr>
            <p:cNvCxnSpPr>
              <a:cxnSpLocks/>
            </p:cNvCxnSpPr>
            <p:nvPr/>
          </p:nvCxnSpPr>
          <p:spPr>
            <a:xfrm>
              <a:off x="4706112" y="3063538"/>
              <a:ext cx="468000" cy="0"/>
            </a:xfrm>
            <a:prstGeom prst="line">
              <a:avLst/>
            </a:prstGeom>
            <a:ln w="12700">
              <a:solidFill>
                <a:schemeClr val="accent1"/>
              </a:solidFill>
            </a:ln>
          </p:spPr>
          <p:style>
            <a:lnRef idx="3">
              <a:schemeClr val="dk1"/>
            </a:lnRef>
            <a:fillRef idx="0">
              <a:schemeClr val="dk1"/>
            </a:fillRef>
            <a:effectRef idx="2">
              <a:schemeClr val="dk1"/>
            </a:effectRef>
            <a:fontRef idx="minor">
              <a:schemeClr val="tx1"/>
            </a:fontRef>
          </p:style>
        </p:cxnSp>
      </p:grpSp>
      <p:sp>
        <p:nvSpPr>
          <p:cNvPr id="78" name="CuadroTexto 77">
            <a:extLst>
              <a:ext uri="{FF2B5EF4-FFF2-40B4-BE49-F238E27FC236}">
                <a16:creationId xmlns:a16="http://schemas.microsoft.com/office/drawing/2014/main" id="{9DC86CE0-4FD8-EF50-9031-8D19D6953086}"/>
              </a:ext>
            </a:extLst>
          </p:cNvPr>
          <p:cNvSpPr txBox="1"/>
          <p:nvPr/>
        </p:nvSpPr>
        <p:spPr>
          <a:xfrm>
            <a:off x="4591730" y="2329397"/>
            <a:ext cx="1234176" cy="400110"/>
          </a:xfrm>
          <a:prstGeom prst="rect">
            <a:avLst/>
          </a:prstGeom>
          <a:noFill/>
        </p:spPr>
        <p:txBody>
          <a:bodyPr wrap="square">
            <a:spAutoFit/>
          </a:bodyPr>
          <a:lstStyle/>
          <a:p>
            <a:r>
              <a:rPr lang="es-CO" sz="2000" dirty="0">
                <a:latin typeface="Symbol" panose="05050102010706020507" pitchFamily="18" charset="2"/>
              </a:rPr>
              <a:t>e</a:t>
            </a:r>
            <a:r>
              <a:rPr lang="es-CO" sz="2000" baseline="-25000" dirty="0"/>
              <a:t>s &gt;</a:t>
            </a:r>
            <a:r>
              <a:rPr lang="es-CO" sz="2000" dirty="0"/>
              <a:t>0.005</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sp>
        <p:nvSpPr>
          <p:cNvPr id="80" name="CuadroTexto 79">
            <a:extLst>
              <a:ext uri="{FF2B5EF4-FFF2-40B4-BE49-F238E27FC236}">
                <a16:creationId xmlns:a16="http://schemas.microsoft.com/office/drawing/2014/main" id="{A845092F-8F65-FEC3-041D-DD7D1000A69A}"/>
              </a:ext>
            </a:extLst>
          </p:cNvPr>
          <p:cNvSpPr txBox="1"/>
          <p:nvPr/>
        </p:nvSpPr>
        <p:spPr>
          <a:xfrm>
            <a:off x="5263167" y="2852095"/>
            <a:ext cx="504081" cy="369332"/>
          </a:xfrm>
          <a:prstGeom prst="rect">
            <a:avLst/>
          </a:prstGeom>
          <a:noFill/>
        </p:spPr>
        <p:txBody>
          <a:bodyPr wrap="square">
            <a:spAutoFit/>
          </a:bodyPr>
          <a:lstStyle/>
          <a:p>
            <a:r>
              <a:rPr lang="es-CO" sz="1800" dirty="0">
                <a:latin typeface="Symbol" panose="05050102010706020507" pitchFamily="18" charset="2"/>
              </a:rPr>
              <a:t>e</a:t>
            </a:r>
            <a:r>
              <a:rPr lang="es-CO" sz="1800" baseline="-25000" dirty="0"/>
              <a:t>s</a:t>
            </a:r>
            <a:r>
              <a:rPr lang="es-CO" baseline="-25000" dirty="0"/>
              <a:t>1</a:t>
            </a:r>
            <a:endParaRPr lang="es-CO" dirty="0"/>
          </a:p>
        </p:txBody>
      </p:sp>
      <p:sp>
        <p:nvSpPr>
          <p:cNvPr id="81" name="CuadroTexto 80">
            <a:extLst>
              <a:ext uri="{FF2B5EF4-FFF2-40B4-BE49-F238E27FC236}">
                <a16:creationId xmlns:a16="http://schemas.microsoft.com/office/drawing/2014/main" id="{C20C47FF-8A5D-1781-3029-648592876FBB}"/>
              </a:ext>
            </a:extLst>
          </p:cNvPr>
          <p:cNvSpPr txBox="1"/>
          <p:nvPr/>
        </p:nvSpPr>
        <p:spPr>
          <a:xfrm>
            <a:off x="5263166" y="3509749"/>
            <a:ext cx="504081" cy="369332"/>
          </a:xfrm>
          <a:prstGeom prst="rect">
            <a:avLst/>
          </a:prstGeom>
          <a:noFill/>
        </p:spPr>
        <p:txBody>
          <a:bodyPr wrap="square">
            <a:spAutoFit/>
          </a:bodyPr>
          <a:lstStyle/>
          <a:p>
            <a:r>
              <a:rPr lang="es-CO" sz="1800" dirty="0" err="1">
                <a:latin typeface="Symbol" panose="05050102010706020507" pitchFamily="18" charset="2"/>
              </a:rPr>
              <a:t>e</a:t>
            </a:r>
            <a:r>
              <a:rPr lang="es-CO" sz="1800" baseline="-25000" dirty="0" err="1"/>
              <a:t>s</a:t>
            </a:r>
            <a:r>
              <a:rPr lang="es-CO" baseline="-25000" dirty="0" err="1"/>
              <a:t>i</a:t>
            </a:r>
            <a:endParaRPr lang="es-CO" dirty="0"/>
          </a:p>
        </p:txBody>
      </p:sp>
      <p:sp>
        <p:nvSpPr>
          <p:cNvPr id="82" name="CuadroTexto 81">
            <a:extLst>
              <a:ext uri="{FF2B5EF4-FFF2-40B4-BE49-F238E27FC236}">
                <a16:creationId xmlns:a16="http://schemas.microsoft.com/office/drawing/2014/main" id="{26C90249-2A9D-B15B-328B-F6B48AAA7E6D}"/>
              </a:ext>
            </a:extLst>
          </p:cNvPr>
          <p:cNvSpPr txBox="1"/>
          <p:nvPr/>
        </p:nvSpPr>
        <p:spPr>
          <a:xfrm>
            <a:off x="5282631" y="4067617"/>
            <a:ext cx="504081" cy="369332"/>
          </a:xfrm>
          <a:prstGeom prst="rect">
            <a:avLst/>
          </a:prstGeom>
          <a:noFill/>
        </p:spPr>
        <p:txBody>
          <a:bodyPr wrap="square">
            <a:spAutoFit/>
          </a:bodyPr>
          <a:lstStyle/>
          <a:p>
            <a:r>
              <a:rPr lang="es-CO" sz="1800" dirty="0" err="1">
                <a:latin typeface="Symbol" panose="05050102010706020507" pitchFamily="18" charset="2"/>
              </a:rPr>
              <a:t>e</a:t>
            </a:r>
            <a:r>
              <a:rPr lang="es-CO" sz="1800" baseline="-25000" dirty="0" err="1"/>
              <a:t>s</a:t>
            </a:r>
            <a:r>
              <a:rPr lang="es-CO" baseline="-25000" dirty="0" err="1"/>
              <a:t>i</a:t>
            </a:r>
            <a:endParaRPr lang="es-CO" dirty="0"/>
          </a:p>
        </p:txBody>
      </p:sp>
      <p:sp>
        <p:nvSpPr>
          <p:cNvPr id="83" name="CuadroTexto 82">
            <a:extLst>
              <a:ext uri="{FF2B5EF4-FFF2-40B4-BE49-F238E27FC236}">
                <a16:creationId xmlns:a16="http://schemas.microsoft.com/office/drawing/2014/main" id="{F796161A-9775-366F-19FB-FCB264091B74}"/>
              </a:ext>
            </a:extLst>
          </p:cNvPr>
          <p:cNvSpPr txBox="1"/>
          <p:nvPr/>
        </p:nvSpPr>
        <p:spPr>
          <a:xfrm>
            <a:off x="5321824" y="4516029"/>
            <a:ext cx="504081" cy="369332"/>
          </a:xfrm>
          <a:prstGeom prst="rect">
            <a:avLst/>
          </a:prstGeom>
          <a:noFill/>
        </p:spPr>
        <p:txBody>
          <a:bodyPr wrap="square">
            <a:spAutoFit/>
          </a:bodyPr>
          <a:lstStyle/>
          <a:p>
            <a:r>
              <a:rPr lang="es-CO" sz="1800" dirty="0" err="1">
                <a:latin typeface="Symbol" panose="05050102010706020507" pitchFamily="18" charset="2"/>
              </a:rPr>
              <a:t>e</a:t>
            </a:r>
            <a:r>
              <a:rPr lang="es-CO" sz="1800" baseline="-25000" dirty="0" err="1"/>
              <a:t>s</a:t>
            </a:r>
            <a:r>
              <a:rPr lang="es-CO" baseline="-25000" dirty="0" err="1"/>
              <a:t>n</a:t>
            </a:r>
            <a:endParaRPr lang="es-CO" dirty="0"/>
          </a:p>
        </p:txBody>
      </p:sp>
      <p:sp>
        <p:nvSpPr>
          <p:cNvPr id="102" name="CuadroTexto 101">
            <a:extLst>
              <a:ext uri="{FF2B5EF4-FFF2-40B4-BE49-F238E27FC236}">
                <a16:creationId xmlns:a16="http://schemas.microsoft.com/office/drawing/2014/main" id="{1AFD59E7-0320-4DA8-44F1-3A870AB707D6}"/>
              </a:ext>
            </a:extLst>
          </p:cNvPr>
          <p:cNvSpPr txBox="1"/>
          <p:nvPr/>
        </p:nvSpPr>
        <p:spPr>
          <a:xfrm>
            <a:off x="8280610" y="2842595"/>
            <a:ext cx="504081" cy="369332"/>
          </a:xfrm>
          <a:prstGeom prst="rect">
            <a:avLst/>
          </a:prstGeom>
          <a:noFill/>
        </p:spPr>
        <p:txBody>
          <a:bodyPr wrap="square">
            <a:spAutoFit/>
          </a:bodyPr>
          <a:lstStyle/>
          <a:p>
            <a:r>
              <a:rPr lang="es-CO" sz="1800" dirty="0" err="1"/>
              <a:t>f</a:t>
            </a:r>
            <a:r>
              <a:rPr lang="es-CO" sz="1800" baseline="-25000" dirty="0" err="1"/>
              <a:t>y</a:t>
            </a:r>
            <a:endParaRPr lang="es-CO" dirty="0"/>
          </a:p>
        </p:txBody>
      </p:sp>
      <p:sp>
        <p:nvSpPr>
          <p:cNvPr id="103" name="CuadroTexto 102">
            <a:extLst>
              <a:ext uri="{FF2B5EF4-FFF2-40B4-BE49-F238E27FC236}">
                <a16:creationId xmlns:a16="http://schemas.microsoft.com/office/drawing/2014/main" id="{E949CB38-4236-FACF-1C38-CF2C74F5BA27}"/>
              </a:ext>
            </a:extLst>
          </p:cNvPr>
          <p:cNvSpPr txBox="1"/>
          <p:nvPr/>
        </p:nvSpPr>
        <p:spPr>
          <a:xfrm>
            <a:off x="8280609" y="3500249"/>
            <a:ext cx="504081" cy="369332"/>
          </a:xfrm>
          <a:prstGeom prst="rect">
            <a:avLst/>
          </a:prstGeom>
          <a:noFill/>
        </p:spPr>
        <p:txBody>
          <a:bodyPr wrap="square">
            <a:spAutoFit/>
          </a:bodyPr>
          <a:lstStyle/>
          <a:p>
            <a:r>
              <a:rPr lang="es-CO" sz="1800" dirty="0" err="1"/>
              <a:t>f</a:t>
            </a:r>
            <a:r>
              <a:rPr lang="es-CO" sz="1800" baseline="-25000" dirty="0" err="1"/>
              <a:t>y</a:t>
            </a:r>
            <a:endParaRPr lang="es-CO" dirty="0"/>
          </a:p>
        </p:txBody>
      </p:sp>
      <p:sp>
        <p:nvSpPr>
          <p:cNvPr id="104" name="CuadroTexto 103">
            <a:extLst>
              <a:ext uri="{FF2B5EF4-FFF2-40B4-BE49-F238E27FC236}">
                <a16:creationId xmlns:a16="http://schemas.microsoft.com/office/drawing/2014/main" id="{3098B29C-52F3-2F6F-5EFE-3B26AAF8FE8A}"/>
              </a:ext>
            </a:extLst>
          </p:cNvPr>
          <p:cNvSpPr txBox="1"/>
          <p:nvPr/>
        </p:nvSpPr>
        <p:spPr>
          <a:xfrm>
            <a:off x="8300074" y="4058117"/>
            <a:ext cx="504081" cy="369332"/>
          </a:xfrm>
          <a:prstGeom prst="rect">
            <a:avLst/>
          </a:prstGeom>
          <a:noFill/>
        </p:spPr>
        <p:txBody>
          <a:bodyPr wrap="square">
            <a:spAutoFit/>
          </a:bodyPr>
          <a:lstStyle/>
          <a:p>
            <a:r>
              <a:rPr lang="es-CO" sz="1800" dirty="0" err="1"/>
              <a:t>f</a:t>
            </a:r>
            <a:r>
              <a:rPr lang="es-CO" sz="1800" baseline="-25000" dirty="0" err="1"/>
              <a:t>y</a:t>
            </a:r>
            <a:endParaRPr lang="es-CO" dirty="0"/>
          </a:p>
        </p:txBody>
      </p:sp>
      <p:sp>
        <p:nvSpPr>
          <p:cNvPr id="105" name="CuadroTexto 104">
            <a:extLst>
              <a:ext uri="{FF2B5EF4-FFF2-40B4-BE49-F238E27FC236}">
                <a16:creationId xmlns:a16="http://schemas.microsoft.com/office/drawing/2014/main" id="{7405EBF8-D068-FD83-CF64-44E235C5AFAF}"/>
              </a:ext>
            </a:extLst>
          </p:cNvPr>
          <p:cNvSpPr txBox="1"/>
          <p:nvPr/>
        </p:nvSpPr>
        <p:spPr>
          <a:xfrm>
            <a:off x="8339267" y="4506529"/>
            <a:ext cx="504081" cy="369332"/>
          </a:xfrm>
          <a:prstGeom prst="rect">
            <a:avLst/>
          </a:prstGeom>
          <a:noFill/>
        </p:spPr>
        <p:txBody>
          <a:bodyPr wrap="square">
            <a:spAutoFit/>
          </a:bodyPr>
          <a:lstStyle/>
          <a:p>
            <a:r>
              <a:rPr lang="es-CO" sz="1800" dirty="0" err="1"/>
              <a:t>f</a:t>
            </a:r>
            <a:r>
              <a:rPr lang="es-CO" sz="1800" baseline="-25000" dirty="0" err="1"/>
              <a:t>y</a:t>
            </a:r>
            <a:endParaRPr lang="es-CO" dirty="0"/>
          </a:p>
        </p:txBody>
      </p:sp>
      <p:grpSp>
        <p:nvGrpSpPr>
          <p:cNvPr id="156" name="Grupo 155">
            <a:extLst>
              <a:ext uri="{FF2B5EF4-FFF2-40B4-BE49-F238E27FC236}">
                <a16:creationId xmlns:a16="http://schemas.microsoft.com/office/drawing/2014/main" id="{85EC75FB-C683-E5F9-4E55-D2D0F77A3FF4}"/>
              </a:ext>
            </a:extLst>
          </p:cNvPr>
          <p:cNvGrpSpPr/>
          <p:nvPr/>
        </p:nvGrpSpPr>
        <p:grpSpPr>
          <a:xfrm>
            <a:off x="6238163" y="2885430"/>
            <a:ext cx="1963928" cy="2075772"/>
            <a:chOff x="6238163" y="2885430"/>
            <a:chExt cx="1963928" cy="2075772"/>
          </a:xfrm>
        </p:grpSpPr>
        <p:grpSp>
          <p:nvGrpSpPr>
            <p:cNvPr id="84" name="Grupo 83">
              <a:extLst>
                <a:ext uri="{FF2B5EF4-FFF2-40B4-BE49-F238E27FC236}">
                  <a16:creationId xmlns:a16="http://schemas.microsoft.com/office/drawing/2014/main" id="{4E1B69B1-3395-E8A9-9CFD-59D3D2F6A9F5}"/>
                </a:ext>
              </a:extLst>
            </p:cNvPr>
            <p:cNvGrpSpPr/>
            <p:nvPr/>
          </p:nvGrpSpPr>
          <p:grpSpPr>
            <a:xfrm>
              <a:off x="6238163" y="2889989"/>
              <a:ext cx="416636" cy="2071213"/>
              <a:chOff x="3220720" y="2899489"/>
              <a:chExt cx="416636" cy="2071213"/>
            </a:xfrm>
          </p:grpSpPr>
          <p:cxnSp>
            <p:nvCxnSpPr>
              <p:cNvPr id="85" name="Conector recto 84">
                <a:extLst>
                  <a:ext uri="{FF2B5EF4-FFF2-40B4-BE49-F238E27FC236}">
                    <a16:creationId xmlns:a16="http://schemas.microsoft.com/office/drawing/2014/main" id="{A929EAD2-22FA-0F7F-BA95-A5CE19652E6C}"/>
                  </a:ext>
                </a:extLst>
              </p:cNvPr>
              <p:cNvCxnSpPr>
                <a:cxnSpLocks/>
              </p:cNvCxnSpPr>
              <p:nvPr/>
            </p:nvCxnSpPr>
            <p:spPr>
              <a:xfrm>
                <a:off x="3430719" y="2899489"/>
                <a:ext cx="0" cy="876803"/>
              </a:xfrm>
              <a:prstGeom prst="line">
                <a:avLst/>
              </a:prstGeom>
            </p:spPr>
            <p:style>
              <a:lnRef idx="2">
                <a:schemeClr val="dk1"/>
              </a:lnRef>
              <a:fillRef idx="0">
                <a:schemeClr val="dk1"/>
              </a:fillRef>
              <a:effectRef idx="1">
                <a:schemeClr val="dk1"/>
              </a:effectRef>
              <a:fontRef idx="minor">
                <a:schemeClr val="tx1"/>
              </a:fontRef>
            </p:style>
          </p:cxnSp>
          <p:cxnSp>
            <p:nvCxnSpPr>
              <p:cNvPr id="86" name="Conector recto 85">
                <a:extLst>
                  <a:ext uri="{FF2B5EF4-FFF2-40B4-BE49-F238E27FC236}">
                    <a16:creationId xmlns:a16="http://schemas.microsoft.com/office/drawing/2014/main" id="{57862523-2F7D-8BF4-D27F-3406B1C8FC65}"/>
                  </a:ext>
                </a:extLst>
              </p:cNvPr>
              <p:cNvCxnSpPr>
                <a:cxnSpLocks/>
              </p:cNvCxnSpPr>
              <p:nvPr/>
            </p:nvCxnSpPr>
            <p:spPr>
              <a:xfrm>
                <a:off x="3220720" y="3954921"/>
                <a:ext cx="416636" cy="0"/>
              </a:xfrm>
              <a:prstGeom prst="line">
                <a:avLst/>
              </a:prstGeom>
            </p:spPr>
            <p:style>
              <a:lnRef idx="2">
                <a:schemeClr val="dk1"/>
              </a:lnRef>
              <a:fillRef idx="0">
                <a:schemeClr val="dk1"/>
              </a:fillRef>
              <a:effectRef idx="1">
                <a:schemeClr val="dk1"/>
              </a:effectRef>
              <a:fontRef idx="minor">
                <a:schemeClr val="tx1"/>
              </a:fontRef>
            </p:style>
          </p:cxnSp>
          <p:cxnSp>
            <p:nvCxnSpPr>
              <p:cNvPr id="87" name="Conector recto 86">
                <a:extLst>
                  <a:ext uri="{FF2B5EF4-FFF2-40B4-BE49-F238E27FC236}">
                    <a16:creationId xmlns:a16="http://schemas.microsoft.com/office/drawing/2014/main" id="{13815CD0-1411-93FE-B589-5DBEB3A5505A}"/>
                  </a:ext>
                </a:extLst>
              </p:cNvPr>
              <p:cNvCxnSpPr>
                <a:cxnSpLocks/>
              </p:cNvCxnSpPr>
              <p:nvPr/>
            </p:nvCxnSpPr>
            <p:spPr>
              <a:xfrm flipH="1">
                <a:off x="3220720" y="3776292"/>
                <a:ext cx="209999" cy="178629"/>
              </a:xfrm>
              <a:prstGeom prst="line">
                <a:avLst/>
              </a:prstGeom>
            </p:spPr>
            <p:style>
              <a:lnRef idx="2">
                <a:schemeClr val="dk1"/>
              </a:lnRef>
              <a:fillRef idx="0">
                <a:schemeClr val="dk1"/>
              </a:fillRef>
              <a:effectRef idx="1">
                <a:schemeClr val="dk1"/>
              </a:effectRef>
              <a:fontRef idx="minor">
                <a:schemeClr val="tx1"/>
              </a:fontRef>
            </p:style>
          </p:cxnSp>
          <p:cxnSp>
            <p:nvCxnSpPr>
              <p:cNvPr id="88" name="Conector recto 87">
                <a:extLst>
                  <a:ext uri="{FF2B5EF4-FFF2-40B4-BE49-F238E27FC236}">
                    <a16:creationId xmlns:a16="http://schemas.microsoft.com/office/drawing/2014/main" id="{723192A1-0BFF-9E8F-35AC-BC8AE9B76411}"/>
                  </a:ext>
                </a:extLst>
              </p:cNvPr>
              <p:cNvCxnSpPr>
                <a:cxnSpLocks/>
              </p:cNvCxnSpPr>
              <p:nvPr/>
            </p:nvCxnSpPr>
            <p:spPr>
              <a:xfrm flipH="1">
                <a:off x="3427357" y="3956300"/>
                <a:ext cx="209999" cy="178629"/>
              </a:xfrm>
              <a:prstGeom prst="line">
                <a:avLst/>
              </a:prstGeom>
            </p:spPr>
            <p:style>
              <a:lnRef idx="2">
                <a:schemeClr val="dk1"/>
              </a:lnRef>
              <a:fillRef idx="0">
                <a:schemeClr val="dk1"/>
              </a:fillRef>
              <a:effectRef idx="1">
                <a:schemeClr val="dk1"/>
              </a:effectRef>
              <a:fontRef idx="minor">
                <a:schemeClr val="tx1"/>
              </a:fontRef>
            </p:style>
          </p:cxnSp>
          <p:cxnSp>
            <p:nvCxnSpPr>
              <p:cNvPr id="89" name="Conector recto 88">
                <a:extLst>
                  <a:ext uri="{FF2B5EF4-FFF2-40B4-BE49-F238E27FC236}">
                    <a16:creationId xmlns:a16="http://schemas.microsoft.com/office/drawing/2014/main" id="{A53F50FD-9EA6-695D-A23F-7A5176C366AC}"/>
                  </a:ext>
                </a:extLst>
              </p:cNvPr>
              <p:cNvCxnSpPr>
                <a:cxnSpLocks/>
              </p:cNvCxnSpPr>
              <p:nvPr/>
            </p:nvCxnSpPr>
            <p:spPr>
              <a:xfrm>
                <a:off x="3427357" y="4134929"/>
                <a:ext cx="3362" cy="835773"/>
              </a:xfrm>
              <a:prstGeom prst="line">
                <a:avLst/>
              </a:prstGeom>
            </p:spPr>
            <p:style>
              <a:lnRef idx="2">
                <a:schemeClr val="dk1"/>
              </a:lnRef>
              <a:fillRef idx="0">
                <a:schemeClr val="dk1"/>
              </a:fillRef>
              <a:effectRef idx="1">
                <a:schemeClr val="dk1"/>
              </a:effectRef>
              <a:fontRef idx="minor">
                <a:schemeClr val="tx1"/>
              </a:fontRef>
            </p:style>
          </p:cxnSp>
        </p:grpSp>
        <p:cxnSp>
          <p:nvCxnSpPr>
            <p:cNvPr id="90" name="Conector recto 89">
              <a:extLst>
                <a:ext uri="{FF2B5EF4-FFF2-40B4-BE49-F238E27FC236}">
                  <a16:creationId xmlns:a16="http://schemas.microsoft.com/office/drawing/2014/main" id="{3864F2FD-2E70-2A32-2D7E-9009AB40D8BC}"/>
                </a:ext>
              </a:extLst>
            </p:cNvPr>
            <p:cNvCxnSpPr>
              <a:cxnSpLocks/>
            </p:cNvCxnSpPr>
            <p:nvPr/>
          </p:nvCxnSpPr>
          <p:spPr>
            <a:xfrm>
              <a:off x="6444800" y="4769529"/>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91" name="Conector recto 90">
              <a:extLst>
                <a:ext uri="{FF2B5EF4-FFF2-40B4-BE49-F238E27FC236}">
                  <a16:creationId xmlns:a16="http://schemas.microsoft.com/office/drawing/2014/main" id="{168C144B-50BB-5097-2861-91BE0B795ADF}"/>
                </a:ext>
              </a:extLst>
            </p:cNvPr>
            <p:cNvCxnSpPr>
              <a:cxnSpLocks/>
            </p:cNvCxnSpPr>
            <p:nvPr/>
          </p:nvCxnSpPr>
          <p:spPr>
            <a:xfrm>
              <a:off x="6444800" y="4292749"/>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92" name="Conector recto 91">
              <a:extLst>
                <a:ext uri="{FF2B5EF4-FFF2-40B4-BE49-F238E27FC236}">
                  <a16:creationId xmlns:a16="http://schemas.microsoft.com/office/drawing/2014/main" id="{C2B37E6E-DD8F-F995-D2A8-DDCBC108EB16}"/>
                </a:ext>
              </a:extLst>
            </p:cNvPr>
            <p:cNvCxnSpPr>
              <a:cxnSpLocks/>
            </p:cNvCxnSpPr>
            <p:nvPr/>
          </p:nvCxnSpPr>
          <p:spPr>
            <a:xfrm>
              <a:off x="6444800" y="3691748"/>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93" name="Conector recto 92">
              <a:extLst>
                <a:ext uri="{FF2B5EF4-FFF2-40B4-BE49-F238E27FC236}">
                  <a16:creationId xmlns:a16="http://schemas.microsoft.com/office/drawing/2014/main" id="{125F3D4C-F7A2-6BE9-BC98-EA2BC2F2D52D}"/>
                </a:ext>
              </a:extLst>
            </p:cNvPr>
            <p:cNvCxnSpPr>
              <a:cxnSpLocks/>
            </p:cNvCxnSpPr>
            <p:nvPr/>
          </p:nvCxnSpPr>
          <p:spPr>
            <a:xfrm>
              <a:off x="6444800" y="3055413"/>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94" name="Conector recto 93">
              <a:extLst>
                <a:ext uri="{FF2B5EF4-FFF2-40B4-BE49-F238E27FC236}">
                  <a16:creationId xmlns:a16="http://schemas.microsoft.com/office/drawing/2014/main" id="{403E1EBF-BE7F-AD97-0699-33CA09CCF7B7}"/>
                </a:ext>
              </a:extLst>
            </p:cNvPr>
            <p:cNvCxnSpPr/>
            <p:nvPr/>
          </p:nvCxnSpPr>
          <p:spPr>
            <a:xfrm>
              <a:off x="6444800" y="4961202"/>
              <a:ext cx="1278755" cy="0"/>
            </a:xfrm>
            <a:prstGeom prst="line">
              <a:avLst/>
            </a:prstGeom>
          </p:spPr>
          <p:style>
            <a:lnRef idx="2">
              <a:schemeClr val="dk1"/>
            </a:lnRef>
            <a:fillRef idx="0">
              <a:schemeClr val="dk1"/>
            </a:fillRef>
            <a:effectRef idx="1">
              <a:schemeClr val="dk1"/>
            </a:effectRef>
            <a:fontRef idx="minor">
              <a:schemeClr val="tx1"/>
            </a:fontRef>
          </p:style>
        </p:cxnSp>
        <p:cxnSp>
          <p:nvCxnSpPr>
            <p:cNvPr id="95" name="Conector recto 94">
              <a:extLst>
                <a:ext uri="{FF2B5EF4-FFF2-40B4-BE49-F238E27FC236}">
                  <a16:creationId xmlns:a16="http://schemas.microsoft.com/office/drawing/2014/main" id="{2632B356-1B85-B8ED-8A08-71F50CA73749}"/>
                </a:ext>
              </a:extLst>
            </p:cNvPr>
            <p:cNvCxnSpPr/>
            <p:nvPr/>
          </p:nvCxnSpPr>
          <p:spPr>
            <a:xfrm>
              <a:off x="6444800" y="2885430"/>
              <a:ext cx="1278755" cy="0"/>
            </a:xfrm>
            <a:prstGeom prst="line">
              <a:avLst/>
            </a:prstGeom>
          </p:spPr>
          <p:style>
            <a:lnRef idx="2">
              <a:schemeClr val="dk1"/>
            </a:lnRef>
            <a:fillRef idx="0">
              <a:schemeClr val="dk1"/>
            </a:fillRef>
            <a:effectRef idx="1">
              <a:schemeClr val="dk1"/>
            </a:effectRef>
            <a:fontRef idx="minor">
              <a:schemeClr val="tx1"/>
            </a:fontRef>
          </p:style>
        </p:cxnSp>
        <p:cxnSp>
          <p:nvCxnSpPr>
            <p:cNvPr id="96" name="Conector recto 95">
              <a:extLst>
                <a:ext uri="{FF2B5EF4-FFF2-40B4-BE49-F238E27FC236}">
                  <a16:creationId xmlns:a16="http://schemas.microsoft.com/office/drawing/2014/main" id="{D2336603-91DB-2192-1454-224BF3C4F1ED}"/>
                </a:ext>
              </a:extLst>
            </p:cNvPr>
            <p:cNvCxnSpPr/>
            <p:nvPr/>
          </p:nvCxnSpPr>
          <p:spPr>
            <a:xfrm>
              <a:off x="7723555" y="2889989"/>
              <a:ext cx="0" cy="2071213"/>
            </a:xfrm>
            <a:prstGeom prst="line">
              <a:avLst/>
            </a:prstGeom>
          </p:spPr>
          <p:style>
            <a:lnRef idx="2">
              <a:schemeClr val="dk1"/>
            </a:lnRef>
            <a:fillRef idx="0">
              <a:schemeClr val="dk1"/>
            </a:fillRef>
            <a:effectRef idx="1">
              <a:schemeClr val="dk1"/>
            </a:effectRef>
            <a:fontRef idx="minor">
              <a:schemeClr val="tx1"/>
            </a:fontRef>
          </p:style>
        </p:cxnSp>
        <p:cxnSp>
          <p:nvCxnSpPr>
            <p:cNvPr id="109" name="Conector recto de flecha 108">
              <a:extLst>
                <a:ext uri="{FF2B5EF4-FFF2-40B4-BE49-F238E27FC236}">
                  <a16:creationId xmlns:a16="http://schemas.microsoft.com/office/drawing/2014/main" id="{B7E071C5-A477-5D03-8A20-99ADE310B82F}"/>
                </a:ext>
              </a:extLst>
            </p:cNvPr>
            <p:cNvCxnSpPr>
              <a:cxnSpLocks/>
            </p:cNvCxnSpPr>
            <p:nvPr/>
          </p:nvCxnSpPr>
          <p:spPr>
            <a:xfrm>
              <a:off x="7718851" y="3033336"/>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1" name="Conector recto de flecha 110">
              <a:extLst>
                <a:ext uri="{FF2B5EF4-FFF2-40B4-BE49-F238E27FC236}">
                  <a16:creationId xmlns:a16="http://schemas.microsoft.com/office/drawing/2014/main" id="{A56DEFCC-DEAE-BFD2-8B30-F559A93F37BD}"/>
                </a:ext>
              </a:extLst>
            </p:cNvPr>
            <p:cNvCxnSpPr>
              <a:cxnSpLocks/>
            </p:cNvCxnSpPr>
            <p:nvPr/>
          </p:nvCxnSpPr>
          <p:spPr>
            <a:xfrm>
              <a:off x="7718851" y="3063673"/>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Conector recto de flecha 111">
              <a:extLst>
                <a:ext uri="{FF2B5EF4-FFF2-40B4-BE49-F238E27FC236}">
                  <a16:creationId xmlns:a16="http://schemas.microsoft.com/office/drawing/2014/main" id="{CC77DA83-51BA-FB85-8842-1138E6ADD310}"/>
                </a:ext>
              </a:extLst>
            </p:cNvPr>
            <p:cNvCxnSpPr>
              <a:cxnSpLocks/>
            </p:cNvCxnSpPr>
            <p:nvPr/>
          </p:nvCxnSpPr>
          <p:spPr>
            <a:xfrm>
              <a:off x="7718851" y="3092032"/>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Conector recto de flecha 112">
              <a:extLst>
                <a:ext uri="{FF2B5EF4-FFF2-40B4-BE49-F238E27FC236}">
                  <a16:creationId xmlns:a16="http://schemas.microsoft.com/office/drawing/2014/main" id="{C27C3E09-21CD-C5F7-68C0-A5AD27C60E09}"/>
                </a:ext>
              </a:extLst>
            </p:cNvPr>
            <p:cNvCxnSpPr>
              <a:cxnSpLocks/>
            </p:cNvCxnSpPr>
            <p:nvPr/>
          </p:nvCxnSpPr>
          <p:spPr>
            <a:xfrm>
              <a:off x="7734091" y="3665796"/>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Conector recto de flecha 113">
              <a:extLst>
                <a:ext uri="{FF2B5EF4-FFF2-40B4-BE49-F238E27FC236}">
                  <a16:creationId xmlns:a16="http://schemas.microsoft.com/office/drawing/2014/main" id="{D3F914A7-7574-2677-3ABC-FB5554E04521}"/>
                </a:ext>
              </a:extLst>
            </p:cNvPr>
            <p:cNvCxnSpPr>
              <a:cxnSpLocks/>
            </p:cNvCxnSpPr>
            <p:nvPr/>
          </p:nvCxnSpPr>
          <p:spPr>
            <a:xfrm>
              <a:off x="7734091" y="3696133"/>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Conector recto de flecha 114">
              <a:extLst>
                <a:ext uri="{FF2B5EF4-FFF2-40B4-BE49-F238E27FC236}">
                  <a16:creationId xmlns:a16="http://schemas.microsoft.com/office/drawing/2014/main" id="{56DE7397-7D8D-3B76-F90E-C06BEB0795EC}"/>
                </a:ext>
              </a:extLst>
            </p:cNvPr>
            <p:cNvCxnSpPr>
              <a:cxnSpLocks/>
            </p:cNvCxnSpPr>
            <p:nvPr/>
          </p:nvCxnSpPr>
          <p:spPr>
            <a:xfrm>
              <a:off x="7734091" y="3724492"/>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Conector recto de flecha 115">
              <a:extLst>
                <a:ext uri="{FF2B5EF4-FFF2-40B4-BE49-F238E27FC236}">
                  <a16:creationId xmlns:a16="http://schemas.microsoft.com/office/drawing/2014/main" id="{9FEACE73-EC3B-9FF1-95E9-C38A6B67B34F}"/>
                </a:ext>
              </a:extLst>
            </p:cNvPr>
            <p:cNvCxnSpPr>
              <a:cxnSpLocks/>
            </p:cNvCxnSpPr>
            <p:nvPr/>
          </p:nvCxnSpPr>
          <p:spPr>
            <a:xfrm>
              <a:off x="7724566" y="4265871"/>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Conector recto de flecha 116">
              <a:extLst>
                <a:ext uri="{FF2B5EF4-FFF2-40B4-BE49-F238E27FC236}">
                  <a16:creationId xmlns:a16="http://schemas.microsoft.com/office/drawing/2014/main" id="{2B558B31-48CD-9095-DB4F-3DA9F9C2706B}"/>
                </a:ext>
              </a:extLst>
            </p:cNvPr>
            <p:cNvCxnSpPr>
              <a:cxnSpLocks/>
            </p:cNvCxnSpPr>
            <p:nvPr/>
          </p:nvCxnSpPr>
          <p:spPr>
            <a:xfrm>
              <a:off x="7724566" y="4296208"/>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 name="Conector recto de flecha 117">
              <a:extLst>
                <a:ext uri="{FF2B5EF4-FFF2-40B4-BE49-F238E27FC236}">
                  <a16:creationId xmlns:a16="http://schemas.microsoft.com/office/drawing/2014/main" id="{EAB3A927-6E1D-8B0C-4171-2BCBF3F89727}"/>
                </a:ext>
              </a:extLst>
            </p:cNvPr>
            <p:cNvCxnSpPr>
              <a:cxnSpLocks/>
            </p:cNvCxnSpPr>
            <p:nvPr/>
          </p:nvCxnSpPr>
          <p:spPr>
            <a:xfrm>
              <a:off x="7724566" y="4324567"/>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Conector recto de flecha 118">
              <a:extLst>
                <a:ext uri="{FF2B5EF4-FFF2-40B4-BE49-F238E27FC236}">
                  <a16:creationId xmlns:a16="http://schemas.microsoft.com/office/drawing/2014/main" id="{CBD7D266-3B8B-66D4-68DF-22665F20A0F8}"/>
                </a:ext>
              </a:extLst>
            </p:cNvPr>
            <p:cNvCxnSpPr>
              <a:cxnSpLocks/>
            </p:cNvCxnSpPr>
            <p:nvPr/>
          </p:nvCxnSpPr>
          <p:spPr>
            <a:xfrm>
              <a:off x="7734091" y="4738311"/>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Conector recto de flecha 119">
              <a:extLst>
                <a:ext uri="{FF2B5EF4-FFF2-40B4-BE49-F238E27FC236}">
                  <a16:creationId xmlns:a16="http://schemas.microsoft.com/office/drawing/2014/main" id="{C71B825C-4566-63E7-120D-340E2A4C422E}"/>
                </a:ext>
              </a:extLst>
            </p:cNvPr>
            <p:cNvCxnSpPr>
              <a:cxnSpLocks/>
            </p:cNvCxnSpPr>
            <p:nvPr/>
          </p:nvCxnSpPr>
          <p:spPr>
            <a:xfrm>
              <a:off x="7734091" y="4768648"/>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 name="Conector recto de flecha 120">
              <a:extLst>
                <a:ext uri="{FF2B5EF4-FFF2-40B4-BE49-F238E27FC236}">
                  <a16:creationId xmlns:a16="http://schemas.microsoft.com/office/drawing/2014/main" id="{1A05E323-BEB8-FC15-0139-5DD33B707ECF}"/>
                </a:ext>
              </a:extLst>
            </p:cNvPr>
            <p:cNvCxnSpPr>
              <a:cxnSpLocks/>
            </p:cNvCxnSpPr>
            <p:nvPr/>
          </p:nvCxnSpPr>
          <p:spPr>
            <a:xfrm>
              <a:off x="7734091" y="4797007"/>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36" name="CuadroTexto 135">
            <a:extLst>
              <a:ext uri="{FF2B5EF4-FFF2-40B4-BE49-F238E27FC236}">
                <a16:creationId xmlns:a16="http://schemas.microsoft.com/office/drawing/2014/main" id="{51BAC964-AAF6-B8C8-629C-3C407AAEA2FC}"/>
              </a:ext>
            </a:extLst>
          </p:cNvPr>
          <p:cNvSpPr txBox="1"/>
          <p:nvPr/>
        </p:nvSpPr>
        <p:spPr>
          <a:xfrm>
            <a:off x="11251392" y="2847675"/>
            <a:ext cx="504081" cy="369332"/>
          </a:xfrm>
          <a:prstGeom prst="rect">
            <a:avLst/>
          </a:prstGeom>
          <a:noFill/>
        </p:spPr>
        <p:txBody>
          <a:bodyPr wrap="square">
            <a:spAutoFit/>
          </a:bodyPr>
          <a:lstStyle/>
          <a:p>
            <a:r>
              <a:rPr lang="es-CO" sz="1800" dirty="0"/>
              <a:t>f</a:t>
            </a:r>
            <a:r>
              <a:rPr lang="es-CO" sz="1800" baseline="-25000" dirty="0"/>
              <a:t>s</a:t>
            </a:r>
            <a:r>
              <a:rPr lang="es-CO" baseline="-25000" dirty="0"/>
              <a:t>1</a:t>
            </a:r>
            <a:endParaRPr lang="es-CO" dirty="0"/>
          </a:p>
        </p:txBody>
      </p:sp>
      <p:sp>
        <p:nvSpPr>
          <p:cNvPr id="137" name="CuadroTexto 136">
            <a:extLst>
              <a:ext uri="{FF2B5EF4-FFF2-40B4-BE49-F238E27FC236}">
                <a16:creationId xmlns:a16="http://schemas.microsoft.com/office/drawing/2014/main" id="{9C427E72-55CB-525F-9365-C2104C2E895C}"/>
              </a:ext>
            </a:extLst>
          </p:cNvPr>
          <p:cNvSpPr txBox="1"/>
          <p:nvPr/>
        </p:nvSpPr>
        <p:spPr>
          <a:xfrm>
            <a:off x="11251391" y="3505329"/>
            <a:ext cx="504081" cy="369332"/>
          </a:xfrm>
          <a:prstGeom prst="rect">
            <a:avLst/>
          </a:prstGeom>
          <a:noFill/>
        </p:spPr>
        <p:txBody>
          <a:bodyPr wrap="square">
            <a:spAutoFit/>
          </a:bodyPr>
          <a:lstStyle/>
          <a:p>
            <a:r>
              <a:rPr lang="es-CO" sz="1800" dirty="0" err="1"/>
              <a:t>f</a:t>
            </a:r>
            <a:r>
              <a:rPr lang="es-CO" sz="1800" baseline="-25000" dirty="0" err="1"/>
              <a:t>s</a:t>
            </a:r>
            <a:r>
              <a:rPr lang="es-CO" baseline="-25000" dirty="0" err="1"/>
              <a:t>i</a:t>
            </a:r>
            <a:endParaRPr lang="es-CO" dirty="0"/>
          </a:p>
        </p:txBody>
      </p:sp>
      <p:sp>
        <p:nvSpPr>
          <p:cNvPr id="138" name="CuadroTexto 137">
            <a:extLst>
              <a:ext uri="{FF2B5EF4-FFF2-40B4-BE49-F238E27FC236}">
                <a16:creationId xmlns:a16="http://schemas.microsoft.com/office/drawing/2014/main" id="{BF04F811-D199-054A-E001-D73A0EE6091D}"/>
              </a:ext>
            </a:extLst>
          </p:cNvPr>
          <p:cNvSpPr txBox="1"/>
          <p:nvPr/>
        </p:nvSpPr>
        <p:spPr>
          <a:xfrm>
            <a:off x="11270856" y="4063197"/>
            <a:ext cx="504081" cy="369332"/>
          </a:xfrm>
          <a:prstGeom prst="rect">
            <a:avLst/>
          </a:prstGeom>
          <a:noFill/>
        </p:spPr>
        <p:txBody>
          <a:bodyPr wrap="square">
            <a:spAutoFit/>
          </a:bodyPr>
          <a:lstStyle/>
          <a:p>
            <a:r>
              <a:rPr lang="es-CO" sz="1800" dirty="0" err="1"/>
              <a:t>f</a:t>
            </a:r>
            <a:r>
              <a:rPr lang="es-CO" sz="1800" baseline="-25000" dirty="0" err="1"/>
              <a:t>s</a:t>
            </a:r>
            <a:r>
              <a:rPr lang="es-CO" baseline="-25000" dirty="0" err="1"/>
              <a:t>i</a:t>
            </a:r>
            <a:endParaRPr lang="es-CO" dirty="0"/>
          </a:p>
        </p:txBody>
      </p:sp>
      <p:sp>
        <p:nvSpPr>
          <p:cNvPr id="139" name="CuadroTexto 138">
            <a:extLst>
              <a:ext uri="{FF2B5EF4-FFF2-40B4-BE49-F238E27FC236}">
                <a16:creationId xmlns:a16="http://schemas.microsoft.com/office/drawing/2014/main" id="{DDB57EC9-4FF8-EEC2-4293-B22167B823D8}"/>
              </a:ext>
            </a:extLst>
          </p:cNvPr>
          <p:cNvSpPr txBox="1"/>
          <p:nvPr/>
        </p:nvSpPr>
        <p:spPr>
          <a:xfrm>
            <a:off x="11310049" y="4511609"/>
            <a:ext cx="504081" cy="369332"/>
          </a:xfrm>
          <a:prstGeom prst="rect">
            <a:avLst/>
          </a:prstGeom>
          <a:noFill/>
        </p:spPr>
        <p:txBody>
          <a:bodyPr wrap="square">
            <a:spAutoFit/>
          </a:bodyPr>
          <a:lstStyle/>
          <a:p>
            <a:r>
              <a:rPr lang="es-CO" sz="1800" dirty="0" err="1"/>
              <a:t>f</a:t>
            </a:r>
            <a:r>
              <a:rPr lang="es-CO" sz="1800" baseline="-25000" dirty="0" err="1"/>
              <a:t>s</a:t>
            </a:r>
            <a:r>
              <a:rPr lang="es-CO" baseline="-25000" dirty="0" err="1"/>
              <a:t>n</a:t>
            </a:r>
            <a:endParaRPr lang="es-CO" dirty="0"/>
          </a:p>
        </p:txBody>
      </p:sp>
      <p:grpSp>
        <p:nvGrpSpPr>
          <p:cNvPr id="157" name="Grupo 156">
            <a:extLst>
              <a:ext uri="{FF2B5EF4-FFF2-40B4-BE49-F238E27FC236}">
                <a16:creationId xmlns:a16="http://schemas.microsoft.com/office/drawing/2014/main" id="{E3CCE984-E9E8-2E57-4AB8-123E46A11C44}"/>
              </a:ext>
            </a:extLst>
          </p:cNvPr>
          <p:cNvGrpSpPr/>
          <p:nvPr/>
        </p:nvGrpSpPr>
        <p:grpSpPr>
          <a:xfrm>
            <a:off x="9208945" y="2890510"/>
            <a:ext cx="1963928" cy="2075772"/>
            <a:chOff x="9208945" y="2890510"/>
            <a:chExt cx="1963928" cy="2075772"/>
          </a:xfrm>
        </p:grpSpPr>
        <p:grpSp>
          <p:nvGrpSpPr>
            <p:cNvPr id="122" name="Grupo 121">
              <a:extLst>
                <a:ext uri="{FF2B5EF4-FFF2-40B4-BE49-F238E27FC236}">
                  <a16:creationId xmlns:a16="http://schemas.microsoft.com/office/drawing/2014/main" id="{5F1FBDA9-3BDB-11D4-4500-A646576DAD39}"/>
                </a:ext>
              </a:extLst>
            </p:cNvPr>
            <p:cNvGrpSpPr/>
            <p:nvPr/>
          </p:nvGrpSpPr>
          <p:grpSpPr>
            <a:xfrm>
              <a:off x="9208945" y="2895069"/>
              <a:ext cx="416636" cy="2071213"/>
              <a:chOff x="3220720" y="2899489"/>
              <a:chExt cx="416636" cy="2071213"/>
            </a:xfrm>
          </p:grpSpPr>
          <p:cxnSp>
            <p:nvCxnSpPr>
              <p:cNvPr id="123" name="Conector recto 122">
                <a:extLst>
                  <a:ext uri="{FF2B5EF4-FFF2-40B4-BE49-F238E27FC236}">
                    <a16:creationId xmlns:a16="http://schemas.microsoft.com/office/drawing/2014/main" id="{4854BB4B-B042-88F5-913D-1154753434CD}"/>
                  </a:ext>
                </a:extLst>
              </p:cNvPr>
              <p:cNvCxnSpPr>
                <a:cxnSpLocks/>
              </p:cNvCxnSpPr>
              <p:nvPr/>
            </p:nvCxnSpPr>
            <p:spPr>
              <a:xfrm>
                <a:off x="3430719" y="2899489"/>
                <a:ext cx="0" cy="876803"/>
              </a:xfrm>
              <a:prstGeom prst="line">
                <a:avLst/>
              </a:prstGeom>
            </p:spPr>
            <p:style>
              <a:lnRef idx="2">
                <a:schemeClr val="dk1"/>
              </a:lnRef>
              <a:fillRef idx="0">
                <a:schemeClr val="dk1"/>
              </a:fillRef>
              <a:effectRef idx="1">
                <a:schemeClr val="dk1"/>
              </a:effectRef>
              <a:fontRef idx="minor">
                <a:schemeClr val="tx1"/>
              </a:fontRef>
            </p:style>
          </p:cxnSp>
          <p:cxnSp>
            <p:nvCxnSpPr>
              <p:cNvPr id="124" name="Conector recto 123">
                <a:extLst>
                  <a:ext uri="{FF2B5EF4-FFF2-40B4-BE49-F238E27FC236}">
                    <a16:creationId xmlns:a16="http://schemas.microsoft.com/office/drawing/2014/main" id="{B19CBA25-8543-6C6A-D077-E9F57F753148}"/>
                  </a:ext>
                </a:extLst>
              </p:cNvPr>
              <p:cNvCxnSpPr>
                <a:cxnSpLocks/>
              </p:cNvCxnSpPr>
              <p:nvPr/>
            </p:nvCxnSpPr>
            <p:spPr>
              <a:xfrm>
                <a:off x="3220720" y="3954921"/>
                <a:ext cx="416636" cy="0"/>
              </a:xfrm>
              <a:prstGeom prst="line">
                <a:avLst/>
              </a:prstGeom>
            </p:spPr>
            <p:style>
              <a:lnRef idx="2">
                <a:schemeClr val="dk1"/>
              </a:lnRef>
              <a:fillRef idx="0">
                <a:schemeClr val="dk1"/>
              </a:fillRef>
              <a:effectRef idx="1">
                <a:schemeClr val="dk1"/>
              </a:effectRef>
              <a:fontRef idx="minor">
                <a:schemeClr val="tx1"/>
              </a:fontRef>
            </p:style>
          </p:cxnSp>
          <p:cxnSp>
            <p:nvCxnSpPr>
              <p:cNvPr id="125" name="Conector recto 124">
                <a:extLst>
                  <a:ext uri="{FF2B5EF4-FFF2-40B4-BE49-F238E27FC236}">
                    <a16:creationId xmlns:a16="http://schemas.microsoft.com/office/drawing/2014/main" id="{1F074E2C-EA95-5981-573C-17EA474BC0B6}"/>
                  </a:ext>
                </a:extLst>
              </p:cNvPr>
              <p:cNvCxnSpPr>
                <a:cxnSpLocks/>
              </p:cNvCxnSpPr>
              <p:nvPr/>
            </p:nvCxnSpPr>
            <p:spPr>
              <a:xfrm flipH="1">
                <a:off x="3220720" y="3776292"/>
                <a:ext cx="209999" cy="178629"/>
              </a:xfrm>
              <a:prstGeom prst="line">
                <a:avLst/>
              </a:prstGeom>
            </p:spPr>
            <p:style>
              <a:lnRef idx="2">
                <a:schemeClr val="dk1"/>
              </a:lnRef>
              <a:fillRef idx="0">
                <a:schemeClr val="dk1"/>
              </a:fillRef>
              <a:effectRef idx="1">
                <a:schemeClr val="dk1"/>
              </a:effectRef>
              <a:fontRef idx="minor">
                <a:schemeClr val="tx1"/>
              </a:fontRef>
            </p:style>
          </p:cxnSp>
          <p:cxnSp>
            <p:nvCxnSpPr>
              <p:cNvPr id="126" name="Conector recto 125">
                <a:extLst>
                  <a:ext uri="{FF2B5EF4-FFF2-40B4-BE49-F238E27FC236}">
                    <a16:creationId xmlns:a16="http://schemas.microsoft.com/office/drawing/2014/main" id="{2A79FA72-D7EE-BCDB-6867-457C396E4234}"/>
                  </a:ext>
                </a:extLst>
              </p:cNvPr>
              <p:cNvCxnSpPr>
                <a:cxnSpLocks/>
              </p:cNvCxnSpPr>
              <p:nvPr/>
            </p:nvCxnSpPr>
            <p:spPr>
              <a:xfrm flipH="1">
                <a:off x="3427357" y="3956300"/>
                <a:ext cx="209999" cy="178629"/>
              </a:xfrm>
              <a:prstGeom prst="line">
                <a:avLst/>
              </a:prstGeom>
            </p:spPr>
            <p:style>
              <a:lnRef idx="2">
                <a:schemeClr val="dk1"/>
              </a:lnRef>
              <a:fillRef idx="0">
                <a:schemeClr val="dk1"/>
              </a:fillRef>
              <a:effectRef idx="1">
                <a:schemeClr val="dk1"/>
              </a:effectRef>
              <a:fontRef idx="minor">
                <a:schemeClr val="tx1"/>
              </a:fontRef>
            </p:style>
          </p:cxnSp>
          <p:cxnSp>
            <p:nvCxnSpPr>
              <p:cNvPr id="127" name="Conector recto 126">
                <a:extLst>
                  <a:ext uri="{FF2B5EF4-FFF2-40B4-BE49-F238E27FC236}">
                    <a16:creationId xmlns:a16="http://schemas.microsoft.com/office/drawing/2014/main" id="{D303A14B-A01D-FF13-E660-84F7C1E38AE7}"/>
                  </a:ext>
                </a:extLst>
              </p:cNvPr>
              <p:cNvCxnSpPr>
                <a:cxnSpLocks/>
              </p:cNvCxnSpPr>
              <p:nvPr/>
            </p:nvCxnSpPr>
            <p:spPr>
              <a:xfrm>
                <a:off x="3427357" y="4134929"/>
                <a:ext cx="3362" cy="835773"/>
              </a:xfrm>
              <a:prstGeom prst="line">
                <a:avLst/>
              </a:prstGeom>
            </p:spPr>
            <p:style>
              <a:lnRef idx="2">
                <a:schemeClr val="dk1"/>
              </a:lnRef>
              <a:fillRef idx="0">
                <a:schemeClr val="dk1"/>
              </a:fillRef>
              <a:effectRef idx="1">
                <a:schemeClr val="dk1"/>
              </a:effectRef>
              <a:fontRef idx="minor">
                <a:schemeClr val="tx1"/>
              </a:fontRef>
            </p:style>
          </p:cxnSp>
        </p:grpSp>
        <p:cxnSp>
          <p:nvCxnSpPr>
            <p:cNvPr id="128" name="Conector recto 127">
              <a:extLst>
                <a:ext uri="{FF2B5EF4-FFF2-40B4-BE49-F238E27FC236}">
                  <a16:creationId xmlns:a16="http://schemas.microsoft.com/office/drawing/2014/main" id="{688E0F09-51A6-1A62-C222-861D7703D05B}"/>
                </a:ext>
              </a:extLst>
            </p:cNvPr>
            <p:cNvCxnSpPr>
              <a:cxnSpLocks/>
            </p:cNvCxnSpPr>
            <p:nvPr/>
          </p:nvCxnSpPr>
          <p:spPr>
            <a:xfrm>
              <a:off x="9415582" y="4774609"/>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129" name="Conector recto 128">
              <a:extLst>
                <a:ext uri="{FF2B5EF4-FFF2-40B4-BE49-F238E27FC236}">
                  <a16:creationId xmlns:a16="http://schemas.microsoft.com/office/drawing/2014/main" id="{A1DF3B8C-0B31-97EF-686A-5C9DFC003B46}"/>
                </a:ext>
              </a:extLst>
            </p:cNvPr>
            <p:cNvCxnSpPr>
              <a:cxnSpLocks/>
            </p:cNvCxnSpPr>
            <p:nvPr/>
          </p:nvCxnSpPr>
          <p:spPr>
            <a:xfrm>
              <a:off x="9415582" y="4297829"/>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130" name="Conector recto 129">
              <a:extLst>
                <a:ext uri="{FF2B5EF4-FFF2-40B4-BE49-F238E27FC236}">
                  <a16:creationId xmlns:a16="http://schemas.microsoft.com/office/drawing/2014/main" id="{39F646F7-AE80-E38D-2EA7-64063CD3DA9E}"/>
                </a:ext>
              </a:extLst>
            </p:cNvPr>
            <p:cNvCxnSpPr>
              <a:cxnSpLocks/>
            </p:cNvCxnSpPr>
            <p:nvPr/>
          </p:nvCxnSpPr>
          <p:spPr>
            <a:xfrm>
              <a:off x="9415582" y="3696828"/>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131" name="Conector recto 130">
              <a:extLst>
                <a:ext uri="{FF2B5EF4-FFF2-40B4-BE49-F238E27FC236}">
                  <a16:creationId xmlns:a16="http://schemas.microsoft.com/office/drawing/2014/main" id="{89D6D40F-1EFB-9F04-C420-075F3D7587B2}"/>
                </a:ext>
              </a:extLst>
            </p:cNvPr>
            <p:cNvCxnSpPr>
              <a:cxnSpLocks/>
            </p:cNvCxnSpPr>
            <p:nvPr/>
          </p:nvCxnSpPr>
          <p:spPr>
            <a:xfrm>
              <a:off x="9415582" y="3060493"/>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132" name="Conector recto 131">
              <a:extLst>
                <a:ext uri="{FF2B5EF4-FFF2-40B4-BE49-F238E27FC236}">
                  <a16:creationId xmlns:a16="http://schemas.microsoft.com/office/drawing/2014/main" id="{80399A52-6EA6-A3C9-256A-FCD4C7CDD631}"/>
                </a:ext>
              </a:extLst>
            </p:cNvPr>
            <p:cNvCxnSpPr/>
            <p:nvPr/>
          </p:nvCxnSpPr>
          <p:spPr>
            <a:xfrm>
              <a:off x="9415582" y="4966282"/>
              <a:ext cx="1278755" cy="0"/>
            </a:xfrm>
            <a:prstGeom prst="line">
              <a:avLst/>
            </a:prstGeom>
          </p:spPr>
          <p:style>
            <a:lnRef idx="2">
              <a:schemeClr val="dk1"/>
            </a:lnRef>
            <a:fillRef idx="0">
              <a:schemeClr val="dk1"/>
            </a:fillRef>
            <a:effectRef idx="1">
              <a:schemeClr val="dk1"/>
            </a:effectRef>
            <a:fontRef idx="minor">
              <a:schemeClr val="tx1"/>
            </a:fontRef>
          </p:style>
        </p:cxnSp>
        <p:cxnSp>
          <p:nvCxnSpPr>
            <p:cNvPr id="133" name="Conector recto 132">
              <a:extLst>
                <a:ext uri="{FF2B5EF4-FFF2-40B4-BE49-F238E27FC236}">
                  <a16:creationId xmlns:a16="http://schemas.microsoft.com/office/drawing/2014/main" id="{9A67C364-4685-85C1-7A1F-6592413FF631}"/>
                </a:ext>
              </a:extLst>
            </p:cNvPr>
            <p:cNvCxnSpPr/>
            <p:nvPr/>
          </p:nvCxnSpPr>
          <p:spPr>
            <a:xfrm>
              <a:off x="9415582" y="2890510"/>
              <a:ext cx="1278755" cy="0"/>
            </a:xfrm>
            <a:prstGeom prst="line">
              <a:avLst/>
            </a:prstGeom>
          </p:spPr>
          <p:style>
            <a:lnRef idx="2">
              <a:schemeClr val="dk1"/>
            </a:lnRef>
            <a:fillRef idx="0">
              <a:schemeClr val="dk1"/>
            </a:fillRef>
            <a:effectRef idx="1">
              <a:schemeClr val="dk1"/>
            </a:effectRef>
            <a:fontRef idx="minor">
              <a:schemeClr val="tx1"/>
            </a:fontRef>
          </p:style>
        </p:cxnSp>
        <p:cxnSp>
          <p:nvCxnSpPr>
            <p:cNvPr id="134" name="Conector recto 133">
              <a:extLst>
                <a:ext uri="{FF2B5EF4-FFF2-40B4-BE49-F238E27FC236}">
                  <a16:creationId xmlns:a16="http://schemas.microsoft.com/office/drawing/2014/main" id="{62C09FDB-1888-4436-E551-3ED4E7D9A3D3}"/>
                </a:ext>
              </a:extLst>
            </p:cNvPr>
            <p:cNvCxnSpPr/>
            <p:nvPr/>
          </p:nvCxnSpPr>
          <p:spPr>
            <a:xfrm>
              <a:off x="10694337" y="2895069"/>
              <a:ext cx="0" cy="2071213"/>
            </a:xfrm>
            <a:prstGeom prst="line">
              <a:avLst/>
            </a:prstGeom>
          </p:spPr>
          <p:style>
            <a:lnRef idx="2">
              <a:schemeClr val="dk1"/>
            </a:lnRef>
            <a:fillRef idx="0">
              <a:schemeClr val="dk1"/>
            </a:fillRef>
            <a:effectRef idx="1">
              <a:schemeClr val="dk1"/>
            </a:effectRef>
            <a:fontRef idx="minor">
              <a:schemeClr val="tx1"/>
            </a:fontRef>
          </p:style>
        </p:cxnSp>
        <p:cxnSp>
          <p:nvCxnSpPr>
            <p:cNvPr id="141" name="Conector recto de flecha 140">
              <a:extLst>
                <a:ext uri="{FF2B5EF4-FFF2-40B4-BE49-F238E27FC236}">
                  <a16:creationId xmlns:a16="http://schemas.microsoft.com/office/drawing/2014/main" id="{C3837DFC-AECF-4C24-25A0-520DE7B2008A}"/>
                </a:ext>
              </a:extLst>
            </p:cNvPr>
            <p:cNvCxnSpPr>
              <a:cxnSpLocks/>
            </p:cNvCxnSpPr>
            <p:nvPr/>
          </p:nvCxnSpPr>
          <p:spPr>
            <a:xfrm>
              <a:off x="10689633" y="3068753"/>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4" name="Conector recto de flecha 143">
              <a:extLst>
                <a:ext uri="{FF2B5EF4-FFF2-40B4-BE49-F238E27FC236}">
                  <a16:creationId xmlns:a16="http://schemas.microsoft.com/office/drawing/2014/main" id="{E53249A3-AFF3-0900-BF15-8622FD4EC95C}"/>
                </a:ext>
              </a:extLst>
            </p:cNvPr>
            <p:cNvCxnSpPr>
              <a:cxnSpLocks/>
            </p:cNvCxnSpPr>
            <p:nvPr/>
          </p:nvCxnSpPr>
          <p:spPr>
            <a:xfrm>
              <a:off x="10704873" y="3701213"/>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7" name="Conector recto de flecha 146">
              <a:extLst>
                <a:ext uri="{FF2B5EF4-FFF2-40B4-BE49-F238E27FC236}">
                  <a16:creationId xmlns:a16="http://schemas.microsoft.com/office/drawing/2014/main" id="{A4514CDC-23E7-A2DF-0AA4-CA96789F7993}"/>
                </a:ext>
              </a:extLst>
            </p:cNvPr>
            <p:cNvCxnSpPr>
              <a:cxnSpLocks/>
            </p:cNvCxnSpPr>
            <p:nvPr/>
          </p:nvCxnSpPr>
          <p:spPr>
            <a:xfrm>
              <a:off x="10695348" y="4301288"/>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0" name="Conector recto de flecha 149">
              <a:extLst>
                <a:ext uri="{FF2B5EF4-FFF2-40B4-BE49-F238E27FC236}">
                  <a16:creationId xmlns:a16="http://schemas.microsoft.com/office/drawing/2014/main" id="{63692193-42CA-22EF-C0D7-D42AB93183CB}"/>
                </a:ext>
              </a:extLst>
            </p:cNvPr>
            <p:cNvCxnSpPr>
              <a:cxnSpLocks/>
            </p:cNvCxnSpPr>
            <p:nvPr/>
          </p:nvCxnSpPr>
          <p:spPr>
            <a:xfrm>
              <a:off x="10704873" y="4773728"/>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52" name="CuadroTexto 151">
            <a:extLst>
              <a:ext uri="{FF2B5EF4-FFF2-40B4-BE49-F238E27FC236}">
                <a16:creationId xmlns:a16="http://schemas.microsoft.com/office/drawing/2014/main" id="{63468A3A-F110-C2D7-3289-D7E5EB2A4060}"/>
              </a:ext>
            </a:extLst>
          </p:cNvPr>
          <p:cNvSpPr txBox="1"/>
          <p:nvPr/>
        </p:nvSpPr>
        <p:spPr>
          <a:xfrm>
            <a:off x="3270758" y="5105401"/>
            <a:ext cx="1992408" cy="400110"/>
          </a:xfrm>
          <a:prstGeom prst="rect">
            <a:avLst/>
          </a:prstGeom>
          <a:noFill/>
        </p:spPr>
        <p:txBody>
          <a:bodyPr wrap="square">
            <a:spAutoFit/>
          </a:bodyPr>
          <a:lstStyle/>
          <a:p>
            <a:r>
              <a:rPr lang="es-CO" sz="2000" dirty="0"/>
              <a:t>Deformaciones</a:t>
            </a:r>
            <a:endParaRPr lang="es-CO" sz="2000" dirty="0">
              <a:ea typeface="Calibri" panose="020F0502020204030204" pitchFamily="34" charset="0"/>
              <a:cs typeface="Calibri" panose="020F0502020204030204" pitchFamily="34" charset="0"/>
            </a:endParaRPr>
          </a:p>
        </p:txBody>
      </p:sp>
      <p:sp>
        <p:nvSpPr>
          <p:cNvPr id="153" name="CuadroTexto 152">
            <a:extLst>
              <a:ext uri="{FF2B5EF4-FFF2-40B4-BE49-F238E27FC236}">
                <a16:creationId xmlns:a16="http://schemas.microsoft.com/office/drawing/2014/main" id="{F24BCC34-9054-2504-7A92-031B4C284982}"/>
              </a:ext>
            </a:extLst>
          </p:cNvPr>
          <p:cNvSpPr txBox="1"/>
          <p:nvPr/>
        </p:nvSpPr>
        <p:spPr>
          <a:xfrm>
            <a:off x="6668931" y="5145179"/>
            <a:ext cx="1670335" cy="400110"/>
          </a:xfrm>
          <a:prstGeom prst="rect">
            <a:avLst/>
          </a:prstGeom>
          <a:noFill/>
        </p:spPr>
        <p:txBody>
          <a:bodyPr wrap="square">
            <a:spAutoFit/>
          </a:bodyPr>
          <a:lstStyle/>
          <a:p>
            <a:r>
              <a:rPr lang="es-CO" sz="2000" dirty="0"/>
              <a:t>Esfuerzos</a:t>
            </a:r>
            <a:endParaRPr lang="es-CO" sz="2000" dirty="0">
              <a:ea typeface="Calibri" panose="020F0502020204030204" pitchFamily="34" charset="0"/>
              <a:cs typeface="Calibri" panose="020F0502020204030204" pitchFamily="34" charset="0"/>
            </a:endParaRPr>
          </a:p>
        </p:txBody>
      </p:sp>
      <p:sp>
        <p:nvSpPr>
          <p:cNvPr id="154" name="CuadroTexto 153">
            <a:extLst>
              <a:ext uri="{FF2B5EF4-FFF2-40B4-BE49-F238E27FC236}">
                <a16:creationId xmlns:a16="http://schemas.microsoft.com/office/drawing/2014/main" id="{D2899AD9-4F23-DAFE-1E24-D3DBD57840FB}"/>
              </a:ext>
            </a:extLst>
          </p:cNvPr>
          <p:cNvSpPr txBox="1"/>
          <p:nvPr/>
        </p:nvSpPr>
        <p:spPr>
          <a:xfrm>
            <a:off x="9970168" y="5165077"/>
            <a:ext cx="1278756" cy="400110"/>
          </a:xfrm>
          <a:prstGeom prst="rect">
            <a:avLst/>
          </a:prstGeom>
          <a:noFill/>
        </p:spPr>
        <p:txBody>
          <a:bodyPr wrap="square">
            <a:spAutoFit/>
          </a:bodyPr>
          <a:lstStyle/>
          <a:p>
            <a:r>
              <a:rPr lang="es-CO" sz="2000" dirty="0"/>
              <a:t>Fuerzas</a:t>
            </a:r>
            <a:endParaRPr lang="es-CO" sz="20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24307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5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0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5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5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3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3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3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39"/>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5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8" grpId="0" animBg="1"/>
      <p:bldP spid="19" grpId="0" animBg="1"/>
      <p:bldP spid="20" grpId="0" animBg="1"/>
      <p:bldP spid="21" grpId="0" animBg="1"/>
      <p:bldP spid="22" grpId="0" animBg="1"/>
      <p:bldP spid="23" grpId="0" animBg="1"/>
      <p:bldP spid="30" grpId="0" animBg="1"/>
      <p:bldP spid="31" grpId="0" animBg="1"/>
      <p:bldP spid="32" grpId="0" animBg="1"/>
      <p:bldP spid="35" grpId="0" animBg="1"/>
      <p:bldP spid="36" grpId="0" animBg="1"/>
      <p:bldP spid="78" grpId="0"/>
      <p:bldP spid="80" grpId="0"/>
      <p:bldP spid="81" grpId="0"/>
      <p:bldP spid="82" grpId="0"/>
      <p:bldP spid="83" grpId="0"/>
      <p:bldP spid="102" grpId="0"/>
      <p:bldP spid="103" grpId="0"/>
      <p:bldP spid="104" grpId="0"/>
      <p:bldP spid="105" grpId="0"/>
      <p:bldP spid="136" grpId="0"/>
      <p:bldP spid="137" grpId="0"/>
      <p:bldP spid="138" grpId="0"/>
      <p:bldP spid="139" grpId="0"/>
      <p:bldP spid="152" grpId="0"/>
      <p:bldP spid="153" grpId="0"/>
      <p:bldP spid="15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FE097-ABDB-66CE-710E-BA3C31363AC9}"/>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33F3210-CF3C-CC6B-4AAF-5D37853814F8}"/>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7EA4AD61-805A-6F2A-4213-E9B2BF316F5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989CF20A-C2AF-766F-91EB-4B7BCD877234}"/>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4" name="CuadroTexto 3">
            <a:extLst>
              <a:ext uri="{FF2B5EF4-FFF2-40B4-BE49-F238E27FC236}">
                <a16:creationId xmlns:a16="http://schemas.microsoft.com/office/drawing/2014/main" id="{843B56A1-CE3D-9B3E-239B-5F5FC042065D}"/>
              </a:ext>
            </a:extLst>
          </p:cNvPr>
          <p:cNvSpPr txBox="1"/>
          <p:nvPr/>
        </p:nvSpPr>
        <p:spPr>
          <a:xfrm>
            <a:off x="94170" y="1010729"/>
            <a:ext cx="4828465"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Tracción</a:t>
            </a:r>
          </a:p>
        </p:txBody>
      </p:sp>
      <p:sp>
        <p:nvSpPr>
          <p:cNvPr id="6" name="CuadroTexto 5">
            <a:extLst>
              <a:ext uri="{FF2B5EF4-FFF2-40B4-BE49-F238E27FC236}">
                <a16:creationId xmlns:a16="http://schemas.microsoft.com/office/drawing/2014/main" id="{A643D2C1-06E5-D4E4-76B9-628FE25B4390}"/>
              </a:ext>
            </a:extLst>
          </p:cNvPr>
          <p:cNvSpPr txBox="1"/>
          <p:nvPr/>
        </p:nvSpPr>
        <p:spPr>
          <a:xfrm>
            <a:off x="94170" y="1472394"/>
            <a:ext cx="12097830" cy="1200329"/>
          </a:xfrm>
          <a:prstGeom prst="rect">
            <a:avLst/>
          </a:prstGeom>
          <a:noFill/>
        </p:spPr>
        <p:txBody>
          <a:bodyPr wrap="square">
            <a:spAutoFit/>
          </a:bodyPr>
          <a:lstStyle/>
          <a:p>
            <a:r>
              <a:rPr lang="es-CO" sz="2400" dirty="0"/>
              <a:t>Para determinar la resistencia de diseño de una sección por el método de los factores de carga y resistencia LRFD, se multiplica la resistencia nominal a la tracción de la misma por el factor de reducción de resistencia ϕ, el cual tiene un valor menor que la unidad</a:t>
            </a:r>
            <a:endParaRPr lang="es-CO" sz="2200" dirty="0">
              <a:latin typeface="Calibri" panose="020F0502020204030204" pitchFamily="34" charset="0"/>
              <a:ea typeface="Calibri" panose="020F0502020204030204" pitchFamily="34" charset="0"/>
              <a:cs typeface="Calibri" panose="020F0502020204030204" pitchFamily="34" charset="0"/>
            </a:endParaRPr>
          </a:p>
        </p:txBody>
      </p:sp>
      <p:sp>
        <p:nvSpPr>
          <p:cNvPr id="7" name="Rectángulo 6">
            <a:extLst>
              <a:ext uri="{FF2B5EF4-FFF2-40B4-BE49-F238E27FC236}">
                <a16:creationId xmlns:a16="http://schemas.microsoft.com/office/drawing/2014/main" id="{CDD9F306-2483-7EB9-B824-9F20666D6305}"/>
              </a:ext>
            </a:extLst>
          </p:cNvPr>
          <p:cNvSpPr/>
          <p:nvPr/>
        </p:nvSpPr>
        <p:spPr>
          <a:xfrm>
            <a:off x="737282" y="3524964"/>
            <a:ext cx="1449238" cy="2061713"/>
          </a:xfrm>
          <a:prstGeom prst="rect">
            <a:avLst/>
          </a:prstGeom>
          <a:solidFill>
            <a:schemeClr val="dk1">
              <a:alpha val="2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s-CO"/>
          </a:p>
        </p:txBody>
      </p:sp>
      <p:sp>
        <p:nvSpPr>
          <p:cNvPr id="8" name="Elipse 7">
            <a:extLst>
              <a:ext uri="{FF2B5EF4-FFF2-40B4-BE49-F238E27FC236}">
                <a16:creationId xmlns:a16="http://schemas.microsoft.com/office/drawing/2014/main" id="{E25BFC4E-2A19-30C3-80FA-A9BE9BB06224}"/>
              </a:ext>
            </a:extLst>
          </p:cNvPr>
          <p:cNvSpPr/>
          <p:nvPr/>
        </p:nvSpPr>
        <p:spPr>
          <a:xfrm>
            <a:off x="906169" y="5337760"/>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Elipse 9">
            <a:extLst>
              <a:ext uri="{FF2B5EF4-FFF2-40B4-BE49-F238E27FC236}">
                <a16:creationId xmlns:a16="http://schemas.microsoft.com/office/drawing/2014/main" id="{2237E327-35CC-6F46-BCBA-4E013AE626C8}"/>
              </a:ext>
            </a:extLst>
          </p:cNvPr>
          <p:cNvSpPr/>
          <p:nvPr/>
        </p:nvSpPr>
        <p:spPr>
          <a:xfrm>
            <a:off x="1944980" y="5337760"/>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91D033BF-67A5-0F41-8416-B6DDA2D74BB5}"/>
              </a:ext>
            </a:extLst>
          </p:cNvPr>
          <p:cNvSpPr/>
          <p:nvPr/>
        </p:nvSpPr>
        <p:spPr>
          <a:xfrm>
            <a:off x="873666" y="3646083"/>
            <a:ext cx="1209040" cy="1832761"/>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CO"/>
          </a:p>
        </p:txBody>
      </p:sp>
      <p:sp>
        <p:nvSpPr>
          <p:cNvPr id="19" name="Elipse 18">
            <a:extLst>
              <a:ext uri="{FF2B5EF4-FFF2-40B4-BE49-F238E27FC236}">
                <a16:creationId xmlns:a16="http://schemas.microsoft.com/office/drawing/2014/main" id="{A2101308-772C-8348-803F-6019FDA567D5}"/>
              </a:ext>
            </a:extLst>
          </p:cNvPr>
          <p:cNvSpPr/>
          <p:nvPr/>
        </p:nvSpPr>
        <p:spPr>
          <a:xfrm>
            <a:off x="1261727" y="5337760"/>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Elipse 19">
            <a:extLst>
              <a:ext uri="{FF2B5EF4-FFF2-40B4-BE49-F238E27FC236}">
                <a16:creationId xmlns:a16="http://schemas.microsoft.com/office/drawing/2014/main" id="{41EE2428-FB9F-8229-D275-38B81B611577}"/>
              </a:ext>
            </a:extLst>
          </p:cNvPr>
          <p:cNvSpPr/>
          <p:nvPr/>
        </p:nvSpPr>
        <p:spPr>
          <a:xfrm>
            <a:off x="1603908" y="5337760"/>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Elipse 20">
            <a:extLst>
              <a:ext uri="{FF2B5EF4-FFF2-40B4-BE49-F238E27FC236}">
                <a16:creationId xmlns:a16="http://schemas.microsoft.com/office/drawing/2014/main" id="{8BC167DA-C38D-0C78-C3CE-C26FC34389BA}"/>
              </a:ext>
            </a:extLst>
          </p:cNvPr>
          <p:cNvSpPr/>
          <p:nvPr/>
        </p:nvSpPr>
        <p:spPr>
          <a:xfrm>
            <a:off x="900936" y="3681065"/>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2" name="Elipse 21">
            <a:extLst>
              <a:ext uri="{FF2B5EF4-FFF2-40B4-BE49-F238E27FC236}">
                <a16:creationId xmlns:a16="http://schemas.microsoft.com/office/drawing/2014/main" id="{863DDEE1-4B89-63FA-5E0E-6088EA6CCD54}"/>
              </a:ext>
            </a:extLst>
          </p:cNvPr>
          <p:cNvSpPr/>
          <p:nvPr/>
        </p:nvSpPr>
        <p:spPr>
          <a:xfrm>
            <a:off x="1939747" y="3681065"/>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3" name="Elipse 22">
            <a:extLst>
              <a:ext uri="{FF2B5EF4-FFF2-40B4-BE49-F238E27FC236}">
                <a16:creationId xmlns:a16="http://schemas.microsoft.com/office/drawing/2014/main" id="{2746FB19-E626-8072-F4B1-9BB68662980A}"/>
              </a:ext>
            </a:extLst>
          </p:cNvPr>
          <p:cNvSpPr/>
          <p:nvPr/>
        </p:nvSpPr>
        <p:spPr>
          <a:xfrm>
            <a:off x="1606486" y="3681065"/>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24" name="Conector recto 23">
            <a:extLst>
              <a:ext uri="{FF2B5EF4-FFF2-40B4-BE49-F238E27FC236}">
                <a16:creationId xmlns:a16="http://schemas.microsoft.com/office/drawing/2014/main" id="{77095152-3F2D-C76E-47BC-5BA1A189AD73}"/>
              </a:ext>
            </a:extLst>
          </p:cNvPr>
          <p:cNvCxnSpPr/>
          <p:nvPr/>
        </p:nvCxnSpPr>
        <p:spPr>
          <a:xfrm flipH="1">
            <a:off x="1835655" y="3787801"/>
            <a:ext cx="247051" cy="33624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a16="http://schemas.microsoft.com/office/drawing/2014/main" id="{452A39CE-A939-F559-C68C-E361477989E8}"/>
              </a:ext>
            </a:extLst>
          </p:cNvPr>
          <p:cNvCxnSpPr/>
          <p:nvPr/>
        </p:nvCxnSpPr>
        <p:spPr>
          <a:xfrm flipH="1">
            <a:off x="1697929" y="3654616"/>
            <a:ext cx="247051" cy="33624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30" name="Elipse 29">
            <a:extLst>
              <a:ext uri="{FF2B5EF4-FFF2-40B4-BE49-F238E27FC236}">
                <a16:creationId xmlns:a16="http://schemas.microsoft.com/office/drawing/2014/main" id="{2B77D37B-78F2-F4E1-4F3D-56AFFDB4B170}"/>
              </a:ext>
            </a:extLst>
          </p:cNvPr>
          <p:cNvSpPr/>
          <p:nvPr/>
        </p:nvSpPr>
        <p:spPr>
          <a:xfrm>
            <a:off x="1254470" y="3690388"/>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1" name="Elipse 30">
            <a:extLst>
              <a:ext uri="{FF2B5EF4-FFF2-40B4-BE49-F238E27FC236}">
                <a16:creationId xmlns:a16="http://schemas.microsoft.com/office/drawing/2014/main" id="{06154F7D-2B34-6106-D0A3-8183B9A4A53B}"/>
              </a:ext>
            </a:extLst>
          </p:cNvPr>
          <p:cNvSpPr/>
          <p:nvPr/>
        </p:nvSpPr>
        <p:spPr>
          <a:xfrm>
            <a:off x="902183" y="4863350"/>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2" name="Elipse 31">
            <a:extLst>
              <a:ext uri="{FF2B5EF4-FFF2-40B4-BE49-F238E27FC236}">
                <a16:creationId xmlns:a16="http://schemas.microsoft.com/office/drawing/2014/main" id="{F606CC08-14F5-A104-8C37-5EE2DE6BDD09}"/>
              </a:ext>
            </a:extLst>
          </p:cNvPr>
          <p:cNvSpPr/>
          <p:nvPr/>
        </p:nvSpPr>
        <p:spPr>
          <a:xfrm>
            <a:off x="1940994" y="4863350"/>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5" name="Elipse 34">
            <a:extLst>
              <a:ext uri="{FF2B5EF4-FFF2-40B4-BE49-F238E27FC236}">
                <a16:creationId xmlns:a16="http://schemas.microsoft.com/office/drawing/2014/main" id="{CDCA6390-F03A-A858-DDE4-496429BAEC14}"/>
              </a:ext>
            </a:extLst>
          </p:cNvPr>
          <p:cNvSpPr/>
          <p:nvPr/>
        </p:nvSpPr>
        <p:spPr>
          <a:xfrm>
            <a:off x="887740" y="4265763"/>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6" name="Elipse 35">
            <a:extLst>
              <a:ext uri="{FF2B5EF4-FFF2-40B4-BE49-F238E27FC236}">
                <a16:creationId xmlns:a16="http://schemas.microsoft.com/office/drawing/2014/main" id="{231E21B9-0C1B-2C34-C83F-73221A1FF771}"/>
              </a:ext>
            </a:extLst>
          </p:cNvPr>
          <p:cNvSpPr/>
          <p:nvPr/>
        </p:nvSpPr>
        <p:spPr>
          <a:xfrm>
            <a:off x="1942260" y="4265763"/>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6" name="CuadroTexto 135">
            <a:extLst>
              <a:ext uri="{FF2B5EF4-FFF2-40B4-BE49-F238E27FC236}">
                <a16:creationId xmlns:a16="http://schemas.microsoft.com/office/drawing/2014/main" id="{E1CBF6EB-7A77-F181-BE37-46CB8B5E2915}"/>
              </a:ext>
            </a:extLst>
          </p:cNvPr>
          <p:cNvSpPr txBox="1"/>
          <p:nvPr/>
        </p:nvSpPr>
        <p:spPr>
          <a:xfrm>
            <a:off x="4925103" y="3524964"/>
            <a:ext cx="1278754" cy="369332"/>
          </a:xfrm>
          <a:prstGeom prst="rect">
            <a:avLst/>
          </a:prstGeom>
          <a:noFill/>
        </p:spPr>
        <p:txBody>
          <a:bodyPr wrap="square">
            <a:spAutoFit/>
          </a:bodyPr>
          <a:lstStyle/>
          <a:p>
            <a:r>
              <a:rPr lang="es-CO" sz="1800" dirty="0"/>
              <a:t>F</a:t>
            </a:r>
            <a:r>
              <a:rPr lang="es-CO" sz="1800" baseline="-25000" dirty="0"/>
              <a:t>s</a:t>
            </a:r>
            <a:r>
              <a:rPr lang="es-CO" baseline="-25000" dirty="0"/>
              <a:t>1 </a:t>
            </a:r>
            <a:r>
              <a:rPr lang="es-CO" dirty="0"/>
              <a:t>=A</a:t>
            </a:r>
            <a:r>
              <a:rPr lang="es-CO" baseline="-25000" dirty="0"/>
              <a:t>s1</a:t>
            </a:r>
            <a:r>
              <a:rPr lang="es-CO" dirty="0"/>
              <a:t> </a:t>
            </a:r>
            <a:r>
              <a:rPr lang="es-CO" dirty="0" err="1"/>
              <a:t>fy</a:t>
            </a:r>
            <a:endParaRPr lang="es-CO" dirty="0"/>
          </a:p>
        </p:txBody>
      </p:sp>
      <p:sp>
        <p:nvSpPr>
          <p:cNvPr id="137" name="CuadroTexto 136">
            <a:extLst>
              <a:ext uri="{FF2B5EF4-FFF2-40B4-BE49-F238E27FC236}">
                <a16:creationId xmlns:a16="http://schemas.microsoft.com/office/drawing/2014/main" id="{FF71C04D-192C-4E5C-A321-2FD50DAB2E5A}"/>
              </a:ext>
            </a:extLst>
          </p:cNvPr>
          <p:cNvSpPr txBox="1"/>
          <p:nvPr/>
        </p:nvSpPr>
        <p:spPr>
          <a:xfrm>
            <a:off x="4925102" y="4182618"/>
            <a:ext cx="1624474" cy="369332"/>
          </a:xfrm>
          <a:prstGeom prst="rect">
            <a:avLst/>
          </a:prstGeom>
          <a:noFill/>
        </p:spPr>
        <p:txBody>
          <a:bodyPr wrap="square">
            <a:spAutoFit/>
          </a:bodyPr>
          <a:lstStyle/>
          <a:p>
            <a:r>
              <a:rPr lang="es-CO" sz="1800" dirty="0" err="1"/>
              <a:t>F</a:t>
            </a:r>
            <a:r>
              <a:rPr lang="es-CO" sz="1800" baseline="-25000" dirty="0" err="1"/>
              <a:t>s</a:t>
            </a:r>
            <a:r>
              <a:rPr lang="es-CO" baseline="-25000" dirty="0" err="1"/>
              <a:t>i</a:t>
            </a:r>
            <a:r>
              <a:rPr lang="es-CO" baseline="-25000" dirty="0"/>
              <a:t> </a:t>
            </a:r>
            <a:r>
              <a:rPr lang="es-CO" dirty="0"/>
              <a:t>=</a:t>
            </a:r>
            <a:r>
              <a:rPr lang="es-CO" dirty="0" err="1"/>
              <a:t>A</a:t>
            </a:r>
            <a:r>
              <a:rPr lang="es-CO" baseline="-25000" dirty="0" err="1"/>
              <a:t>si</a:t>
            </a:r>
            <a:r>
              <a:rPr lang="es-CO" dirty="0"/>
              <a:t> </a:t>
            </a:r>
            <a:r>
              <a:rPr lang="es-CO" dirty="0" err="1"/>
              <a:t>fy</a:t>
            </a:r>
            <a:endParaRPr lang="es-CO" dirty="0"/>
          </a:p>
        </p:txBody>
      </p:sp>
      <p:sp>
        <p:nvSpPr>
          <p:cNvPr id="138" name="CuadroTexto 137">
            <a:extLst>
              <a:ext uri="{FF2B5EF4-FFF2-40B4-BE49-F238E27FC236}">
                <a16:creationId xmlns:a16="http://schemas.microsoft.com/office/drawing/2014/main" id="{700FFF44-AE18-1444-B6F1-B79C9BAA76BC}"/>
              </a:ext>
            </a:extLst>
          </p:cNvPr>
          <p:cNvSpPr txBox="1"/>
          <p:nvPr/>
        </p:nvSpPr>
        <p:spPr>
          <a:xfrm>
            <a:off x="4944567" y="4740486"/>
            <a:ext cx="1349553" cy="369332"/>
          </a:xfrm>
          <a:prstGeom prst="rect">
            <a:avLst/>
          </a:prstGeom>
          <a:noFill/>
        </p:spPr>
        <p:txBody>
          <a:bodyPr wrap="square">
            <a:spAutoFit/>
          </a:bodyPr>
          <a:lstStyle/>
          <a:p>
            <a:r>
              <a:rPr lang="es-CO" sz="1800" dirty="0" err="1"/>
              <a:t>F</a:t>
            </a:r>
            <a:r>
              <a:rPr lang="es-CO" sz="1800" baseline="-25000" dirty="0" err="1"/>
              <a:t>s</a:t>
            </a:r>
            <a:r>
              <a:rPr lang="es-CO" baseline="-25000" dirty="0" err="1"/>
              <a:t>i</a:t>
            </a:r>
            <a:r>
              <a:rPr lang="es-CO" baseline="-25000" dirty="0"/>
              <a:t> </a:t>
            </a:r>
            <a:r>
              <a:rPr lang="es-CO" dirty="0"/>
              <a:t>=</a:t>
            </a:r>
            <a:r>
              <a:rPr lang="es-CO" dirty="0" err="1"/>
              <a:t>A</a:t>
            </a:r>
            <a:r>
              <a:rPr lang="es-CO" baseline="-25000" dirty="0" err="1"/>
              <a:t>si</a:t>
            </a:r>
            <a:r>
              <a:rPr lang="es-CO" dirty="0"/>
              <a:t> </a:t>
            </a:r>
            <a:r>
              <a:rPr lang="es-CO" dirty="0" err="1"/>
              <a:t>fy</a:t>
            </a:r>
            <a:endParaRPr lang="es-CO" dirty="0"/>
          </a:p>
        </p:txBody>
      </p:sp>
      <p:sp>
        <p:nvSpPr>
          <p:cNvPr id="139" name="CuadroTexto 138">
            <a:extLst>
              <a:ext uri="{FF2B5EF4-FFF2-40B4-BE49-F238E27FC236}">
                <a16:creationId xmlns:a16="http://schemas.microsoft.com/office/drawing/2014/main" id="{A49CA1B9-7DAB-793A-03F9-8AB42573FCB7}"/>
              </a:ext>
            </a:extLst>
          </p:cNvPr>
          <p:cNvSpPr txBox="1"/>
          <p:nvPr/>
        </p:nvSpPr>
        <p:spPr>
          <a:xfrm>
            <a:off x="4983760" y="5188898"/>
            <a:ext cx="1310360" cy="369332"/>
          </a:xfrm>
          <a:prstGeom prst="rect">
            <a:avLst/>
          </a:prstGeom>
          <a:noFill/>
        </p:spPr>
        <p:txBody>
          <a:bodyPr wrap="square">
            <a:spAutoFit/>
          </a:bodyPr>
          <a:lstStyle/>
          <a:p>
            <a:r>
              <a:rPr lang="es-CO" sz="1800" dirty="0" err="1"/>
              <a:t>F</a:t>
            </a:r>
            <a:r>
              <a:rPr lang="es-CO" sz="1800" baseline="-25000" dirty="0" err="1"/>
              <a:t>s</a:t>
            </a:r>
            <a:r>
              <a:rPr lang="es-CO" baseline="-25000" dirty="0" err="1"/>
              <a:t>n</a:t>
            </a:r>
            <a:r>
              <a:rPr lang="es-CO" baseline="-25000" dirty="0"/>
              <a:t> </a:t>
            </a:r>
            <a:r>
              <a:rPr lang="es-CO" dirty="0"/>
              <a:t>=</a:t>
            </a:r>
            <a:r>
              <a:rPr lang="es-CO" dirty="0" err="1"/>
              <a:t>A</a:t>
            </a:r>
            <a:r>
              <a:rPr lang="es-CO" baseline="-25000" dirty="0" err="1"/>
              <a:t>sn</a:t>
            </a:r>
            <a:r>
              <a:rPr lang="es-CO" dirty="0"/>
              <a:t> </a:t>
            </a:r>
            <a:r>
              <a:rPr lang="es-CO" dirty="0" err="1"/>
              <a:t>fy</a:t>
            </a:r>
            <a:endParaRPr lang="es-CO" dirty="0"/>
          </a:p>
        </p:txBody>
      </p:sp>
      <p:grpSp>
        <p:nvGrpSpPr>
          <p:cNvPr id="157" name="Grupo 156">
            <a:extLst>
              <a:ext uri="{FF2B5EF4-FFF2-40B4-BE49-F238E27FC236}">
                <a16:creationId xmlns:a16="http://schemas.microsoft.com/office/drawing/2014/main" id="{C8F721C5-C46A-18D9-2CD7-DD76E9764E75}"/>
              </a:ext>
            </a:extLst>
          </p:cNvPr>
          <p:cNvGrpSpPr/>
          <p:nvPr/>
        </p:nvGrpSpPr>
        <p:grpSpPr>
          <a:xfrm>
            <a:off x="2882656" y="3567799"/>
            <a:ext cx="1963928" cy="2075772"/>
            <a:chOff x="9208945" y="2890510"/>
            <a:chExt cx="1963928" cy="2075772"/>
          </a:xfrm>
        </p:grpSpPr>
        <p:grpSp>
          <p:nvGrpSpPr>
            <p:cNvPr id="122" name="Grupo 121">
              <a:extLst>
                <a:ext uri="{FF2B5EF4-FFF2-40B4-BE49-F238E27FC236}">
                  <a16:creationId xmlns:a16="http://schemas.microsoft.com/office/drawing/2014/main" id="{DBF068BE-3400-08B1-8C36-13A5EDF41144}"/>
                </a:ext>
              </a:extLst>
            </p:cNvPr>
            <p:cNvGrpSpPr/>
            <p:nvPr/>
          </p:nvGrpSpPr>
          <p:grpSpPr>
            <a:xfrm>
              <a:off x="9208945" y="2895069"/>
              <a:ext cx="416636" cy="2071213"/>
              <a:chOff x="3220720" y="2899489"/>
              <a:chExt cx="416636" cy="2071213"/>
            </a:xfrm>
          </p:grpSpPr>
          <p:cxnSp>
            <p:nvCxnSpPr>
              <p:cNvPr id="123" name="Conector recto 122">
                <a:extLst>
                  <a:ext uri="{FF2B5EF4-FFF2-40B4-BE49-F238E27FC236}">
                    <a16:creationId xmlns:a16="http://schemas.microsoft.com/office/drawing/2014/main" id="{B7E3C2D7-700D-B65B-983F-B95290FED6A3}"/>
                  </a:ext>
                </a:extLst>
              </p:cNvPr>
              <p:cNvCxnSpPr>
                <a:cxnSpLocks/>
              </p:cNvCxnSpPr>
              <p:nvPr/>
            </p:nvCxnSpPr>
            <p:spPr>
              <a:xfrm>
                <a:off x="3430719" y="2899489"/>
                <a:ext cx="0" cy="876803"/>
              </a:xfrm>
              <a:prstGeom prst="line">
                <a:avLst/>
              </a:prstGeom>
            </p:spPr>
            <p:style>
              <a:lnRef idx="2">
                <a:schemeClr val="dk1"/>
              </a:lnRef>
              <a:fillRef idx="0">
                <a:schemeClr val="dk1"/>
              </a:fillRef>
              <a:effectRef idx="1">
                <a:schemeClr val="dk1"/>
              </a:effectRef>
              <a:fontRef idx="minor">
                <a:schemeClr val="tx1"/>
              </a:fontRef>
            </p:style>
          </p:cxnSp>
          <p:cxnSp>
            <p:nvCxnSpPr>
              <p:cNvPr id="124" name="Conector recto 123">
                <a:extLst>
                  <a:ext uri="{FF2B5EF4-FFF2-40B4-BE49-F238E27FC236}">
                    <a16:creationId xmlns:a16="http://schemas.microsoft.com/office/drawing/2014/main" id="{BB0A674E-19A6-604A-B697-101AD3B2AB93}"/>
                  </a:ext>
                </a:extLst>
              </p:cNvPr>
              <p:cNvCxnSpPr>
                <a:cxnSpLocks/>
              </p:cNvCxnSpPr>
              <p:nvPr/>
            </p:nvCxnSpPr>
            <p:spPr>
              <a:xfrm>
                <a:off x="3220720" y="3954921"/>
                <a:ext cx="416636" cy="0"/>
              </a:xfrm>
              <a:prstGeom prst="line">
                <a:avLst/>
              </a:prstGeom>
            </p:spPr>
            <p:style>
              <a:lnRef idx="2">
                <a:schemeClr val="dk1"/>
              </a:lnRef>
              <a:fillRef idx="0">
                <a:schemeClr val="dk1"/>
              </a:fillRef>
              <a:effectRef idx="1">
                <a:schemeClr val="dk1"/>
              </a:effectRef>
              <a:fontRef idx="minor">
                <a:schemeClr val="tx1"/>
              </a:fontRef>
            </p:style>
          </p:cxnSp>
          <p:cxnSp>
            <p:nvCxnSpPr>
              <p:cNvPr id="125" name="Conector recto 124">
                <a:extLst>
                  <a:ext uri="{FF2B5EF4-FFF2-40B4-BE49-F238E27FC236}">
                    <a16:creationId xmlns:a16="http://schemas.microsoft.com/office/drawing/2014/main" id="{110A819F-65DC-4AC4-7F4D-BE31BF0F1BC7}"/>
                  </a:ext>
                </a:extLst>
              </p:cNvPr>
              <p:cNvCxnSpPr>
                <a:cxnSpLocks/>
              </p:cNvCxnSpPr>
              <p:nvPr/>
            </p:nvCxnSpPr>
            <p:spPr>
              <a:xfrm flipH="1">
                <a:off x="3220720" y="3776292"/>
                <a:ext cx="209999" cy="178629"/>
              </a:xfrm>
              <a:prstGeom prst="line">
                <a:avLst/>
              </a:prstGeom>
            </p:spPr>
            <p:style>
              <a:lnRef idx="2">
                <a:schemeClr val="dk1"/>
              </a:lnRef>
              <a:fillRef idx="0">
                <a:schemeClr val="dk1"/>
              </a:fillRef>
              <a:effectRef idx="1">
                <a:schemeClr val="dk1"/>
              </a:effectRef>
              <a:fontRef idx="minor">
                <a:schemeClr val="tx1"/>
              </a:fontRef>
            </p:style>
          </p:cxnSp>
          <p:cxnSp>
            <p:nvCxnSpPr>
              <p:cNvPr id="126" name="Conector recto 125">
                <a:extLst>
                  <a:ext uri="{FF2B5EF4-FFF2-40B4-BE49-F238E27FC236}">
                    <a16:creationId xmlns:a16="http://schemas.microsoft.com/office/drawing/2014/main" id="{BC8D9266-9CEF-7549-76FA-C75D18F4AC43}"/>
                  </a:ext>
                </a:extLst>
              </p:cNvPr>
              <p:cNvCxnSpPr>
                <a:cxnSpLocks/>
              </p:cNvCxnSpPr>
              <p:nvPr/>
            </p:nvCxnSpPr>
            <p:spPr>
              <a:xfrm flipH="1">
                <a:off x="3427357" y="3956300"/>
                <a:ext cx="209999" cy="178629"/>
              </a:xfrm>
              <a:prstGeom prst="line">
                <a:avLst/>
              </a:prstGeom>
            </p:spPr>
            <p:style>
              <a:lnRef idx="2">
                <a:schemeClr val="dk1"/>
              </a:lnRef>
              <a:fillRef idx="0">
                <a:schemeClr val="dk1"/>
              </a:fillRef>
              <a:effectRef idx="1">
                <a:schemeClr val="dk1"/>
              </a:effectRef>
              <a:fontRef idx="minor">
                <a:schemeClr val="tx1"/>
              </a:fontRef>
            </p:style>
          </p:cxnSp>
          <p:cxnSp>
            <p:nvCxnSpPr>
              <p:cNvPr id="127" name="Conector recto 126">
                <a:extLst>
                  <a:ext uri="{FF2B5EF4-FFF2-40B4-BE49-F238E27FC236}">
                    <a16:creationId xmlns:a16="http://schemas.microsoft.com/office/drawing/2014/main" id="{965C370C-F65C-F516-4B99-A08B25D6F8DD}"/>
                  </a:ext>
                </a:extLst>
              </p:cNvPr>
              <p:cNvCxnSpPr>
                <a:cxnSpLocks/>
              </p:cNvCxnSpPr>
              <p:nvPr/>
            </p:nvCxnSpPr>
            <p:spPr>
              <a:xfrm>
                <a:off x="3427357" y="4134929"/>
                <a:ext cx="3362" cy="835773"/>
              </a:xfrm>
              <a:prstGeom prst="line">
                <a:avLst/>
              </a:prstGeom>
            </p:spPr>
            <p:style>
              <a:lnRef idx="2">
                <a:schemeClr val="dk1"/>
              </a:lnRef>
              <a:fillRef idx="0">
                <a:schemeClr val="dk1"/>
              </a:fillRef>
              <a:effectRef idx="1">
                <a:schemeClr val="dk1"/>
              </a:effectRef>
              <a:fontRef idx="minor">
                <a:schemeClr val="tx1"/>
              </a:fontRef>
            </p:style>
          </p:cxnSp>
        </p:grpSp>
        <p:cxnSp>
          <p:nvCxnSpPr>
            <p:cNvPr id="128" name="Conector recto 127">
              <a:extLst>
                <a:ext uri="{FF2B5EF4-FFF2-40B4-BE49-F238E27FC236}">
                  <a16:creationId xmlns:a16="http://schemas.microsoft.com/office/drawing/2014/main" id="{D30352E6-7D6D-0316-E58D-1CA9A05EC418}"/>
                </a:ext>
              </a:extLst>
            </p:cNvPr>
            <p:cNvCxnSpPr>
              <a:cxnSpLocks/>
            </p:cNvCxnSpPr>
            <p:nvPr/>
          </p:nvCxnSpPr>
          <p:spPr>
            <a:xfrm>
              <a:off x="9415582" y="4774609"/>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129" name="Conector recto 128">
              <a:extLst>
                <a:ext uri="{FF2B5EF4-FFF2-40B4-BE49-F238E27FC236}">
                  <a16:creationId xmlns:a16="http://schemas.microsoft.com/office/drawing/2014/main" id="{6815CF99-DBEB-CF62-A2B4-16189987A9CF}"/>
                </a:ext>
              </a:extLst>
            </p:cNvPr>
            <p:cNvCxnSpPr>
              <a:cxnSpLocks/>
            </p:cNvCxnSpPr>
            <p:nvPr/>
          </p:nvCxnSpPr>
          <p:spPr>
            <a:xfrm>
              <a:off x="9415582" y="4297829"/>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130" name="Conector recto 129">
              <a:extLst>
                <a:ext uri="{FF2B5EF4-FFF2-40B4-BE49-F238E27FC236}">
                  <a16:creationId xmlns:a16="http://schemas.microsoft.com/office/drawing/2014/main" id="{13164041-DF9D-AA81-A7DB-6D4B0E07FA28}"/>
                </a:ext>
              </a:extLst>
            </p:cNvPr>
            <p:cNvCxnSpPr>
              <a:cxnSpLocks/>
            </p:cNvCxnSpPr>
            <p:nvPr/>
          </p:nvCxnSpPr>
          <p:spPr>
            <a:xfrm>
              <a:off x="9415582" y="3696828"/>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131" name="Conector recto 130">
              <a:extLst>
                <a:ext uri="{FF2B5EF4-FFF2-40B4-BE49-F238E27FC236}">
                  <a16:creationId xmlns:a16="http://schemas.microsoft.com/office/drawing/2014/main" id="{C2CEB6CB-F623-35A1-8071-E50F7615AB1B}"/>
                </a:ext>
              </a:extLst>
            </p:cNvPr>
            <p:cNvCxnSpPr>
              <a:cxnSpLocks/>
            </p:cNvCxnSpPr>
            <p:nvPr/>
          </p:nvCxnSpPr>
          <p:spPr>
            <a:xfrm>
              <a:off x="9415582" y="3060493"/>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132" name="Conector recto 131">
              <a:extLst>
                <a:ext uri="{FF2B5EF4-FFF2-40B4-BE49-F238E27FC236}">
                  <a16:creationId xmlns:a16="http://schemas.microsoft.com/office/drawing/2014/main" id="{0E196C43-4C10-28B1-4738-8E38D9D56E13}"/>
                </a:ext>
              </a:extLst>
            </p:cNvPr>
            <p:cNvCxnSpPr/>
            <p:nvPr/>
          </p:nvCxnSpPr>
          <p:spPr>
            <a:xfrm>
              <a:off x="9415582" y="4966282"/>
              <a:ext cx="1278755" cy="0"/>
            </a:xfrm>
            <a:prstGeom prst="line">
              <a:avLst/>
            </a:prstGeom>
          </p:spPr>
          <p:style>
            <a:lnRef idx="2">
              <a:schemeClr val="dk1"/>
            </a:lnRef>
            <a:fillRef idx="0">
              <a:schemeClr val="dk1"/>
            </a:fillRef>
            <a:effectRef idx="1">
              <a:schemeClr val="dk1"/>
            </a:effectRef>
            <a:fontRef idx="minor">
              <a:schemeClr val="tx1"/>
            </a:fontRef>
          </p:style>
        </p:cxnSp>
        <p:cxnSp>
          <p:nvCxnSpPr>
            <p:cNvPr id="133" name="Conector recto 132">
              <a:extLst>
                <a:ext uri="{FF2B5EF4-FFF2-40B4-BE49-F238E27FC236}">
                  <a16:creationId xmlns:a16="http://schemas.microsoft.com/office/drawing/2014/main" id="{CF5561B1-A32D-5910-C802-67B6BF60B051}"/>
                </a:ext>
              </a:extLst>
            </p:cNvPr>
            <p:cNvCxnSpPr/>
            <p:nvPr/>
          </p:nvCxnSpPr>
          <p:spPr>
            <a:xfrm>
              <a:off x="9415582" y="2890510"/>
              <a:ext cx="1278755" cy="0"/>
            </a:xfrm>
            <a:prstGeom prst="line">
              <a:avLst/>
            </a:prstGeom>
          </p:spPr>
          <p:style>
            <a:lnRef idx="2">
              <a:schemeClr val="dk1"/>
            </a:lnRef>
            <a:fillRef idx="0">
              <a:schemeClr val="dk1"/>
            </a:fillRef>
            <a:effectRef idx="1">
              <a:schemeClr val="dk1"/>
            </a:effectRef>
            <a:fontRef idx="minor">
              <a:schemeClr val="tx1"/>
            </a:fontRef>
          </p:style>
        </p:cxnSp>
        <p:cxnSp>
          <p:nvCxnSpPr>
            <p:cNvPr id="134" name="Conector recto 133">
              <a:extLst>
                <a:ext uri="{FF2B5EF4-FFF2-40B4-BE49-F238E27FC236}">
                  <a16:creationId xmlns:a16="http://schemas.microsoft.com/office/drawing/2014/main" id="{C32FC58B-E064-7CA2-D1CE-E3368B1D6210}"/>
                </a:ext>
              </a:extLst>
            </p:cNvPr>
            <p:cNvCxnSpPr/>
            <p:nvPr/>
          </p:nvCxnSpPr>
          <p:spPr>
            <a:xfrm>
              <a:off x="10694337" y="2895069"/>
              <a:ext cx="0" cy="2071213"/>
            </a:xfrm>
            <a:prstGeom prst="line">
              <a:avLst/>
            </a:prstGeom>
          </p:spPr>
          <p:style>
            <a:lnRef idx="2">
              <a:schemeClr val="dk1"/>
            </a:lnRef>
            <a:fillRef idx="0">
              <a:schemeClr val="dk1"/>
            </a:fillRef>
            <a:effectRef idx="1">
              <a:schemeClr val="dk1"/>
            </a:effectRef>
            <a:fontRef idx="minor">
              <a:schemeClr val="tx1"/>
            </a:fontRef>
          </p:style>
        </p:cxnSp>
        <p:cxnSp>
          <p:nvCxnSpPr>
            <p:cNvPr id="141" name="Conector recto de flecha 140">
              <a:extLst>
                <a:ext uri="{FF2B5EF4-FFF2-40B4-BE49-F238E27FC236}">
                  <a16:creationId xmlns:a16="http://schemas.microsoft.com/office/drawing/2014/main" id="{7382F073-A59A-17F1-5567-B4EDD3B9F4E1}"/>
                </a:ext>
              </a:extLst>
            </p:cNvPr>
            <p:cNvCxnSpPr>
              <a:cxnSpLocks/>
            </p:cNvCxnSpPr>
            <p:nvPr/>
          </p:nvCxnSpPr>
          <p:spPr>
            <a:xfrm>
              <a:off x="10689633" y="3068753"/>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4" name="Conector recto de flecha 143">
              <a:extLst>
                <a:ext uri="{FF2B5EF4-FFF2-40B4-BE49-F238E27FC236}">
                  <a16:creationId xmlns:a16="http://schemas.microsoft.com/office/drawing/2014/main" id="{F4258C30-0EB8-C0F7-E3B1-8C0147BF833D}"/>
                </a:ext>
              </a:extLst>
            </p:cNvPr>
            <p:cNvCxnSpPr>
              <a:cxnSpLocks/>
            </p:cNvCxnSpPr>
            <p:nvPr/>
          </p:nvCxnSpPr>
          <p:spPr>
            <a:xfrm>
              <a:off x="10704873" y="3701213"/>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7" name="Conector recto de flecha 146">
              <a:extLst>
                <a:ext uri="{FF2B5EF4-FFF2-40B4-BE49-F238E27FC236}">
                  <a16:creationId xmlns:a16="http://schemas.microsoft.com/office/drawing/2014/main" id="{D72DD492-F0BF-E799-4D25-8CD80D8DF63A}"/>
                </a:ext>
              </a:extLst>
            </p:cNvPr>
            <p:cNvCxnSpPr>
              <a:cxnSpLocks/>
            </p:cNvCxnSpPr>
            <p:nvPr/>
          </p:nvCxnSpPr>
          <p:spPr>
            <a:xfrm>
              <a:off x="10695348" y="4301288"/>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0" name="Conector recto de flecha 149">
              <a:extLst>
                <a:ext uri="{FF2B5EF4-FFF2-40B4-BE49-F238E27FC236}">
                  <a16:creationId xmlns:a16="http://schemas.microsoft.com/office/drawing/2014/main" id="{12C6EC2B-BD03-01AC-4210-1A22ADBC32AE}"/>
                </a:ext>
              </a:extLst>
            </p:cNvPr>
            <p:cNvCxnSpPr>
              <a:cxnSpLocks/>
            </p:cNvCxnSpPr>
            <p:nvPr/>
          </p:nvCxnSpPr>
          <p:spPr>
            <a:xfrm>
              <a:off x="10704873" y="4773728"/>
              <a:ext cx="4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54" name="CuadroTexto 153">
            <a:extLst>
              <a:ext uri="{FF2B5EF4-FFF2-40B4-BE49-F238E27FC236}">
                <a16:creationId xmlns:a16="http://schemas.microsoft.com/office/drawing/2014/main" id="{2405D060-6773-76E2-D293-286511A8341D}"/>
              </a:ext>
            </a:extLst>
          </p:cNvPr>
          <p:cNvSpPr txBox="1"/>
          <p:nvPr/>
        </p:nvSpPr>
        <p:spPr>
          <a:xfrm>
            <a:off x="3643879" y="5842366"/>
            <a:ext cx="1278756" cy="400110"/>
          </a:xfrm>
          <a:prstGeom prst="rect">
            <a:avLst/>
          </a:prstGeom>
          <a:noFill/>
        </p:spPr>
        <p:txBody>
          <a:bodyPr wrap="square">
            <a:spAutoFit/>
          </a:bodyPr>
          <a:lstStyle/>
          <a:p>
            <a:r>
              <a:rPr lang="es-CO" sz="2000" dirty="0"/>
              <a:t>Fuerzas</a:t>
            </a:r>
            <a:endParaRPr lang="es-CO" sz="2000" dirty="0">
              <a:ea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56A1B46F-0074-A7C8-DF44-3A8EE31EF92B}"/>
                  </a:ext>
                </a:extLst>
              </p:cNvPr>
              <p:cNvSpPr txBox="1"/>
              <p:nvPr/>
            </p:nvSpPr>
            <p:spPr>
              <a:xfrm>
                <a:off x="7327000" y="3490923"/>
                <a:ext cx="3230879" cy="12662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CO" sz="2800" i="1" smtClean="0">
                              <a:latin typeface="Cambria Math" panose="02040503050406030204" pitchFamily="18" charset="0"/>
                            </a:rPr>
                          </m:ctrlPr>
                        </m:sSupPr>
                        <m:e>
                          <m:sSub>
                            <m:sSubPr>
                              <m:ctrlPr>
                                <a:rPr lang="es-CO" sz="2800" i="1" smtClean="0">
                                  <a:latin typeface="Cambria Math" panose="02040503050406030204" pitchFamily="18" charset="0"/>
                                </a:rPr>
                              </m:ctrlPr>
                            </m:sSubPr>
                            <m:e>
                              <m:r>
                                <m:rPr>
                                  <m:sty m:val="p"/>
                                </m:rPr>
                                <a:rPr lang="es-419" sz="2800" b="0" i="1" smtClean="0">
                                  <a:latin typeface="Cambria Math" panose="02040503050406030204" pitchFamily="18" charset="0"/>
                                </a:rPr>
                                <m:t>N</m:t>
                              </m:r>
                            </m:e>
                            <m:sub>
                              <m:r>
                                <m:rPr>
                                  <m:sty m:val="p"/>
                                </m:rPr>
                                <a:rPr lang="es-419" sz="2800" b="0" i="1" smtClean="0">
                                  <a:latin typeface="Cambria Math" panose="02040503050406030204" pitchFamily="18" charset="0"/>
                                </a:rPr>
                                <m:t>n</m:t>
                              </m:r>
                            </m:sub>
                          </m:sSub>
                        </m:e>
                        <m:sup>
                          <m:r>
                            <m:rPr>
                              <m:sty m:val="p"/>
                            </m:rPr>
                            <a:rPr lang="es-419" sz="2800" b="0" i="1" smtClean="0">
                              <a:latin typeface="Cambria Math" panose="02040503050406030204" pitchFamily="18" charset="0"/>
                            </a:rPr>
                            <m:t>T</m:t>
                          </m:r>
                        </m:sup>
                      </m:sSup>
                      <m:r>
                        <a:rPr lang="es-419" sz="2800" b="0" i="1" smtClean="0">
                          <a:latin typeface="Cambria Math" panose="02040503050406030204" pitchFamily="18" charset="0"/>
                        </a:rPr>
                        <m:t>=</m:t>
                      </m:r>
                      <m:nary>
                        <m:naryPr>
                          <m:chr m:val="∑"/>
                          <m:ctrlPr>
                            <a:rPr lang="es-CO" sz="2800" i="1" smtClean="0">
                              <a:latin typeface="Cambria Math" panose="02040503050406030204" pitchFamily="18" charset="0"/>
                            </a:rPr>
                          </m:ctrlPr>
                        </m:naryPr>
                        <m:sub>
                          <m:r>
                            <m:rPr>
                              <m:sty m:val="p"/>
                              <m:brk m:alnAt="23"/>
                            </m:rPr>
                            <a:rPr lang="es-419" sz="2800" b="0" i="1" smtClean="0">
                              <a:latin typeface="Cambria Math" panose="02040503050406030204" pitchFamily="18" charset="0"/>
                            </a:rPr>
                            <m:t>i</m:t>
                          </m:r>
                          <m:r>
                            <a:rPr lang="es-419" sz="2800" b="0" i="1" smtClean="0">
                              <a:latin typeface="Cambria Math" panose="02040503050406030204" pitchFamily="18" charset="0"/>
                            </a:rPr>
                            <m:t>=1</m:t>
                          </m:r>
                        </m:sub>
                        <m:sup>
                          <m:r>
                            <m:rPr>
                              <m:sty m:val="p"/>
                            </m:rPr>
                            <a:rPr lang="es-419" sz="2800" b="0" i="1" smtClean="0">
                              <a:latin typeface="Cambria Math" panose="02040503050406030204" pitchFamily="18" charset="0"/>
                            </a:rPr>
                            <m:t>n</m:t>
                          </m:r>
                        </m:sup>
                        <m:e>
                          <m:sSub>
                            <m:sSubPr>
                              <m:ctrlPr>
                                <a:rPr lang="es-CO" sz="2800" i="1" smtClean="0">
                                  <a:latin typeface="Cambria Math" panose="02040503050406030204" pitchFamily="18" charset="0"/>
                                </a:rPr>
                              </m:ctrlPr>
                            </m:sSubPr>
                            <m:e>
                              <m:r>
                                <m:rPr>
                                  <m:sty m:val="p"/>
                                </m:rPr>
                                <a:rPr lang="es-419" sz="2800" b="0" i="1" smtClean="0">
                                  <a:latin typeface="Cambria Math" panose="02040503050406030204" pitchFamily="18" charset="0"/>
                                </a:rPr>
                                <m:t>f</m:t>
                              </m:r>
                            </m:e>
                            <m:sub>
                              <m:r>
                                <m:rPr>
                                  <m:sty m:val="p"/>
                                </m:rPr>
                                <a:rPr lang="es-419" sz="2800" b="0" i="1" smtClean="0">
                                  <a:latin typeface="Cambria Math" panose="02040503050406030204" pitchFamily="18" charset="0"/>
                                </a:rPr>
                                <m:t>y</m:t>
                              </m:r>
                            </m:sub>
                          </m:sSub>
                          <m:sSub>
                            <m:sSubPr>
                              <m:ctrlPr>
                                <a:rPr lang="es-CO" sz="2800" i="1" smtClean="0">
                                  <a:latin typeface="Cambria Math" panose="02040503050406030204" pitchFamily="18" charset="0"/>
                                </a:rPr>
                              </m:ctrlPr>
                            </m:sSubPr>
                            <m:e>
                              <m:r>
                                <m:rPr>
                                  <m:sty m:val="p"/>
                                </m:rPr>
                                <a:rPr lang="es-419" sz="2800" b="0" i="1" smtClean="0">
                                  <a:latin typeface="Cambria Math" panose="02040503050406030204" pitchFamily="18" charset="0"/>
                                </a:rPr>
                                <m:t>A</m:t>
                              </m:r>
                            </m:e>
                            <m:sub>
                              <m:r>
                                <m:rPr>
                                  <m:sty m:val="p"/>
                                </m:rPr>
                                <a:rPr lang="es-419" sz="2800" b="0" i="1" smtClean="0">
                                  <a:latin typeface="Cambria Math" panose="02040503050406030204" pitchFamily="18" charset="0"/>
                                </a:rPr>
                                <m:t>si</m:t>
                              </m:r>
                            </m:sub>
                          </m:sSub>
                        </m:e>
                      </m:nary>
                    </m:oMath>
                  </m:oMathPara>
                </a14:m>
                <a:endParaRPr lang="es-CO" sz="2800" dirty="0"/>
              </a:p>
            </p:txBody>
          </p:sp>
        </mc:Choice>
        <mc:Fallback>
          <p:sp>
            <p:nvSpPr>
              <p:cNvPr id="12" name="CuadroTexto 11">
                <a:extLst>
                  <a:ext uri="{FF2B5EF4-FFF2-40B4-BE49-F238E27FC236}">
                    <a16:creationId xmlns:a16="http://schemas.microsoft.com/office/drawing/2014/main" id="{56A1B46F-0074-A7C8-DF44-3A8EE31EF92B}"/>
                  </a:ext>
                </a:extLst>
              </p:cNvPr>
              <p:cNvSpPr txBox="1">
                <a:spLocks noRot="1" noChangeAspect="1" noMove="1" noResize="1" noEditPoints="1" noAdjustHandles="1" noChangeArrowheads="1" noChangeShapeType="1" noTextEdit="1"/>
              </p:cNvSpPr>
              <p:nvPr/>
            </p:nvSpPr>
            <p:spPr>
              <a:xfrm>
                <a:off x="7327000" y="3490923"/>
                <a:ext cx="3230879" cy="1266244"/>
              </a:xfrm>
              <a:prstGeom prst="rect">
                <a:avLst/>
              </a:prstGeom>
              <a:blipFill>
                <a:blip r:embed="rId4"/>
                <a:stretch>
                  <a:fillRect t="-108000" b="-164000"/>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D367E4C2-4C29-4A0B-E7EA-CA1B78503E14}"/>
                  </a:ext>
                </a:extLst>
              </p:cNvPr>
              <p:cNvSpPr txBox="1"/>
              <p:nvPr/>
            </p:nvSpPr>
            <p:spPr>
              <a:xfrm>
                <a:off x="7269367" y="5170272"/>
                <a:ext cx="3230879" cy="6076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CO" sz="2800" i="1" smtClean="0">
                              <a:latin typeface="Cambria Math" panose="02040503050406030204" pitchFamily="18" charset="0"/>
                            </a:rPr>
                          </m:ctrlPr>
                        </m:sSupPr>
                        <m:e>
                          <m:sSub>
                            <m:sSubPr>
                              <m:ctrlPr>
                                <a:rPr lang="es-CO" sz="2800" i="1" smtClean="0">
                                  <a:latin typeface="Cambria Math" panose="02040503050406030204" pitchFamily="18" charset="0"/>
                                </a:rPr>
                              </m:ctrlPr>
                            </m:sSubPr>
                            <m:e>
                              <m:r>
                                <m:rPr>
                                  <m:sty m:val="p"/>
                                </m:rPr>
                                <a:rPr lang="es-419" sz="2800" b="0" i="1" smtClean="0">
                                  <a:latin typeface="Cambria Math" panose="02040503050406030204" pitchFamily="18" charset="0"/>
                                </a:rPr>
                                <m:t>N</m:t>
                              </m:r>
                            </m:e>
                            <m:sub>
                              <m:r>
                                <m:rPr>
                                  <m:sty m:val="p"/>
                                </m:rPr>
                                <a:rPr lang="es-419" sz="2800" b="0" i="1" smtClean="0">
                                  <a:latin typeface="Cambria Math" panose="02040503050406030204" pitchFamily="18" charset="0"/>
                                </a:rPr>
                                <m:t>n</m:t>
                              </m:r>
                            </m:sub>
                          </m:sSub>
                        </m:e>
                        <m:sup>
                          <m:r>
                            <m:rPr>
                              <m:sty m:val="p"/>
                            </m:rPr>
                            <a:rPr lang="es-419" sz="2800" b="0" i="1" smtClean="0">
                              <a:latin typeface="Cambria Math" panose="02040503050406030204" pitchFamily="18" charset="0"/>
                            </a:rPr>
                            <m:t>T</m:t>
                          </m:r>
                        </m:sup>
                      </m:sSup>
                      <m:r>
                        <a:rPr lang="es-419" sz="2800" b="0" i="1" smtClean="0">
                          <a:latin typeface="Cambria Math" panose="02040503050406030204" pitchFamily="18" charset="0"/>
                        </a:rPr>
                        <m:t>=</m:t>
                      </m:r>
                      <m:r>
                        <a:rPr lang="es-419" sz="2800" b="0" i="1" smtClean="0">
                          <a:latin typeface="Cambria Math" panose="02040503050406030204" pitchFamily="18" charset="0"/>
                          <a:ea typeface="Cambria Math" panose="02040503050406030204" pitchFamily="18" charset="0"/>
                        </a:rPr>
                        <m:t>𝜙</m:t>
                      </m:r>
                      <m:sSub>
                        <m:sSubPr>
                          <m:ctrlPr>
                            <a:rPr lang="es-CO" sz="2800" i="1">
                              <a:latin typeface="Cambria Math" panose="02040503050406030204" pitchFamily="18" charset="0"/>
                            </a:rPr>
                          </m:ctrlPr>
                        </m:sSubPr>
                        <m:e>
                          <m:r>
                            <m:rPr>
                              <m:sty m:val="p"/>
                            </m:rPr>
                            <a:rPr lang="es-419" sz="2800" i="1">
                              <a:latin typeface="Cambria Math" panose="02040503050406030204" pitchFamily="18" charset="0"/>
                            </a:rPr>
                            <m:t>f</m:t>
                          </m:r>
                        </m:e>
                        <m:sub>
                          <m:r>
                            <m:rPr>
                              <m:sty m:val="p"/>
                            </m:rPr>
                            <a:rPr lang="es-419" sz="2800" i="1">
                              <a:latin typeface="Cambria Math" panose="02040503050406030204" pitchFamily="18" charset="0"/>
                            </a:rPr>
                            <m:t>y</m:t>
                          </m:r>
                        </m:sub>
                      </m:sSub>
                      <m:sSub>
                        <m:sSubPr>
                          <m:ctrlPr>
                            <a:rPr lang="es-CO" sz="2800" i="1">
                              <a:latin typeface="Cambria Math" panose="02040503050406030204" pitchFamily="18" charset="0"/>
                            </a:rPr>
                          </m:ctrlPr>
                        </m:sSubPr>
                        <m:e>
                          <m:r>
                            <m:rPr>
                              <m:sty m:val="p"/>
                            </m:rPr>
                            <a:rPr lang="es-419" sz="2800" i="1">
                              <a:latin typeface="Cambria Math" panose="02040503050406030204" pitchFamily="18" charset="0"/>
                            </a:rPr>
                            <m:t>A</m:t>
                          </m:r>
                        </m:e>
                        <m:sub>
                          <m:r>
                            <m:rPr>
                              <m:sty m:val="p"/>
                            </m:rPr>
                            <a:rPr lang="es-419" sz="2800" i="1">
                              <a:latin typeface="Cambria Math" panose="02040503050406030204" pitchFamily="18" charset="0"/>
                            </a:rPr>
                            <m:t>si</m:t>
                          </m:r>
                        </m:sub>
                      </m:sSub>
                    </m:oMath>
                  </m:oMathPara>
                </a14:m>
                <a:endParaRPr lang="es-CO" sz="2800" dirty="0"/>
              </a:p>
            </p:txBody>
          </p:sp>
        </mc:Choice>
        <mc:Fallback>
          <p:sp>
            <p:nvSpPr>
              <p:cNvPr id="13" name="CuadroTexto 12">
                <a:extLst>
                  <a:ext uri="{FF2B5EF4-FFF2-40B4-BE49-F238E27FC236}">
                    <a16:creationId xmlns:a16="http://schemas.microsoft.com/office/drawing/2014/main" id="{D367E4C2-4C29-4A0B-E7EA-CA1B78503E14}"/>
                  </a:ext>
                </a:extLst>
              </p:cNvPr>
              <p:cNvSpPr txBox="1">
                <a:spLocks noRot="1" noChangeAspect="1" noMove="1" noResize="1" noEditPoints="1" noAdjustHandles="1" noChangeArrowheads="1" noChangeShapeType="1" noTextEdit="1"/>
              </p:cNvSpPr>
              <p:nvPr/>
            </p:nvSpPr>
            <p:spPr>
              <a:xfrm>
                <a:off x="7269367" y="5170272"/>
                <a:ext cx="3230879" cy="607602"/>
              </a:xfrm>
              <a:prstGeom prst="rect">
                <a:avLst/>
              </a:prstGeom>
              <a:blipFill>
                <a:blip r:embed="rId5"/>
                <a:stretch>
                  <a:fillRect b="-8163"/>
                </a:stretch>
              </a:blipFill>
            </p:spPr>
            <p:txBody>
              <a:bodyPr/>
              <a:lstStyle/>
              <a:p>
                <a:r>
                  <a:rPr lang="es-CO">
                    <a:noFill/>
                  </a:rPr>
                  <a:t> </a:t>
                </a:r>
              </a:p>
            </p:txBody>
          </p:sp>
        </mc:Fallback>
      </mc:AlternateContent>
      <p:sp>
        <p:nvSpPr>
          <p:cNvPr id="14" name="Rectángulo 13">
            <a:extLst>
              <a:ext uri="{FF2B5EF4-FFF2-40B4-BE49-F238E27FC236}">
                <a16:creationId xmlns:a16="http://schemas.microsoft.com/office/drawing/2014/main" id="{622CACF5-1EE6-F608-9145-A592593A742C}"/>
              </a:ext>
            </a:extLst>
          </p:cNvPr>
          <p:cNvSpPr/>
          <p:nvPr/>
        </p:nvSpPr>
        <p:spPr>
          <a:xfrm>
            <a:off x="7747902" y="5064089"/>
            <a:ext cx="2269365" cy="8295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512162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5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8" grpId="0" animBg="1"/>
      <p:bldP spid="19" grpId="0" animBg="1"/>
      <p:bldP spid="20" grpId="0" animBg="1"/>
      <p:bldP spid="21" grpId="0" animBg="1"/>
      <p:bldP spid="22" grpId="0" animBg="1"/>
      <p:bldP spid="23" grpId="0" animBg="1"/>
      <p:bldP spid="30" grpId="0" animBg="1"/>
      <p:bldP spid="31" grpId="0" animBg="1"/>
      <p:bldP spid="32" grpId="0" animBg="1"/>
      <p:bldP spid="35" grpId="0" animBg="1"/>
      <p:bldP spid="36" grpId="0" animBg="1"/>
      <p:bldP spid="136" grpId="0"/>
      <p:bldP spid="137" grpId="0"/>
      <p:bldP spid="138" grpId="0"/>
      <p:bldP spid="139" grpId="0"/>
      <p:bldP spid="154" grpId="0"/>
      <p:bldP spid="12" grpId="0"/>
      <p:bldP spid="13" grpId="0"/>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D0C18-2F5A-1BA6-EEA7-CD4C165850B4}"/>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128C2D33-F3F9-4B50-36B6-6C9E2669D987}"/>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63F2F566-0A11-0E37-8A01-8FDFCC68132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4DEEA702-6D47-EB3D-B978-3E62421CB8C4}"/>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8FE7C0BD-A8DE-41C3-DA98-F1D53D5F6F81}"/>
              </a:ext>
            </a:extLst>
          </p:cNvPr>
          <p:cNvSpPr txBox="1"/>
          <p:nvPr/>
        </p:nvSpPr>
        <p:spPr>
          <a:xfrm>
            <a:off x="3391471" y="1859340"/>
            <a:ext cx="5257800" cy="1569660"/>
          </a:xfrm>
          <a:prstGeom prst="rect">
            <a:avLst/>
          </a:prstGeom>
          <a:noFill/>
        </p:spPr>
        <p:txBody>
          <a:bodyPr wrap="square">
            <a:spAutoFit/>
          </a:bodyPr>
          <a:lstStyle/>
          <a:p>
            <a:pPr algn="ctr"/>
            <a:r>
              <a:rPr lang="es-CO" sz="4800" b="1" dirty="0"/>
              <a:t>CARGA AXIAL</a:t>
            </a:r>
          </a:p>
          <a:p>
            <a:pPr algn="ctr"/>
            <a:r>
              <a:rPr lang="es-CO" sz="4800" b="1" dirty="0"/>
              <a:t>COMPRESIÓN</a:t>
            </a:r>
          </a:p>
        </p:txBody>
      </p:sp>
      <p:pic>
        <p:nvPicPr>
          <p:cNvPr id="7" name="Imagen 6">
            <a:extLst>
              <a:ext uri="{FF2B5EF4-FFF2-40B4-BE49-F238E27FC236}">
                <a16:creationId xmlns:a16="http://schemas.microsoft.com/office/drawing/2014/main" id="{9B9F0627-25C5-50F5-3EA3-3C2F92F498E4}"/>
              </a:ext>
            </a:extLst>
          </p:cNvPr>
          <p:cNvPicPr>
            <a:picLocks noChangeAspect="1"/>
          </p:cNvPicPr>
          <p:nvPr/>
        </p:nvPicPr>
        <p:blipFill>
          <a:blip r:embed="rId4"/>
          <a:stretch>
            <a:fillRect/>
          </a:stretch>
        </p:blipFill>
        <p:spPr>
          <a:xfrm>
            <a:off x="3459829" y="4297616"/>
            <a:ext cx="5121084" cy="1463167"/>
          </a:xfrm>
          <a:prstGeom prst="rect">
            <a:avLst/>
          </a:prstGeom>
        </p:spPr>
      </p:pic>
    </p:spTree>
    <p:extLst>
      <p:ext uri="{BB962C8B-B14F-4D97-AF65-F5344CB8AC3E}">
        <p14:creationId xmlns:p14="http://schemas.microsoft.com/office/powerpoint/2010/main" val="1070378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35619-1E10-73D8-3797-51685B620EA2}"/>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1DDB230E-4903-AE3E-CB10-D19EEC4A7677}"/>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EE46F644-9159-9B09-9C58-5AADA0E32D5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B87C2359-AE16-16FC-615D-2A9230210130}"/>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C19B62CC-D3A1-73EA-0B1C-DA00BAAEAB4F}"/>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Compresión</a:t>
            </a:r>
          </a:p>
        </p:txBody>
      </p:sp>
      <p:sp>
        <p:nvSpPr>
          <p:cNvPr id="8" name="CuadroTexto 7">
            <a:extLst>
              <a:ext uri="{FF2B5EF4-FFF2-40B4-BE49-F238E27FC236}">
                <a16:creationId xmlns:a16="http://schemas.microsoft.com/office/drawing/2014/main" id="{B534AAEA-C86B-35FC-5F74-18834AB01C19}"/>
              </a:ext>
            </a:extLst>
          </p:cNvPr>
          <p:cNvSpPr txBox="1"/>
          <p:nvPr/>
        </p:nvSpPr>
        <p:spPr>
          <a:xfrm>
            <a:off x="182880" y="1687354"/>
            <a:ext cx="4340250" cy="4493538"/>
          </a:xfrm>
          <a:prstGeom prst="rect">
            <a:avLst/>
          </a:prstGeom>
          <a:noFill/>
        </p:spPr>
        <p:txBody>
          <a:bodyPr wrap="square">
            <a:spAutoFit/>
          </a:bodyPr>
          <a:lstStyle/>
          <a:p>
            <a:r>
              <a:rPr lang="es-CO" sz="2200" dirty="0"/>
              <a:t>Se sabe que el concreto alcanza su resistencia máxima a deformaciones un poco mayores que 0.002 y se considera que deja de soportar esfuerzos de compresión a una deformación de 0.003,</a:t>
            </a:r>
          </a:p>
          <a:p>
            <a:r>
              <a:rPr lang="es-CO" sz="2200" dirty="0"/>
              <a:t>por lo que, si existe compatibilidad de deformaciones entre los dos materiales, se puede</a:t>
            </a:r>
          </a:p>
          <a:p>
            <a:r>
              <a:rPr lang="es-CO" sz="2200" dirty="0"/>
              <a:t>considerar que el acero puede alcanzar su fluencia antes de que la sección falle </a:t>
            </a:r>
          </a:p>
        </p:txBody>
      </p:sp>
      <p:pic>
        <p:nvPicPr>
          <p:cNvPr id="6" name="Imagen 5">
            <a:extLst>
              <a:ext uri="{FF2B5EF4-FFF2-40B4-BE49-F238E27FC236}">
                <a16:creationId xmlns:a16="http://schemas.microsoft.com/office/drawing/2014/main" id="{BEA0CF7A-1870-05D9-8304-A96955378835}"/>
              </a:ext>
            </a:extLst>
          </p:cNvPr>
          <p:cNvPicPr>
            <a:picLocks noChangeAspect="1"/>
          </p:cNvPicPr>
          <p:nvPr/>
        </p:nvPicPr>
        <p:blipFill>
          <a:blip r:embed="rId4"/>
          <a:srcRect t="1787"/>
          <a:stretch>
            <a:fillRect/>
          </a:stretch>
        </p:blipFill>
        <p:spPr>
          <a:xfrm>
            <a:off x="5024614" y="1923728"/>
            <a:ext cx="6492803" cy="3974268"/>
          </a:xfrm>
          <a:prstGeom prst="rect">
            <a:avLst/>
          </a:prstGeom>
        </p:spPr>
      </p:pic>
    </p:spTree>
    <p:extLst>
      <p:ext uri="{BB962C8B-B14F-4D97-AF65-F5344CB8AC3E}">
        <p14:creationId xmlns:p14="http://schemas.microsoft.com/office/powerpoint/2010/main" val="1833244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D66EC-6F60-7736-CA11-DA7760843085}"/>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DEF59CE3-FB54-03AD-BE33-2CE76DD15271}"/>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4ADC7B84-9B76-EDB0-A0AB-A5955EEDC76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B14FDBB9-1DAD-808B-14E1-874A888A01B4}"/>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09B9BE85-EC7A-2B0F-5FE0-11AC6765EEB7}"/>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Compresión</a:t>
            </a:r>
          </a:p>
        </p:txBody>
      </p:sp>
      <p:sp>
        <p:nvSpPr>
          <p:cNvPr id="8" name="CuadroTexto 7">
            <a:extLst>
              <a:ext uri="{FF2B5EF4-FFF2-40B4-BE49-F238E27FC236}">
                <a16:creationId xmlns:a16="http://schemas.microsoft.com/office/drawing/2014/main" id="{889DB48B-1BF6-745E-27BF-C4037965B958}"/>
              </a:ext>
            </a:extLst>
          </p:cNvPr>
          <p:cNvSpPr txBox="1"/>
          <p:nvPr/>
        </p:nvSpPr>
        <p:spPr>
          <a:xfrm>
            <a:off x="182879" y="1687354"/>
            <a:ext cx="5280371" cy="3785652"/>
          </a:xfrm>
          <a:prstGeom prst="rect">
            <a:avLst/>
          </a:prstGeom>
          <a:noFill/>
        </p:spPr>
        <p:txBody>
          <a:bodyPr wrap="square">
            <a:spAutoFit/>
          </a:bodyPr>
          <a:lstStyle/>
          <a:p>
            <a:r>
              <a:rPr lang="es-CO" sz="2400" dirty="0"/>
              <a:t>Al alcanzarse la resistencia máxima a la compresión en un elemento de concreto reforzado, el concreto ya ha entrado en su etapa de deterioro, fraccionándose y desmoronándose, lo que produce una inestabilidad lateral de las barras de acero, las cuales inevitablemente se pandean perdiendo por completo la capacidad de carga</a:t>
            </a:r>
            <a:endParaRPr lang="es-CO" sz="2200" dirty="0"/>
          </a:p>
        </p:txBody>
      </p:sp>
      <p:pic>
        <p:nvPicPr>
          <p:cNvPr id="10" name="Imagen 9">
            <a:extLst>
              <a:ext uri="{FF2B5EF4-FFF2-40B4-BE49-F238E27FC236}">
                <a16:creationId xmlns:a16="http://schemas.microsoft.com/office/drawing/2014/main" id="{F4A4A6B7-7855-4089-1F71-DE44810BEAA0}"/>
              </a:ext>
            </a:extLst>
          </p:cNvPr>
          <p:cNvPicPr>
            <a:picLocks noChangeAspect="1"/>
          </p:cNvPicPr>
          <p:nvPr/>
        </p:nvPicPr>
        <p:blipFill>
          <a:blip r:embed="rId4"/>
          <a:stretch>
            <a:fillRect/>
          </a:stretch>
        </p:blipFill>
        <p:spPr>
          <a:xfrm>
            <a:off x="7245058" y="1271963"/>
            <a:ext cx="3262158" cy="5586037"/>
          </a:xfrm>
          <a:prstGeom prst="rect">
            <a:avLst/>
          </a:prstGeom>
        </p:spPr>
      </p:pic>
    </p:spTree>
    <p:extLst>
      <p:ext uri="{BB962C8B-B14F-4D97-AF65-F5344CB8AC3E}">
        <p14:creationId xmlns:p14="http://schemas.microsoft.com/office/powerpoint/2010/main" val="1730885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5BC92-2DCF-AEB9-A52C-7178BDE6C362}"/>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3A34567A-3B1D-BF0F-67CB-450E3F6D2338}"/>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49367D92-206E-18C8-A364-03936CA8CDA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DBD3D8C8-6A59-90CA-36F2-42E860D6BE15}"/>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209520AF-D8DA-012B-A7DC-FE8CD3650A7F}"/>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Compresión</a:t>
            </a:r>
          </a:p>
        </p:txBody>
      </p:sp>
      <p:sp>
        <p:nvSpPr>
          <p:cNvPr id="8" name="CuadroTexto 7">
            <a:extLst>
              <a:ext uri="{FF2B5EF4-FFF2-40B4-BE49-F238E27FC236}">
                <a16:creationId xmlns:a16="http://schemas.microsoft.com/office/drawing/2014/main" id="{050E2246-FB02-C7F1-1287-48E5C699777C}"/>
              </a:ext>
            </a:extLst>
          </p:cNvPr>
          <p:cNvSpPr txBox="1"/>
          <p:nvPr/>
        </p:nvSpPr>
        <p:spPr>
          <a:xfrm>
            <a:off x="395720" y="1583590"/>
            <a:ext cx="6632422" cy="1569660"/>
          </a:xfrm>
          <a:prstGeom prst="rect">
            <a:avLst/>
          </a:prstGeom>
          <a:noFill/>
        </p:spPr>
        <p:txBody>
          <a:bodyPr wrap="square">
            <a:spAutoFit/>
          </a:bodyPr>
          <a:lstStyle/>
          <a:p>
            <a:r>
              <a:rPr lang="es-CO" sz="2400" dirty="0"/>
              <a:t>Por esta razón se hace necesario confinar el concreto usando refuerzo transversal cerrado, el cual puede suministrase en forma de estribos o espirales</a:t>
            </a:r>
            <a:endParaRPr lang="es-CO" sz="2200" dirty="0"/>
          </a:p>
        </p:txBody>
      </p:sp>
      <p:pic>
        <p:nvPicPr>
          <p:cNvPr id="6" name="Imagen 5">
            <a:extLst>
              <a:ext uri="{FF2B5EF4-FFF2-40B4-BE49-F238E27FC236}">
                <a16:creationId xmlns:a16="http://schemas.microsoft.com/office/drawing/2014/main" id="{963218BF-E3B9-EB19-C7B5-1D3E57253511}"/>
              </a:ext>
            </a:extLst>
          </p:cNvPr>
          <p:cNvPicPr>
            <a:picLocks noChangeAspect="1"/>
          </p:cNvPicPr>
          <p:nvPr/>
        </p:nvPicPr>
        <p:blipFill>
          <a:blip r:embed="rId4"/>
          <a:stretch>
            <a:fillRect/>
          </a:stretch>
        </p:blipFill>
        <p:spPr>
          <a:xfrm>
            <a:off x="8514794" y="974380"/>
            <a:ext cx="2264234" cy="5793506"/>
          </a:xfrm>
          <a:prstGeom prst="rect">
            <a:avLst/>
          </a:prstGeom>
        </p:spPr>
      </p:pic>
      <p:pic>
        <p:nvPicPr>
          <p:cNvPr id="9" name="Imagen 8">
            <a:extLst>
              <a:ext uri="{FF2B5EF4-FFF2-40B4-BE49-F238E27FC236}">
                <a16:creationId xmlns:a16="http://schemas.microsoft.com/office/drawing/2014/main" id="{4F6EDA7A-ED23-7B23-9F42-D5C5554D3423}"/>
              </a:ext>
            </a:extLst>
          </p:cNvPr>
          <p:cNvPicPr>
            <a:picLocks noChangeAspect="1"/>
          </p:cNvPicPr>
          <p:nvPr/>
        </p:nvPicPr>
        <p:blipFill>
          <a:blip r:embed="rId5"/>
          <a:stretch>
            <a:fillRect/>
          </a:stretch>
        </p:blipFill>
        <p:spPr>
          <a:xfrm>
            <a:off x="680262" y="3778191"/>
            <a:ext cx="2034716" cy="2232853"/>
          </a:xfrm>
          <a:prstGeom prst="rect">
            <a:avLst/>
          </a:prstGeom>
        </p:spPr>
      </p:pic>
      <p:pic>
        <p:nvPicPr>
          <p:cNvPr id="12" name="Imagen 11">
            <a:extLst>
              <a:ext uri="{FF2B5EF4-FFF2-40B4-BE49-F238E27FC236}">
                <a16:creationId xmlns:a16="http://schemas.microsoft.com/office/drawing/2014/main" id="{97E96F41-FC5E-972F-0848-5827F4B5D1B2}"/>
              </a:ext>
            </a:extLst>
          </p:cNvPr>
          <p:cNvPicPr>
            <a:picLocks noChangeAspect="1"/>
          </p:cNvPicPr>
          <p:nvPr/>
        </p:nvPicPr>
        <p:blipFill>
          <a:blip r:embed="rId6"/>
          <a:stretch>
            <a:fillRect/>
          </a:stretch>
        </p:blipFill>
        <p:spPr>
          <a:xfrm>
            <a:off x="4017420" y="4063773"/>
            <a:ext cx="2491124" cy="2048257"/>
          </a:xfrm>
          <a:prstGeom prst="rect">
            <a:avLst/>
          </a:prstGeom>
        </p:spPr>
      </p:pic>
      <p:sp>
        <p:nvSpPr>
          <p:cNvPr id="13" name="CuadroTexto 12">
            <a:extLst>
              <a:ext uri="{FF2B5EF4-FFF2-40B4-BE49-F238E27FC236}">
                <a16:creationId xmlns:a16="http://schemas.microsoft.com/office/drawing/2014/main" id="{D1F981F4-7FDB-51DE-75F0-85BC65288DFE}"/>
              </a:ext>
            </a:extLst>
          </p:cNvPr>
          <p:cNvSpPr txBox="1"/>
          <p:nvPr/>
        </p:nvSpPr>
        <p:spPr>
          <a:xfrm>
            <a:off x="1212198" y="6266653"/>
            <a:ext cx="1502780"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Estribos</a:t>
            </a:r>
          </a:p>
        </p:txBody>
      </p:sp>
      <p:sp>
        <p:nvSpPr>
          <p:cNvPr id="15" name="CuadroTexto 14">
            <a:extLst>
              <a:ext uri="{FF2B5EF4-FFF2-40B4-BE49-F238E27FC236}">
                <a16:creationId xmlns:a16="http://schemas.microsoft.com/office/drawing/2014/main" id="{2D336AD6-D2A2-6A43-D89A-BC306EEAA51E}"/>
              </a:ext>
            </a:extLst>
          </p:cNvPr>
          <p:cNvSpPr txBox="1"/>
          <p:nvPr/>
        </p:nvSpPr>
        <p:spPr>
          <a:xfrm>
            <a:off x="4686504" y="6267760"/>
            <a:ext cx="1502780"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Espirales</a:t>
            </a:r>
          </a:p>
        </p:txBody>
      </p:sp>
    </p:spTree>
    <p:extLst>
      <p:ext uri="{BB962C8B-B14F-4D97-AF65-F5344CB8AC3E}">
        <p14:creationId xmlns:p14="http://schemas.microsoft.com/office/powerpoint/2010/main" val="653974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B5BD0-07EB-61A3-7F39-53CDD7E6997B}"/>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0CC1E8C4-02CA-9DAA-8CEF-15046FAABCE6}"/>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898BA5AA-8A67-BE74-ED4F-7C8E22CD07F9}"/>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869EE349-DA93-0E13-FC33-CAAEA19DC376}"/>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72116F77-1EE3-3C63-3854-D290E76941DF}"/>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Compresión</a:t>
            </a:r>
          </a:p>
        </p:txBody>
      </p:sp>
      <p:pic>
        <p:nvPicPr>
          <p:cNvPr id="6" name="Imagen 5">
            <a:extLst>
              <a:ext uri="{FF2B5EF4-FFF2-40B4-BE49-F238E27FC236}">
                <a16:creationId xmlns:a16="http://schemas.microsoft.com/office/drawing/2014/main" id="{E1CB7BB4-4EFB-C80A-6148-76B3491CDDED}"/>
              </a:ext>
            </a:extLst>
          </p:cNvPr>
          <p:cNvPicPr>
            <a:picLocks noChangeAspect="1"/>
          </p:cNvPicPr>
          <p:nvPr/>
        </p:nvPicPr>
        <p:blipFill>
          <a:blip r:embed="rId4"/>
          <a:stretch>
            <a:fillRect/>
          </a:stretch>
        </p:blipFill>
        <p:spPr>
          <a:xfrm>
            <a:off x="8514794" y="974380"/>
            <a:ext cx="2264234" cy="5793506"/>
          </a:xfrm>
          <a:prstGeom prst="rect">
            <a:avLst/>
          </a:prstGeom>
        </p:spPr>
      </p:pic>
      <p:pic>
        <p:nvPicPr>
          <p:cNvPr id="7" name="Imagen 6">
            <a:extLst>
              <a:ext uri="{FF2B5EF4-FFF2-40B4-BE49-F238E27FC236}">
                <a16:creationId xmlns:a16="http://schemas.microsoft.com/office/drawing/2014/main" id="{820F791D-9E7D-6D3B-D85D-C72BADCCE714}"/>
              </a:ext>
            </a:extLst>
          </p:cNvPr>
          <p:cNvPicPr>
            <a:picLocks noChangeAspect="1"/>
          </p:cNvPicPr>
          <p:nvPr/>
        </p:nvPicPr>
        <p:blipFill>
          <a:blip r:embed="rId5"/>
          <a:stretch>
            <a:fillRect/>
          </a:stretch>
        </p:blipFill>
        <p:spPr>
          <a:xfrm>
            <a:off x="701702" y="2167915"/>
            <a:ext cx="6759526" cy="3406435"/>
          </a:xfrm>
          <a:prstGeom prst="rect">
            <a:avLst/>
          </a:prstGeom>
        </p:spPr>
      </p:pic>
    </p:spTree>
    <p:extLst>
      <p:ext uri="{BB962C8B-B14F-4D97-AF65-F5344CB8AC3E}">
        <p14:creationId xmlns:p14="http://schemas.microsoft.com/office/powerpoint/2010/main" val="2288217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223E9-D9D3-056B-4A0A-8CD493073DA5}"/>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9233A5D4-939F-7E9D-7D2E-614A7E05757F}"/>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4A18108B-A090-3315-0A90-11DC372E237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B4BC1088-E806-273C-B774-1D2FD0F55AD6}"/>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169CF863-53C6-9289-EDBD-C85ECE205C16}"/>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Resistencia nominal compresión</a:t>
            </a:r>
          </a:p>
        </p:txBody>
      </p:sp>
      <p:sp>
        <p:nvSpPr>
          <p:cNvPr id="47" name="Rectángulo 46">
            <a:extLst>
              <a:ext uri="{FF2B5EF4-FFF2-40B4-BE49-F238E27FC236}">
                <a16:creationId xmlns:a16="http://schemas.microsoft.com/office/drawing/2014/main" id="{5E2A50AD-8C56-068C-47E3-99497A7B282D}"/>
              </a:ext>
            </a:extLst>
          </p:cNvPr>
          <p:cNvSpPr/>
          <p:nvPr/>
        </p:nvSpPr>
        <p:spPr>
          <a:xfrm>
            <a:off x="229282" y="2868986"/>
            <a:ext cx="1449238" cy="2061713"/>
          </a:xfrm>
          <a:prstGeom prst="rect">
            <a:avLst/>
          </a:prstGeom>
          <a:solidFill>
            <a:schemeClr val="dk1">
              <a:alpha val="2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s-CO"/>
          </a:p>
        </p:txBody>
      </p:sp>
      <p:sp>
        <p:nvSpPr>
          <p:cNvPr id="48" name="Elipse 47">
            <a:extLst>
              <a:ext uri="{FF2B5EF4-FFF2-40B4-BE49-F238E27FC236}">
                <a16:creationId xmlns:a16="http://schemas.microsoft.com/office/drawing/2014/main" id="{DD023065-557E-B0BF-84C4-5A9C32CB23C7}"/>
              </a:ext>
            </a:extLst>
          </p:cNvPr>
          <p:cNvSpPr/>
          <p:nvPr/>
        </p:nvSpPr>
        <p:spPr>
          <a:xfrm>
            <a:off x="398169" y="468178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9" name="Elipse 48">
            <a:extLst>
              <a:ext uri="{FF2B5EF4-FFF2-40B4-BE49-F238E27FC236}">
                <a16:creationId xmlns:a16="http://schemas.microsoft.com/office/drawing/2014/main" id="{930D0687-509F-3CBE-F7AD-3C4C57F18E61}"/>
              </a:ext>
            </a:extLst>
          </p:cNvPr>
          <p:cNvSpPr/>
          <p:nvPr/>
        </p:nvSpPr>
        <p:spPr>
          <a:xfrm>
            <a:off x="1436980" y="468178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0" name="Rectángulo 49">
            <a:extLst>
              <a:ext uri="{FF2B5EF4-FFF2-40B4-BE49-F238E27FC236}">
                <a16:creationId xmlns:a16="http://schemas.microsoft.com/office/drawing/2014/main" id="{030F1D83-4CCE-19CA-65C5-0269CE4A9E13}"/>
              </a:ext>
            </a:extLst>
          </p:cNvPr>
          <p:cNvSpPr/>
          <p:nvPr/>
        </p:nvSpPr>
        <p:spPr>
          <a:xfrm>
            <a:off x="365666" y="2990105"/>
            <a:ext cx="1209040" cy="1832761"/>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CO"/>
          </a:p>
        </p:txBody>
      </p:sp>
      <p:sp>
        <p:nvSpPr>
          <p:cNvPr id="51" name="Elipse 50">
            <a:extLst>
              <a:ext uri="{FF2B5EF4-FFF2-40B4-BE49-F238E27FC236}">
                <a16:creationId xmlns:a16="http://schemas.microsoft.com/office/drawing/2014/main" id="{25EB0013-0F52-30AE-3075-A47707D8CD33}"/>
              </a:ext>
            </a:extLst>
          </p:cNvPr>
          <p:cNvSpPr/>
          <p:nvPr/>
        </p:nvSpPr>
        <p:spPr>
          <a:xfrm>
            <a:off x="753727" y="468178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2" name="Elipse 51">
            <a:extLst>
              <a:ext uri="{FF2B5EF4-FFF2-40B4-BE49-F238E27FC236}">
                <a16:creationId xmlns:a16="http://schemas.microsoft.com/office/drawing/2014/main" id="{8E493954-87D7-4F7B-4AFF-BBCA0953DE58}"/>
              </a:ext>
            </a:extLst>
          </p:cNvPr>
          <p:cNvSpPr/>
          <p:nvPr/>
        </p:nvSpPr>
        <p:spPr>
          <a:xfrm>
            <a:off x="1095908" y="468178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3" name="Elipse 52">
            <a:extLst>
              <a:ext uri="{FF2B5EF4-FFF2-40B4-BE49-F238E27FC236}">
                <a16:creationId xmlns:a16="http://schemas.microsoft.com/office/drawing/2014/main" id="{567A723A-05EF-2924-3E6C-915122DD0B8A}"/>
              </a:ext>
            </a:extLst>
          </p:cNvPr>
          <p:cNvSpPr/>
          <p:nvPr/>
        </p:nvSpPr>
        <p:spPr>
          <a:xfrm>
            <a:off x="392936" y="3025087"/>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4" name="Elipse 53">
            <a:extLst>
              <a:ext uri="{FF2B5EF4-FFF2-40B4-BE49-F238E27FC236}">
                <a16:creationId xmlns:a16="http://schemas.microsoft.com/office/drawing/2014/main" id="{ADEDA0BA-5021-0C64-0EF0-7B85028AC4BF}"/>
              </a:ext>
            </a:extLst>
          </p:cNvPr>
          <p:cNvSpPr/>
          <p:nvPr/>
        </p:nvSpPr>
        <p:spPr>
          <a:xfrm>
            <a:off x="1431747" y="3025087"/>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5" name="Elipse 54">
            <a:extLst>
              <a:ext uri="{FF2B5EF4-FFF2-40B4-BE49-F238E27FC236}">
                <a16:creationId xmlns:a16="http://schemas.microsoft.com/office/drawing/2014/main" id="{E0310862-A885-C0C9-9AC5-778BD4F740D4}"/>
              </a:ext>
            </a:extLst>
          </p:cNvPr>
          <p:cNvSpPr/>
          <p:nvPr/>
        </p:nvSpPr>
        <p:spPr>
          <a:xfrm>
            <a:off x="1098486" y="3025087"/>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56" name="Conector recto 55">
            <a:extLst>
              <a:ext uri="{FF2B5EF4-FFF2-40B4-BE49-F238E27FC236}">
                <a16:creationId xmlns:a16="http://schemas.microsoft.com/office/drawing/2014/main" id="{E0BCF3E8-D3A5-3607-AC3A-9D73B30DD8ED}"/>
              </a:ext>
            </a:extLst>
          </p:cNvPr>
          <p:cNvCxnSpPr/>
          <p:nvPr/>
        </p:nvCxnSpPr>
        <p:spPr>
          <a:xfrm flipH="1">
            <a:off x="1327655" y="3131823"/>
            <a:ext cx="247051" cy="33624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7" name="Conector recto 56">
            <a:extLst>
              <a:ext uri="{FF2B5EF4-FFF2-40B4-BE49-F238E27FC236}">
                <a16:creationId xmlns:a16="http://schemas.microsoft.com/office/drawing/2014/main" id="{748FDF9C-521F-55A2-692A-A9B4901EC091}"/>
              </a:ext>
            </a:extLst>
          </p:cNvPr>
          <p:cNvCxnSpPr/>
          <p:nvPr/>
        </p:nvCxnSpPr>
        <p:spPr>
          <a:xfrm flipH="1">
            <a:off x="1189929" y="2998638"/>
            <a:ext cx="247051" cy="33624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58" name="Elipse 57">
            <a:extLst>
              <a:ext uri="{FF2B5EF4-FFF2-40B4-BE49-F238E27FC236}">
                <a16:creationId xmlns:a16="http://schemas.microsoft.com/office/drawing/2014/main" id="{66586238-186A-AE20-3BB1-B243FB332D72}"/>
              </a:ext>
            </a:extLst>
          </p:cNvPr>
          <p:cNvSpPr/>
          <p:nvPr/>
        </p:nvSpPr>
        <p:spPr>
          <a:xfrm>
            <a:off x="746470" y="3034410"/>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9" name="Elipse 58">
            <a:extLst>
              <a:ext uri="{FF2B5EF4-FFF2-40B4-BE49-F238E27FC236}">
                <a16:creationId xmlns:a16="http://schemas.microsoft.com/office/drawing/2014/main" id="{3573C80C-008A-E5AF-43AF-3F8181BA6E2A}"/>
              </a:ext>
            </a:extLst>
          </p:cNvPr>
          <p:cNvSpPr/>
          <p:nvPr/>
        </p:nvSpPr>
        <p:spPr>
          <a:xfrm>
            <a:off x="394183" y="420737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0" name="Elipse 59">
            <a:extLst>
              <a:ext uri="{FF2B5EF4-FFF2-40B4-BE49-F238E27FC236}">
                <a16:creationId xmlns:a16="http://schemas.microsoft.com/office/drawing/2014/main" id="{D3B82997-C41B-CA5B-463A-F2A6109489AB}"/>
              </a:ext>
            </a:extLst>
          </p:cNvPr>
          <p:cNvSpPr/>
          <p:nvPr/>
        </p:nvSpPr>
        <p:spPr>
          <a:xfrm>
            <a:off x="1432994" y="420737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1" name="Elipse 60">
            <a:extLst>
              <a:ext uri="{FF2B5EF4-FFF2-40B4-BE49-F238E27FC236}">
                <a16:creationId xmlns:a16="http://schemas.microsoft.com/office/drawing/2014/main" id="{FCE319F8-8AD8-C034-D9E2-6244CBF968CB}"/>
              </a:ext>
            </a:extLst>
          </p:cNvPr>
          <p:cNvSpPr/>
          <p:nvPr/>
        </p:nvSpPr>
        <p:spPr>
          <a:xfrm>
            <a:off x="379740" y="3609785"/>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2" name="Elipse 61">
            <a:extLst>
              <a:ext uri="{FF2B5EF4-FFF2-40B4-BE49-F238E27FC236}">
                <a16:creationId xmlns:a16="http://schemas.microsoft.com/office/drawing/2014/main" id="{56A9DE89-A91E-B917-1EFB-BEC7A3BB530C}"/>
              </a:ext>
            </a:extLst>
          </p:cNvPr>
          <p:cNvSpPr/>
          <p:nvPr/>
        </p:nvSpPr>
        <p:spPr>
          <a:xfrm>
            <a:off x="1434260" y="3609785"/>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63" name="Grupo 62">
            <a:extLst>
              <a:ext uri="{FF2B5EF4-FFF2-40B4-BE49-F238E27FC236}">
                <a16:creationId xmlns:a16="http://schemas.microsoft.com/office/drawing/2014/main" id="{0337D518-36A6-E3E6-251D-D1EB14B1FE3B}"/>
              </a:ext>
            </a:extLst>
          </p:cNvPr>
          <p:cNvGrpSpPr/>
          <p:nvPr/>
        </p:nvGrpSpPr>
        <p:grpSpPr>
          <a:xfrm>
            <a:off x="2156923" y="2864427"/>
            <a:ext cx="1953392" cy="2075772"/>
            <a:chOff x="3220720" y="2894930"/>
            <a:chExt cx="1953392" cy="2075772"/>
          </a:xfrm>
        </p:grpSpPr>
        <p:grpSp>
          <p:nvGrpSpPr>
            <p:cNvPr id="64" name="Grupo 63">
              <a:extLst>
                <a:ext uri="{FF2B5EF4-FFF2-40B4-BE49-F238E27FC236}">
                  <a16:creationId xmlns:a16="http://schemas.microsoft.com/office/drawing/2014/main" id="{27FB5CAD-EF42-F5A2-9CE2-452A0CF33086}"/>
                </a:ext>
              </a:extLst>
            </p:cNvPr>
            <p:cNvGrpSpPr/>
            <p:nvPr/>
          </p:nvGrpSpPr>
          <p:grpSpPr>
            <a:xfrm>
              <a:off x="3220720" y="2899489"/>
              <a:ext cx="416636" cy="2071213"/>
              <a:chOff x="3220720" y="2899489"/>
              <a:chExt cx="416636" cy="2071213"/>
            </a:xfrm>
          </p:grpSpPr>
          <p:cxnSp>
            <p:nvCxnSpPr>
              <p:cNvPr id="77" name="Conector recto 76">
                <a:extLst>
                  <a:ext uri="{FF2B5EF4-FFF2-40B4-BE49-F238E27FC236}">
                    <a16:creationId xmlns:a16="http://schemas.microsoft.com/office/drawing/2014/main" id="{02943467-C6BC-5F0E-64E8-3D6E5C1659E4}"/>
                  </a:ext>
                </a:extLst>
              </p:cNvPr>
              <p:cNvCxnSpPr>
                <a:cxnSpLocks/>
              </p:cNvCxnSpPr>
              <p:nvPr/>
            </p:nvCxnSpPr>
            <p:spPr>
              <a:xfrm>
                <a:off x="3430719" y="2899489"/>
                <a:ext cx="0" cy="876803"/>
              </a:xfrm>
              <a:prstGeom prst="line">
                <a:avLst/>
              </a:prstGeom>
            </p:spPr>
            <p:style>
              <a:lnRef idx="2">
                <a:schemeClr val="dk1"/>
              </a:lnRef>
              <a:fillRef idx="0">
                <a:schemeClr val="dk1"/>
              </a:fillRef>
              <a:effectRef idx="1">
                <a:schemeClr val="dk1"/>
              </a:effectRef>
              <a:fontRef idx="minor">
                <a:schemeClr val="tx1"/>
              </a:fontRef>
            </p:style>
          </p:cxnSp>
          <p:cxnSp>
            <p:nvCxnSpPr>
              <p:cNvPr id="78" name="Conector recto 77">
                <a:extLst>
                  <a:ext uri="{FF2B5EF4-FFF2-40B4-BE49-F238E27FC236}">
                    <a16:creationId xmlns:a16="http://schemas.microsoft.com/office/drawing/2014/main" id="{47575BD0-5129-AD81-89C1-862A398897B8}"/>
                  </a:ext>
                </a:extLst>
              </p:cNvPr>
              <p:cNvCxnSpPr>
                <a:cxnSpLocks/>
              </p:cNvCxnSpPr>
              <p:nvPr/>
            </p:nvCxnSpPr>
            <p:spPr>
              <a:xfrm>
                <a:off x="3220720" y="3954921"/>
                <a:ext cx="416636" cy="0"/>
              </a:xfrm>
              <a:prstGeom prst="line">
                <a:avLst/>
              </a:prstGeom>
            </p:spPr>
            <p:style>
              <a:lnRef idx="2">
                <a:schemeClr val="dk1"/>
              </a:lnRef>
              <a:fillRef idx="0">
                <a:schemeClr val="dk1"/>
              </a:fillRef>
              <a:effectRef idx="1">
                <a:schemeClr val="dk1"/>
              </a:effectRef>
              <a:fontRef idx="minor">
                <a:schemeClr val="tx1"/>
              </a:fontRef>
            </p:style>
          </p:cxnSp>
          <p:cxnSp>
            <p:nvCxnSpPr>
              <p:cNvPr id="79" name="Conector recto 78">
                <a:extLst>
                  <a:ext uri="{FF2B5EF4-FFF2-40B4-BE49-F238E27FC236}">
                    <a16:creationId xmlns:a16="http://schemas.microsoft.com/office/drawing/2014/main" id="{93A3A09D-E5D6-F4C5-177F-438E70E85B14}"/>
                  </a:ext>
                </a:extLst>
              </p:cNvPr>
              <p:cNvCxnSpPr>
                <a:cxnSpLocks/>
              </p:cNvCxnSpPr>
              <p:nvPr/>
            </p:nvCxnSpPr>
            <p:spPr>
              <a:xfrm flipH="1">
                <a:off x="3220720" y="3776292"/>
                <a:ext cx="209999" cy="178629"/>
              </a:xfrm>
              <a:prstGeom prst="line">
                <a:avLst/>
              </a:prstGeom>
            </p:spPr>
            <p:style>
              <a:lnRef idx="2">
                <a:schemeClr val="dk1"/>
              </a:lnRef>
              <a:fillRef idx="0">
                <a:schemeClr val="dk1"/>
              </a:fillRef>
              <a:effectRef idx="1">
                <a:schemeClr val="dk1"/>
              </a:effectRef>
              <a:fontRef idx="minor">
                <a:schemeClr val="tx1"/>
              </a:fontRef>
            </p:style>
          </p:cxnSp>
          <p:cxnSp>
            <p:nvCxnSpPr>
              <p:cNvPr id="80" name="Conector recto 79">
                <a:extLst>
                  <a:ext uri="{FF2B5EF4-FFF2-40B4-BE49-F238E27FC236}">
                    <a16:creationId xmlns:a16="http://schemas.microsoft.com/office/drawing/2014/main" id="{ED6621C4-1A38-04DE-EFA7-CDC6F74E4013}"/>
                  </a:ext>
                </a:extLst>
              </p:cNvPr>
              <p:cNvCxnSpPr>
                <a:cxnSpLocks/>
              </p:cNvCxnSpPr>
              <p:nvPr/>
            </p:nvCxnSpPr>
            <p:spPr>
              <a:xfrm flipH="1">
                <a:off x="3427357" y="3956300"/>
                <a:ext cx="209999" cy="178629"/>
              </a:xfrm>
              <a:prstGeom prst="line">
                <a:avLst/>
              </a:prstGeom>
            </p:spPr>
            <p:style>
              <a:lnRef idx="2">
                <a:schemeClr val="dk1"/>
              </a:lnRef>
              <a:fillRef idx="0">
                <a:schemeClr val="dk1"/>
              </a:fillRef>
              <a:effectRef idx="1">
                <a:schemeClr val="dk1"/>
              </a:effectRef>
              <a:fontRef idx="minor">
                <a:schemeClr val="tx1"/>
              </a:fontRef>
            </p:style>
          </p:cxnSp>
          <p:cxnSp>
            <p:nvCxnSpPr>
              <p:cNvPr id="81" name="Conector recto 80">
                <a:extLst>
                  <a:ext uri="{FF2B5EF4-FFF2-40B4-BE49-F238E27FC236}">
                    <a16:creationId xmlns:a16="http://schemas.microsoft.com/office/drawing/2014/main" id="{4F49A8E5-5D0E-573A-A7B6-7AF65364FA91}"/>
                  </a:ext>
                </a:extLst>
              </p:cNvPr>
              <p:cNvCxnSpPr>
                <a:cxnSpLocks/>
              </p:cNvCxnSpPr>
              <p:nvPr/>
            </p:nvCxnSpPr>
            <p:spPr>
              <a:xfrm>
                <a:off x="3427357" y="4134929"/>
                <a:ext cx="3362" cy="835773"/>
              </a:xfrm>
              <a:prstGeom prst="line">
                <a:avLst/>
              </a:prstGeom>
            </p:spPr>
            <p:style>
              <a:lnRef idx="2">
                <a:schemeClr val="dk1"/>
              </a:lnRef>
              <a:fillRef idx="0">
                <a:schemeClr val="dk1"/>
              </a:fillRef>
              <a:effectRef idx="1">
                <a:schemeClr val="dk1"/>
              </a:effectRef>
              <a:fontRef idx="minor">
                <a:schemeClr val="tx1"/>
              </a:fontRef>
            </p:style>
          </p:cxnSp>
        </p:grpSp>
        <p:cxnSp>
          <p:nvCxnSpPr>
            <p:cNvPr id="65" name="Conector recto 64">
              <a:extLst>
                <a:ext uri="{FF2B5EF4-FFF2-40B4-BE49-F238E27FC236}">
                  <a16:creationId xmlns:a16="http://schemas.microsoft.com/office/drawing/2014/main" id="{A700AB82-8507-D845-4268-AC53B6A81DF6}"/>
                </a:ext>
              </a:extLst>
            </p:cNvPr>
            <p:cNvCxnSpPr>
              <a:cxnSpLocks/>
            </p:cNvCxnSpPr>
            <p:nvPr/>
          </p:nvCxnSpPr>
          <p:spPr>
            <a:xfrm>
              <a:off x="3427357" y="4779029"/>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66" name="Conector recto 65">
              <a:extLst>
                <a:ext uri="{FF2B5EF4-FFF2-40B4-BE49-F238E27FC236}">
                  <a16:creationId xmlns:a16="http://schemas.microsoft.com/office/drawing/2014/main" id="{5C091D24-BFDF-D73B-3106-FFC32E4C5A20}"/>
                </a:ext>
              </a:extLst>
            </p:cNvPr>
            <p:cNvCxnSpPr>
              <a:cxnSpLocks/>
            </p:cNvCxnSpPr>
            <p:nvPr/>
          </p:nvCxnSpPr>
          <p:spPr>
            <a:xfrm>
              <a:off x="3427357" y="4302249"/>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67" name="Conector recto 66">
              <a:extLst>
                <a:ext uri="{FF2B5EF4-FFF2-40B4-BE49-F238E27FC236}">
                  <a16:creationId xmlns:a16="http://schemas.microsoft.com/office/drawing/2014/main" id="{202BE5F7-6501-646F-D0A9-266A214085F4}"/>
                </a:ext>
              </a:extLst>
            </p:cNvPr>
            <p:cNvCxnSpPr>
              <a:cxnSpLocks/>
            </p:cNvCxnSpPr>
            <p:nvPr/>
          </p:nvCxnSpPr>
          <p:spPr>
            <a:xfrm>
              <a:off x="3427357" y="3701248"/>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68" name="Conector recto 67">
              <a:extLst>
                <a:ext uri="{FF2B5EF4-FFF2-40B4-BE49-F238E27FC236}">
                  <a16:creationId xmlns:a16="http://schemas.microsoft.com/office/drawing/2014/main" id="{DE3A0D5B-3006-CEB5-1951-57EF611BC143}"/>
                </a:ext>
              </a:extLst>
            </p:cNvPr>
            <p:cNvCxnSpPr>
              <a:cxnSpLocks/>
            </p:cNvCxnSpPr>
            <p:nvPr/>
          </p:nvCxnSpPr>
          <p:spPr>
            <a:xfrm>
              <a:off x="3427357" y="3064913"/>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69" name="Conector recto 68">
              <a:extLst>
                <a:ext uri="{FF2B5EF4-FFF2-40B4-BE49-F238E27FC236}">
                  <a16:creationId xmlns:a16="http://schemas.microsoft.com/office/drawing/2014/main" id="{02B70B6B-3696-7AD3-C7AE-18338ECE6FC7}"/>
                </a:ext>
              </a:extLst>
            </p:cNvPr>
            <p:cNvCxnSpPr>
              <a:cxnSpLocks/>
            </p:cNvCxnSpPr>
            <p:nvPr/>
          </p:nvCxnSpPr>
          <p:spPr>
            <a:xfrm>
              <a:off x="3427357" y="4970702"/>
              <a:ext cx="1742051" cy="0"/>
            </a:xfrm>
            <a:prstGeom prst="line">
              <a:avLst/>
            </a:prstGeom>
          </p:spPr>
          <p:style>
            <a:lnRef idx="2">
              <a:schemeClr val="dk1"/>
            </a:lnRef>
            <a:fillRef idx="0">
              <a:schemeClr val="dk1"/>
            </a:fillRef>
            <a:effectRef idx="1">
              <a:schemeClr val="dk1"/>
            </a:effectRef>
            <a:fontRef idx="minor">
              <a:schemeClr val="tx1"/>
            </a:fontRef>
          </p:style>
        </p:cxnSp>
        <p:cxnSp>
          <p:nvCxnSpPr>
            <p:cNvPr id="70" name="Conector recto 69">
              <a:extLst>
                <a:ext uri="{FF2B5EF4-FFF2-40B4-BE49-F238E27FC236}">
                  <a16:creationId xmlns:a16="http://schemas.microsoft.com/office/drawing/2014/main" id="{03AC99C1-E60F-E21B-09C7-1088FB88C24B}"/>
                </a:ext>
              </a:extLst>
            </p:cNvPr>
            <p:cNvCxnSpPr>
              <a:cxnSpLocks/>
            </p:cNvCxnSpPr>
            <p:nvPr/>
          </p:nvCxnSpPr>
          <p:spPr>
            <a:xfrm>
              <a:off x="3427357" y="2894930"/>
              <a:ext cx="1742051" cy="0"/>
            </a:xfrm>
            <a:prstGeom prst="line">
              <a:avLst/>
            </a:prstGeom>
          </p:spPr>
          <p:style>
            <a:lnRef idx="2">
              <a:schemeClr val="dk1"/>
            </a:lnRef>
            <a:fillRef idx="0">
              <a:schemeClr val="dk1"/>
            </a:fillRef>
            <a:effectRef idx="1">
              <a:schemeClr val="dk1"/>
            </a:effectRef>
            <a:fontRef idx="minor">
              <a:schemeClr val="tx1"/>
            </a:fontRef>
          </p:style>
        </p:cxnSp>
        <p:cxnSp>
          <p:nvCxnSpPr>
            <p:cNvPr id="71" name="Conector recto 70">
              <a:extLst>
                <a:ext uri="{FF2B5EF4-FFF2-40B4-BE49-F238E27FC236}">
                  <a16:creationId xmlns:a16="http://schemas.microsoft.com/office/drawing/2014/main" id="{C0450870-92CB-94BA-6FBB-2D10F44364BB}"/>
                </a:ext>
              </a:extLst>
            </p:cNvPr>
            <p:cNvCxnSpPr/>
            <p:nvPr/>
          </p:nvCxnSpPr>
          <p:spPr>
            <a:xfrm>
              <a:off x="4706112" y="2899489"/>
              <a:ext cx="0" cy="2071213"/>
            </a:xfrm>
            <a:prstGeom prst="line">
              <a:avLst/>
            </a:prstGeom>
          </p:spPr>
          <p:style>
            <a:lnRef idx="2">
              <a:schemeClr val="dk1"/>
            </a:lnRef>
            <a:fillRef idx="0">
              <a:schemeClr val="dk1"/>
            </a:fillRef>
            <a:effectRef idx="1">
              <a:schemeClr val="dk1"/>
            </a:effectRef>
            <a:fontRef idx="minor">
              <a:schemeClr val="tx1"/>
            </a:fontRef>
          </p:style>
        </p:cxnSp>
        <p:cxnSp>
          <p:nvCxnSpPr>
            <p:cNvPr id="72" name="Conector recto 71">
              <a:extLst>
                <a:ext uri="{FF2B5EF4-FFF2-40B4-BE49-F238E27FC236}">
                  <a16:creationId xmlns:a16="http://schemas.microsoft.com/office/drawing/2014/main" id="{38D55315-7AFC-B502-B887-B57D16A905DF}"/>
                </a:ext>
              </a:extLst>
            </p:cNvPr>
            <p:cNvCxnSpPr/>
            <p:nvPr/>
          </p:nvCxnSpPr>
          <p:spPr>
            <a:xfrm>
              <a:off x="5169408" y="2894930"/>
              <a:ext cx="0" cy="207121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3" name="Conector recto 72">
              <a:extLst>
                <a:ext uri="{FF2B5EF4-FFF2-40B4-BE49-F238E27FC236}">
                  <a16:creationId xmlns:a16="http://schemas.microsoft.com/office/drawing/2014/main" id="{51AEAC52-E601-2EFF-E2F4-D8ADD9FAA726}"/>
                </a:ext>
              </a:extLst>
            </p:cNvPr>
            <p:cNvCxnSpPr>
              <a:cxnSpLocks/>
            </p:cNvCxnSpPr>
            <p:nvPr/>
          </p:nvCxnSpPr>
          <p:spPr>
            <a:xfrm>
              <a:off x="4706112" y="4777654"/>
              <a:ext cx="468000" cy="0"/>
            </a:xfrm>
            <a:prstGeom prst="line">
              <a:avLst/>
            </a:prstGeom>
            <a:ln w="12700">
              <a:solidFill>
                <a:schemeClr val="accent1"/>
              </a:solidFill>
            </a:ln>
          </p:spPr>
          <p:style>
            <a:lnRef idx="3">
              <a:schemeClr val="dk1"/>
            </a:lnRef>
            <a:fillRef idx="0">
              <a:schemeClr val="dk1"/>
            </a:fillRef>
            <a:effectRef idx="2">
              <a:schemeClr val="dk1"/>
            </a:effectRef>
            <a:fontRef idx="minor">
              <a:schemeClr val="tx1"/>
            </a:fontRef>
          </p:style>
        </p:cxnSp>
        <p:cxnSp>
          <p:nvCxnSpPr>
            <p:cNvPr id="74" name="Conector recto 73">
              <a:extLst>
                <a:ext uri="{FF2B5EF4-FFF2-40B4-BE49-F238E27FC236}">
                  <a16:creationId xmlns:a16="http://schemas.microsoft.com/office/drawing/2014/main" id="{2FA8B41B-F606-A3D5-B221-36ADCCCC0055}"/>
                </a:ext>
              </a:extLst>
            </p:cNvPr>
            <p:cNvCxnSpPr>
              <a:cxnSpLocks/>
            </p:cNvCxnSpPr>
            <p:nvPr/>
          </p:nvCxnSpPr>
          <p:spPr>
            <a:xfrm>
              <a:off x="4706112" y="4300874"/>
              <a:ext cx="468000" cy="0"/>
            </a:xfrm>
            <a:prstGeom prst="line">
              <a:avLst/>
            </a:prstGeom>
            <a:ln w="12700">
              <a:solidFill>
                <a:schemeClr val="accent1"/>
              </a:solidFill>
            </a:ln>
          </p:spPr>
          <p:style>
            <a:lnRef idx="3">
              <a:schemeClr val="dk1"/>
            </a:lnRef>
            <a:fillRef idx="0">
              <a:schemeClr val="dk1"/>
            </a:fillRef>
            <a:effectRef idx="2">
              <a:schemeClr val="dk1"/>
            </a:effectRef>
            <a:fontRef idx="minor">
              <a:schemeClr val="tx1"/>
            </a:fontRef>
          </p:style>
        </p:cxnSp>
        <p:cxnSp>
          <p:nvCxnSpPr>
            <p:cNvPr id="75" name="Conector recto 74">
              <a:extLst>
                <a:ext uri="{FF2B5EF4-FFF2-40B4-BE49-F238E27FC236}">
                  <a16:creationId xmlns:a16="http://schemas.microsoft.com/office/drawing/2014/main" id="{C35E4EDC-06F5-A0FD-DCA0-90197FC1EBA7}"/>
                </a:ext>
              </a:extLst>
            </p:cNvPr>
            <p:cNvCxnSpPr>
              <a:cxnSpLocks/>
            </p:cNvCxnSpPr>
            <p:nvPr/>
          </p:nvCxnSpPr>
          <p:spPr>
            <a:xfrm>
              <a:off x="4706112" y="3699873"/>
              <a:ext cx="468000" cy="0"/>
            </a:xfrm>
            <a:prstGeom prst="line">
              <a:avLst/>
            </a:prstGeom>
            <a:ln w="12700">
              <a:solidFill>
                <a:schemeClr val="accent1"/>
              </a:solidFill>
            </a:ln>
          </p:spPr>
          <p:style>
            <a:lnRef idx="3">
              <a:schemeClr val="dk1"/>
            </a:lnRef>
            <a:fillRef idx="0">
              <a:schemeClr val="dk1"/>
            </a:fillRef>
            <a:effectRef idx="2">
              <a:schemeClr val="dk1"/>
            </a:effectRef>
            <a:fontRef idx="minor">
              <a:schemeClr val="tx1"/>
            </a:fontRef>
          </p:style>
        </p:cxnSp>
        <p:cxnSp>
          <p:nvCxnSpPr>
            <p:cNvPr id="76" name="Conector recto 75">
              <a:extLst>
                <a:ext uri="{FF2B5EF4-FFF2-40B4-BE49-F238E27FC236}">
                  <a16:creationId xmlns:a16="http://schemas.microsoft.com/office/drawing/2014/main" id="{B4FBE826-F6CF-FA5A-452F-F0B6DE8EBA3B}"/>
                </a:ext>
              </a:extLst>
            </p:cNvPr>
            <p:cNvCxnSpPr>
              <a:cxnSpLocks/>
            </p:cNvCxnSpPr>
            <p:nvPr/>
          </p:nvCxnSpPr>
          <p:spPr>
            <a:xfrm>
              <a:off x="4706112" y="3063538"/>
              <a:ext cx="468000" cy="0"/>
            </a:xfrm>
            <a:prstGeom prst="line">
              <a:avLst/>
            </a:prstGeom>
            <a:ln w="12700">
              <a:solidFill>
                <a:schemeClr val="accent1"/>
              </a:solidFill>
            </a:ln>
          </p:spPr>
          <p:style>
            <a:lnRef idx="3">
              <a:schemeClr val="dk1"/>
            </a:lnRef>
            <a:fillRef idx="0">
              <a:schemeClr val="dk1"/>
            </a:fillRef>
            <a:effectRef idx="2">
              <a:schemeClr val="dk1"/>
            </a:effectRef>
            <a:fontRef idx="minor">
              <a:schemeClr val="tx1"/>
            </a:fontRef>
          </p:style>
        </p:cxnSp>
      </p:grpSp>
      <p:sp>
        <p:nvSpPr>
          <p:cNvPr id="82" name="CuadroTexto 81">
            <a:extLst>
              <a:ext uri="{FF2B5EF4-FFF2-40B4-BE49-F238E27FC236}">
                <a16:creationId xmlns:a16="http://schemas.microsoft.com/office/drawing/2014/main" id="{F07581EF-6623-4C79-851A-E1DB8775D03B}"/>
              </a:ext>
            </a:extLst>
          </p:cNvPr>
          <p:cNvSpPr txBox="1"/>
          <p:nvPr/>
        </p:nvSpPr>
        <p:spPr>
          <a:xfrm>
            <a:off x="3582281" y="2113975"/>
            <a:ext cx="1234176" cy="400110"/>
          </a:xfrm>
          <a:prstGeom prst="rect">
            <a:avLst/>
          </a:prstGeom>
          <a:noFill/>
        </p:spPr>
        <p:txBody>
          <a:bodyPr wrap="square">
            <a:spAutoFit/>
          </a:bodyPr>
          <a:lstStyle/>
          <a:p>
            <a:r>
              <a:rPr lang="es-CO" sz="2000" dirty="0" err="1">
                <a:latin typeface="Symbol" panose="05050102010706020507" pitchFamily="18" charset="2"/>
              </a:rPr>
              <a:t>e</a:t>
            </a:r>
            <a:r>
              <a:rPr lang="es-CO" sz="2000" baseline="-25000" dirty="0" err="1"/>
              <a:t>c</a:t>
            </a:r>
            <a:r>
              <a:rPr lang="es-CO" sz="2000" baseline="-25000" dirty="0"/>
              <a:t> </a:t>
            </a:r>
            <a:r>
              <a:rPr lang="es-CO" sz="2000" dirty="0"/>
              <a:t>=0.003</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sp>
        <p:nvSpPr>
          <p:cNvPr id="83" name="CuadroTexto 82">
            <a:extLst>
              <a:ext uri="{FF2B5EF4-FFF2-40B4-BE49-F238E27FC236}">
                <a16:creationId xmlns:a16="http://schemas.microsoft.com/office/drawing/2014/main" id="{885527B2-8C90-65B0-4C03-83A4BF083C17}"/>
              </a:ext>
            </a:extLst>
          </p:cNvPr>
          <p:cNvSpPr txBox="1"/>
          <p:nvPr/>
        </p:nvSpPr>
        <p:spPr>
          <a:xfrm>
            <a:off x="4199370" y="2821592"/>
            <a:ext cx="504081" cy="369332"/>
          </a:xfrm>
          <a:prstGeom prst="rect">
            <a:avLst/>
          </a:prstGeom>
          <a:noFill/>
        </p:spPr>
        <p:txBody>
          <a:bodyPr wrap="square">
            <a:spAutoFit/>
          </a:bodyPr>
          <a:lstStyle/>
          <a:p>
            <a:r>
              <a:rPr lang="es-CO" sz="1800" dirty="0">
                <a:latin typeface="Symbol" panose="05050102010706020507" pitchFamily="18" charset="2"/>
              </a:rPr>
              <a:t>e</a:t>
            </a:r>
            <a:r>
              <a:rPr lang="es-CO" sz="1800" baseline="-25000" dirty="0"/>
              <a:t>s</a:t>
            </a:r>
            <a:r>
              <a:rPr lang="es-CO" baseline="-25000" dirty="0"/>
              <a:t>1</a:t>
            </a:r>
            <a:endParaRPr lang="es-CO" dirty="0"/>
          </a:p>
        </p:txBody>
      </p:sp>
      <p:sp>
        <p:nvSpPr>
          <p:cNvPr id="84" name="CuadroTexto 83">
            <a:extLst>
              <a:ext uri="{FF2B5EF4-FFF2-40B4-BE49-F238E27FC236}">
                <a16:creationId xmlns:a16="http://schemas.microsoft.com/office/drawing/2014/main" id="{7182F112-4BA0-5FD8-7164-4A00BEC5B957}"/>
              </a:ext>
            </a:extLst>
          </p:cNvPr>
          <p:cNvSpPr txBox="1"/>
          <p:nvPr/>
        </p:nvSpPr>
        <p:spPr>
          <a:xfrm>
            <a:off x="4199369" y="3479246"/>
            <a:ext cx="504081" cy="369332"/>
          </a:xfrm>
          <a:prstGeom prst="rect">
            <a:avLst/>
          </a:prstGeom>
          <a:noFill/>
        </p:spPr>
        <p:txBody>
          <a:bodyPr wrap="square">
            <a:spAutoFit/>
          </a:bodyPr>
          <a:lstStyle/>
          <a:p>
            <a:r>
              <a:rPr lang="es-CO" sz="1800" dirty="0" err="1">
                <a:latin typeface="Symbol" panose="05050102010706020507" pitchFamily="18" charset="2"/>
              </a:rPr>
              <a:t>e</a:t>
            </a:r>
            <a:r>
              <a:rPr lang="es-CO" sz="1800" baseline="-25000" dirty="0" err="1"/>
              <a:t>s</a:t>
            </a:r>
            <a:r>
              <a:rPr lang="es-CO" baseline="-25000" dirty="0" err="1"/>
              <a:t>i</a:t>
            </a:r>
            <a:endParaRPr lang="es-CO" dirty="0"/>
          </a:p>
        </p:txBody>
      </p:sp>
      <p:sp>
        <p:nvSpPr>
          <p:cNvPr id="85" name="CuadroTexto 84">
            <a:extLst>
              <a:ext uri="{FF2B5EF4-FFF2-40B4-BE49-F238E27FC236}">
                <a16:creationId xmlns:a16="http://schemas.microsoft.com/office/drawing/2014/main" id="{6A170557-87E4-058A-04E2-8EE1BF2F1F39}"/>
              </a:ext>
            </a:extLst>
          </p:cNvPr>
          <p:cNvSpPr txBox="1"/>
          <p:nvPr/>
        </p:nvSpPr>
        <p:spPr>
          <a:xfrm>
            <a:off x="4218834" y="4037114"/>
            <a:ext cx="504081" cy="369332"/>
          </a:xfrm>
          <a:prstGeom prst="rect">
            <a:avLst/>
          </a:prstGeom>
          <a:noFill/>
        </p:spPr>
        <p:txBody>
          <a:bodyPr wrap="square">
            <a:spAutoFit/>
          </a:bodyPr>
          <a:lstStyle/>
          <a:p>
            <a:r>
              <a:rPr lang="es-CO" sz="1800" dirty="0" err="1">
                <a:latin typeface="Symbol" panose="05050102010706020507" pitchFamily="18" charset="2"/>
              </a:rPr>
              <a:t>e</a:t>
            </a:r>
            <a:r>
              <a:rPr lang="es-CO" sz="1800" baseline="-25000" dirty="0" err="1"/>
              <a:t>s</a:t>
            </a:r>
            <a:r>
              <a:rPr lang="es-CO" baseline="-25000" dirty="0" err="1"/>
              <a:t>i</a:t>
            </a:r>
            <a:endParaRPr lang="es-CO" dirty="0"/>
          </a:p>
        </p:txBody>
      </p:sp>
      <p:sp>
        <p:nvSpPr>
          <p:cNvPr id="86" name="CuadroTexto 85">
            <a:extLst>
              <a:ext uri="{FF2B5EF4-FFF2-40B4-BE49-F238E27FC236}">
                <a16:creationId xmlns:a16="http://schemas.microsoft.com/office/drawing/2014/main" id="{B75DDE46-7FED-13E0-A4B3-85FE4BA08158}"/>
              </a:ext>
            </a:extLst>
          </p:cNvPr>
          <p:cNvSpPr txBox="1"/>
          <p:nvPr/>
        </p:nvSpPr>
        <p:spPr>
          <a:xfrm>
            <a:off x="4258027" y="4485526"/>
            <a:ext cx="504081" cy="369332"/>
          </a:xfrm>
          <a:prstGeom prst="rect">
            <a:avLst/>
          </a:prstGeom>
          <a:noFill/>
        </p:spPr>
        <p:txBody>
          <a:bodyPr wrap="square">
            <a:spAutoFit/>
          </a:bodyPr>
          <a:lstStyle/>
          <a:p>
            <a:r>
              <a:rPr lang="es-CO" sz="1800" dirty="0" err="1">
                <a:latin typeface="Symbol" panose="05050102010706020507" pitchFamily="18" charset="2"/>
              </a:rPr>
              <a:t>e</a:t>
            </a:r>
            <a:r>
              <a:rPr lang="es-CO" sz="1800" baseline="-25000" dirty="0" err="1"/>
              <a:t>s</a:t>
            </a:r>
            <a:r>
              <a:rPr lang="es-CO" baseline="-25000" dirty="0" err="1"/>
              <a:t>n</a:t>
            </a:r>
            <a:endParaRPr lang="es-CO" dirty="0"/>
          </a:p>
        </p:txBody>
      </p:sp>
      <p:sp>
        <p:nvSpPr>
          <p:cNvPr id="87" name="CuadroTexto 86">
            <a:extLst>
              <a:ext uri="{FF2B5EF4-FFF2-40B4-BE49-F238E27FC236}">
                <a16:creationId xmlns:a16="http://schemas.microsoft.com/office/drawing/2014/main" id="{BE16207D-F34B-1EB9-1A25-435EE612214A}"/>
              </a:ext>
            </a:extLst>
          </p:cNvPr>
          <p:cNvSpPr txBox="1"/>
          <p:nvPr/>
        </p:nvSpPr>
        <p:spPr>
          <a:xfrm>
            <a:off x="2113203" y="5570599"/>
            <a:ext cx="1992408" cy="400110"/>
          </a:xfrm>
          <a:prstGeom prst="rect">
            <a:avLst/>
          </a:prstGeom>
          <a:noFill/>
        </p:spPr>
        <p:txBody>
          <a:bodyPr wrap="square">
            <a:spAutoFit/>
          </a:bodyPr>
          <a:lstStyle/>
          <a:p>
            <a:r>
              <a:rPr lang="es-CO" sz="2000" dirty="0"/>
              <a:t>Deformaciones</a:t>
            </a:r>
            <a:endParaRPr lang="es-CO" sz="2000" dirty="0">
              <a:ea typeface="Calibri" panose="020F0502020204030204" pitchFamily="34" charset="0"/>
              <a:cs typeface="Calibri" panose="020F0502020204030204" pitchFamily="34" charset="0"/>
            </a:endParaRPr>
          </a:p>
        </p:txBody>
      </p:sp>
      <p:cxnSp>
        <p:nvCxnSpPr>
          <p:cNvPr id="89" name="Conector recto de flecha 88">
            <a:extLst>
              <a:ext uri="{FF2B5EF4-FFF2-40B4-BE49-F238E27FC236}">
                <a16:creationId xmlns:a16="http://schemas.microsoft.com/office/drawing/2014/main" id="{8F0DE5C7-4CAA-1FD4-86FD-32D18F8F8129}"/>
              </a:ext>
            </a:extLst>
          </p:cNvPr>
          <p:cNvCxnSpPr/>
          <p:nvPr/>
        </p:nvCxnSpPr>
        <p:spPr>
          <a:xfrm>
            <a:off x="3642315" y="2644117"/>
            <a:ext cx="463296"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92" name="CuadroTexto 91">
            <a:extLst>
              <a:ext uri="{FF2B5EF4-FFF2-40B4-BE49-F238E27FC236}">
                <a16:creationId xmlns:a16="http://schemas.microsoft.com/office/drawing/2014/main" id="{B585B9CD-E75C-F4AE-59D3-43ABB088AB52}"/>
              </a:ext>
            </a:extLst>
          </p:cNvPr>
          <p:cNvSpPr txBox="1"/>
          <p:nvPr/>
        </p:nvSpPr>
        <p:spPr>
          <a:xfrm>
            <a:off x="3640939" y="5072369"/>
            <a:ext cx="2122784" cy="400110"/>
          </a:xfrm>
          <a:prstGeom prst="rect">
            <a:avLst/>
          </a:prstGeom>
          <a:noFill/>
        </p:spPr>
        <p:txBody>
          <a:bodyPr wrap="square">
            <a:spAutoFit/>
          </a:bodyPr>
          <a:lstStyle/>
          <a:p>
            <a:r>
              <a:rPr lang="es-CO" sz="2000" dirty="0">
                <a:latin typeface="Symbol" panose="05050102010706020507" pitchFamily="18" charset="2"/>
              </a:rPr>
              <a:t>e</a:t>
            </a:r>
            <a:r>
              <a:rPr lang="es-CO" sz="2000" baseline="-25000" dirty="0"/>
              <a:t>s </a:t>
            </a:r>
            <a:r>
              <a:rPr lang="es-CO" sz="2000" dirty="0"/>
              <a:t>=0.003&gt;0.0021</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cxnSp>
        <p:nvCxnSpPr>
          <p:cNvPr id="93" name="Conector recto de flecha 92">
            <a:extLst>
              <a:ext uri="{FF2B5EF4-FFF2-40B4-BE49-F238E27FC236}">
                <a16:creationId xmlns:a16="http://schemas.microsoft.com/office/drawing/2014/main" id="{64D7395E-7B55-28BC-FB64-04C7ACAE6C14}"/>
              </a:ext>
            </a:extLst>
          </p:cNvPr>
          <p:cNvCxnSpPr/>
          <p:nvPr/>
        </p:nvCxnSpPr>
        <p:spPr>
          <a:xfrm>
            <a:off x="3640213" y="5051732"/>
            <a:ext cx="463296"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pic>
        <p:nvPicPr>
          <p:cNvPr id="95" name="Imagen 94">
            <a:extLst>
              <a:ext uri="{FF2B5EF4-FFF2-40B4-BE49-F238E27FC236}">
                <a16:creationId xmlns:a16="http://schemas.microsoft.com/office/drawing/2014/main" id="{188D043B-48B9-FF40-1E22-530CCBB535A1}"/>
              </a:ext>
            </a:extLst>
          </p:cNvPr>
          <p:cNvPicPr>
            <a:picLocks noChangeAspect="1"/>
          </p:cNvPicPr>
          <p:nvPr/>
        </p:nvPicPr>
        <p:blipFill>
          <a:blip r:embed="rId4"/>
          <a:stretch>
            <a:fillRect/>
          </a:stretch>
        </p:blipFill>
        <p:spPr>
          <a:xfrm>
            <a:off x="7306229" y="1196251"/>
            <a:ext cx="3637382" cy="2654870"/>
          </a:xfrm>
          <a:prstGeom prst="rect">
            <a:avLst/>
          </a:prstGeom>
        </p:spPr>
      </p:pic>
      <p:pic>
        <p:nvPicPr>
          <p:cNvPr id="97" name="Imagen 96">
            <a:extLst>
              <a:ext uri="{FF2B5EF4-FFF2-40B4-BE49-F238E27FC236}">
                <a16:creationId xmlns:a16="http://schemas.microsoft.com/office/drawing/2014/main" id="{9DF3E8AE-BB49-FB63-C14F-BD83FF6A7C55}"/>
              </a:ext>
            </a:extLst>
          </p:cNvPr>
          <p:cNvPicPr>
            <a:picLocks noChangeAspect="1"/>
          </p:cNvPicPr>
          <p:nvPr/>
        </p:nvPicPr>
        <p:blipFill>
          <a:blip r:embed="rId5"/>
          <a:stretch>
            <a:fillRect/>
          </a:stretch>
        </p:blipFill>
        <p:spPr>
          <a:xfrm>
            <a:off x="7542647" y="4148630"/>
            <a:ext cx="3212373" cy="2647698"/>
          </a:xfrm>
          <a:prstGeom prst="rect">
            <a:avLst/>
          </a:prstGeom>
        </p:spPr>
      </p:pic>
    </p:spTree>
    <p:extLst>
      <p:ext uri="{BB962C8B-B14F-4D97-AF65-F5344CB8AC3E}">
        <p14:creationId xmlns:p14="http://schemas.microsoft.com/office/powerpoint/2010/main" val="1750635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49" grpId="0" animBg="1"/>
      <p:bldP spid="50" grpId="0" animBg="1"/>
      <p:bldP spid="51" grpId="0" animBg="1"/>
      <p:bldP spid="52" grpId="0" animBg="1"/>
      <p:bldP spid="53" grpId="0" animBg="1"/>
      <p:bldP spid="54" grpId="0" animBg="1"/>
      <p:bldP spid="55" grpId="0" animBg="1"/>
      <p:bldP spid="58" grpId="0" animBg="1"/>
      <p:bldP spid="59" grpId="0" animBg="1"/>
      <p:bldP spid="60" grpId="0" animBg="1"/>
      <p:bldP spid="61" grpId="0" animBg="1"/>
      <p:bldP spid="62" grpId="0" animBg="1"/>
      <p:bldP spid="82" grpId="0"/>
      <p:bldP spid="83" grpId="0"/>
      <p:bldP spid="84" grpId="0"/>
      <p:bldP spid="85" grpId="0"/>
      <p:bldP spid="86" grpId="0"/>
      <p:bldP spid="87" grpId="0"/>
      <p:bldP spid="9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4598E-F9CD-05B7-B742-36A0BCF6D09C}"/>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ADAE6539-DE4C-21C5-C63E-9490B6FCA795}"/>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2C8FB3D3-1D0F-5FDD-80D0-89813B62090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7F495AC5-B798-9894-56F2-737379037F3F}"/>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74E0B04A-F4CD-EDAB-F8D2-DADD8249B3B0}"/>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Resistencia compresión</a:t>
            </a:r>
          </a:p>
        </p:txBody>
      </p:sp>
      <p:sp>
        <p:nvSpPr>
          <p:cNvPr id="47" name="Rectángulo 46">
            <a:extLst>
              <a:ext uri="{FF2B5EF4-FFF2-40B4-BE49-F238E27FC236}">
                <a16:creationId xmlns:a16="http://schemas.microsoft.com/office/drawing/2014/main" id="{28D1A800-8F82-EA64-D75A-5F3DDFB3CF80}"/>
              </a:ext>
            </a:extLst>
          </p:cNvPr>
          <p:cNvSpPr/>
          <p:nvPr/>
        </p:nvSpPr>
        <p:spPr>
          <a:xfrm>
            <a:off x="229282" y="2868986"/>
            <a:ext cx="1449238" cy="2061713"/>
          </a:xfrm>
          <a:prstGeom prst="rect">
            <a:avLst/>
          </a:prstGeom>
          <a:solidFill>
            <a:schemeClr val="dk1">
              <a:alpha val="2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s-CO"/>
          </a:p>
        </p:txBody>
      </p:sp>
      <p:sp>
        <p:nvSpPr>
          <p:cNvPr id="48" name="Elipse 47">
            <a:extLst>
              <a:ext uri="{FF2B5EF4-FFF2-40B4-BE49-F238E27FC236}">
                <a16:creationId xmlns:a16="http://schemas.microsoft.com/office/drawing/2014/main" id="{7F88EAA0-1D89-2468-5EC5-7DBC88FAC175}"/>
              </a:ext>
            </a:extLst>
          </p:cNvPr>
          <p:cNvSpPr/>
          <p:nvPr/>
        </p:nvSpPr>
        <p:spPr>
          <a:xfrm>
            <a:off x="398169" y="468178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9" name="Elipse 48">
            <a:extLst>
              <a:ext uri="{FF2B5EF4-FFF2-40B4-BE49-F238E27FC236}">
                <a16:creationId xmlns:a16="http://schemas.microsoft.com/office/drawing/2014/main" id="{D0744117-FC8D-2BFE-A6BC-481805EDC506}"/>
              </a:ext>
            </a:extLst>
          </p:cNvPr>
          <p:cNvSpPr/>
          <p:nvPr/>
        </p:nvSpPr>
        <p:spPr>
          <a:xfrm>
            <a:off x="1436980" y="468178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0" name="Rectángulo 49">
            <a:extLst>
              <a:ext uri="{FF2B5EF4-FFF2-40B4-BE49-F238E27FC236}">
                <a16:creationId xmlns:a16="http://schemas.microsoft.com/office/drawing/2014/main" id="{03FAB702-422E-E449-FB03-CFD8A9137099}"/>
              </a:ext>
            </a:extLst>
          </p:cNvPr>
          <p:cNvSpPr/>
          <p:nvPr/>
        </p:nvSpPr>
        <p:spPr>
          <a:xfrm>
            <a:off x="365666" y="2990105"/>
            <a:ext cx="1209040" cy="1832761"/>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CO"/>
          </a:p>
        </p:txBody>
      </p:sp>
      <p:sp>
        <p:nvSpPr>
          <p:cNvPr id="51" name="Elipse 50">
            <a:extLst>
              <a:ext uri="{FF2B5EF4-FFF2-40B4-BE49-F238E27FC236}">
                <a16:creationId xmlns:a16="http://schemas.microsoft.com/office/drawing/2014/main" id="{72C5DDBB-AB19-D928-7725-2C10F270D21B}"/>
              </a:ext>
            </a:extLst>
          </p:cNvPr>
          <p:cNvSpPr/>
          <p:nvPr/>
        </p:nvSpPr>
        <p:spPr>
          <a:xfrm>
            <a:off x="753727" y="468178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2" name="Elipse 51">
            <a:extLst>
              <a:ext uri="{FF2B5EF4-FFF2-40B4-BE49-F238E27FC236}">
                <a16:creationId xmlns:a16="http://schemas.microsoft.com/office/drawing/2014/main" id="{9CCC84A9-4BA0-04C1-4C55-5DCC68D60CBB}"/>
              </a:ext>
            </a:extLst>
          </p:cNvPr>
          <p:cNvSpPr/>
          <p:nvPr/>
        </p:nvSpPr>
        <p:spPr>
          <a:xfrm>
            <a:off x="1095908" y="468178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3" name="Elipse 52">
            <a:extLst>
              <a:ext uri="{FF2B5EF4-FFF2-40B4-BE49-F238E27FC236}">
                <a16:creationId xmlns:a16="http://schemas.microsoft.com/office/drawing/2014/main" id="{DC0355CF-9F76-396E-285B-AB4881762B5E}"/>
              </a:ext>
            </a:extLst>
          </p:cNvPr>
          <p:cNvSpPr/>
          <p:nvPr/>
        </p:nvSpPr>
        <p:spPr>
          <a:xfrm>
            <a:off x="392936" y="3025087"/>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4" name="Elipse 53">
            <a:extLst>
              <a:ext uri="{FF2B5EF4-FFF2-40B4-BE49-F238E27FC236}">
                <a16:creationId xmlns:a16="http://schemas.microsoft.com/office/drawing/2014/main" id="{E56F9340-36ED-D2A4-E3A8-5ED01BCCD884}"/>
              </a:ext>
            </a:extLst>
          </p:cNvPr>
          <p:cNvSpPr/>
          <p:nvPr/>
        </p:nvSpPr>
        <p:spPr>
          <a:xfrm>
            <a:off x="1431747" y="3025087"/>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5" name="Elipse 54">
            <a:extLst>
              <a:ext uri="{FF2B5EF4-FFF2-40B4-BE49-F238E27FC236}">
                <a16:creationId xmlns:a16="http://schemas.microsoft.com/office/drawing/2014/main" id="{C7DF5DAF-A69F-6BF1-E726-02150E62B5AD}"/>
              </a:ext>
            </a:extLst>
          </p:cNvPr>
          <p:cNvSpPr/>
          <p:nvPr/>
        </p:nvSpPr>
        <p:spPr>
          <a:xfrm>
            <a:off x="1098486" y="3025087"/>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56" name="Conector recto 55">
            <a:extLst>
              <a:ext uri="{FF2B5EF4-FFF2-40B4-BE49-F238E27FC236}">
                <a16:creationId xmlns:a16="http://schemas.microsoft.com/office/drawing/2014/main" id="{21A1685B-C744-6D99-6ECC-2D7D6CC8A3EF}"/>
              </a:ext>
            </a:extLst>
          </p:cNvPr>
          <p:cNvCxnSpPr/>
          <p:nvPr/>
        </p:nvCxnSpPr>
        <p:spPr>
          <a:xfrm flipH="1">
            <a:off x="1327655" y="3131823"/>
            <a:ext cx="247051" cy="33624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7" name="Conector recto 56">
            <a:extLst>
              <a:ext uri="{FF2B5EF4-FFF2-40B4-BE49-F238E27FC236}">
                <a16:creationId xmlns:a16="http://schemas.microsoft.com/office/drawing/2014/main" id="{B212ED13-4F06-F04D-6CB7-3063A719FCCB}"/>
              </a:ext>
            </a:extLst>
          </p:cNvPr>
          <p:cNvCxnSpPr/>
          <p:nvPr/>
        </p:nvCxnSpPr>
        <p:spPr>
          <a:xfrm flipH="1">
            <a:off x="1189929" y="2998638"/>
            <a:ext cx="247051" cy="33624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58" name="Elipse 57">
            <a:extLst>
              <a:ext uri="{FF2B5EF4-FFF2-40B4-BE49-F238E27FC236}">
                <a16:creationId xmlns:a16="http://schemas.microsoft.com/office/drawing/2014/main" id="{4A406DEF-B4C9-BAC7-15EC-5120C99A6E7D}"/>
              </a:ext>
            </a:extLst>
          </p:cNvPr>
          <p:cNvSpPr/>
          <p:nvPr/>
        </p:nvSpPr>
        <p:spPr>
          <a:xfrm>
            <a:off x="746470" y="3034410"/>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9" name="Elipse 58">
            <a:extLst>
              <a:ext uri="{FF2B5EF4-FFF2-40B4-BE49-F238E27FC236}">
                <a16:creationId xmlns:a16="http://schemas.microsoft.com/office/drawing/2014/main" id="{9369D96D-50EC-8850-4D18-F9206C816CFC}"/>
              </a:ext>
            </a:extLst>
          </p:cNvPr>
          <p:cNvSpPr/>
          <p:nvPr/>
        </p:nvSpPr>
        <p:spPr>
          <a:xfrm>
            <a:off x="394183" y="420737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0" name="Elipse 59">
            <a:extLst>
              <a:ext uri="{FF2B5EF4-FFF2-40B4-BE49-F238E27FC236}">
                <a16:creationId xmlns:a16="http://schemas.microsoft.com/office/drawing/2014/main" id="{4AE84C06-61A6-724A-B829-3892E53DF742}"/>
              </a:ext>
            </a:extLst>
          </p:cNvPr>
          <p:cNvSpPr/>
          <p:nvPr/>
        </p:nvSpPr>
        <p:spPr>
          <a:xfrm>
            <a:off x="1432994" y="420737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1" name="Elipse 60">
            <a:extLst>
              <a:ext uri="{FF2B5EF4-FFF2-40B4-BE49-F238E27FC236}">
                <a16:creationId xmlns:a16="http://schemas.microsoft.com/office/drawing/2014/main" id="{1EFAC951-F63C-D1F9-54FF-8DDC5DF2E53B}"/>
              </a:ext>
            </a:extLst>
          </p:cNvPr>
          <p:cNvSpPr/>
          <p:nvPr/>
        </p:nvSpPr>
        <p:spPr>
          <a:xfrm>
            <a:off x="379740" y="3609785"/>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2" name="Elipse 61">
            <a:extLst>
              <a:ext uri="{FF2B5EF4-FFF2-40B4-BE49-F238E27FC236}">
                <a16:creationId xmlns:a16="http://schemas.microsoft.com/office/drawing/2014/main" id="{F336AC8E-BE73-87AF-5B4D-E24D162D66F6}"/>
              </a:ext>
            </a:extLst>
          </p:cNvPr>
          <p:cNvSpPr/>
          <p:nvPr/>
        </p:nvSpPr>
        <p:spPr>
          <a:xfrm>
            <a:off x="1434260" y="3609785"/>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CuadroTexto 3">
            <a:extLst>
              <a:ext uri="{FF2B5EF4-FFF2-40B4-BE49-F238E27FC236}">
                <a16:creationId xmlns:a16="http://schemas.microsoft.com/office/drawing/2014/main" id="{2A1B9D55-14D3-543B-B955-FF07D89301AF}"/>
              </a:ext>
            </a:extLst>
          </p:cNvPr>
          <p:cNvSpPr txBox="1"/>
          <p:nvPr/>
        </p:nvSpPr>
        <p:spPr>
          <a:xfrm>
            <a:off x="4252884" y="2843794"/>
            <a:ext cx="504081" cy="369332"/>
          </a:xfrm>
          <a:prstGeom prst="rect">
            <a:avLst/>
          </a:prstGeom>
          <a:noFill/>
        </p:spPr>
        <p:txBody>
          <a:bodyPr wrap="square">
            <a:spAutoFit/>
          </a:bodyPr>
          <a:lstStyle/>
          <a:p>
            <a:r>
              <a:rPr lang="es-CO" sz="1800" dirty="0" err="1"/>
              <a:t>f</a:t>
            </a:r>
            <a:r>
              <a:rPr lang="es-CO" sz="1800" baseline="-25000" dirty="0" err="1"/>
              <a:t>y</a:t>
            </a:r>
            <a:endParaRPr lang="es-CO" dirty="0"/>
          </a:p>
        </p:txBody>
      </p:sp>
      <p:sp>
        <p:nvSpPr>
          <p:cNvPr id="6" name="CuadroTexto 5">
            <a:extLst>
              <a:ext uri="{FF2B5EF4-FFF2-40B4-BE49-F238E27FC236}">
                <a16:creationId xmlns:a16="http://schemas.microsoft.com/office/drawing/2014/main" id="{6016895D-BAD7-AC0C-271E-D4C9F7CB6617}"/>
              </a:ext>
            </a:extLst>
          </p:cNvPr>
          <p:cNvSpPr txBox="1"/>
          <p:nvPr/>
        </p:nvSpPr>
        <p:spPr>
          <a:xfrm>
            <a:off x="4252883" y="3501448"/>
            <a:ext cx="504081" cy="369332"/>
          </a:xfrm>
          <a:prstGeom prst="rect">
            <a:avLst/>
          </a:prstGeom>
          <a:noFill/>
        </p:spPr>
        <p:txBody>
          <a:bodyPr wrap="square">
            <a:spAutoFit/>
          </a:bodyPr>
          <a:lstStyle/>
          <a:p>
            <a:r>
              <a:rPr lang="es-CO" sz="1800" dirty="0" err="1"/>
              <a:t>f</a:t>
            </a:r>
            <a:r>
              <a:rPr lang="es-CO" sz="1800" baseline="-25000" dirty="0" err="1"/>
              <a:t>y</a:t>
            </a:r>
            <a:endParaRPr lang="es-CO" dirty="0"/>
          </a:p>
        </p:txBody>
      </p:sp>
      <p:sp>
        <p:nvSpPr>
          <p:cNvPr id="7" name="CuadroTexto 6">
            <a:extLst>
              <a:ext uri="{FF2B5EF4-FFF2-40B4-BE49-F238E27FC236}">
                <a16:creationId xmlns:a16="http://schemas.microsoft.com/office/drawing/2014/main" id="{C43993FD-76CF-0CFC-4E20-E74FB0A241D7}"/>
              </a:ext>
            </a:extLst>
          </p:cNvPr>
          <p:cNvSpPr txBox="1"/>
          <p:nvPr/>
        </p:nvSpPr>
        <p:spPr>
          <a:xfrm>
            <a:off x="4272348" y="4059316"/>
            <a:ext cx="504081" cy="369332"/>
          </a:xfrm>
          <a:prstGeom prst="rect">
            <a:avLst/>
          </a:prstGeom>
          <a:noFill/>
        </p:spPr>
        <p:txBody>
          <a:bodyPr wrap="square">
            <a:spAutoFit/>
          </a:bodyPr>
          <a:lstStyle/>
          <a:p>
            <a:r>
              <a:rPr lang="es-CO" sz="1800" dirty="0" err="1"/>
              <a:t>f</a:t>
            </a:r>
            <a:r>
              <a:rPr lang="es-CO" sz="1800" baseline="-25000" dirty="0" err="1"/>
              <a:t>y</a:t>
            </a:r>
            <a:endParaRPr lang="es-CO" dirty="0"/>
          </a:p>
        </p:txBody>
      </p:sp>
      <p:grpSp>
        <p:nvGrpSpPr>
          <p:cNvPr id="9" name="Grupo 8">
            <a:extLst>
              <a:ext uri="{FF2B5EF4-FFF2-40B4-BE49-F238E27FC236}">
                <a16:creationId xmlns:a16="http://schemas.microsoft.com/office/drawing/2014/main" id="{B05FEA79-5F85-D7D1-0C19-D69B55245DD1}"/>
              </a:ext>
            </a:extLst>
          </p:cNvPr>
          <p:cNvGrpSpPr/>
          <p:nvPr/>
        </p:nvGrpSpPr>
        <p:grpSpPr>
          <a:xfrm>
            <a:off x="2326723" y="2873545"/>
            <a:ext cx="416636" cy="2071213"/>
            <a:chOff x="3220720" y="2899489"/>
            <a:chExt cx="416636" cy="2071213"/>
          </a:xfrm>
        </p:grpSpPr>
        <p:cxnSp>
          <p:nvCxnSpPr>
            <p:cNvPr id="30" name="Conector recto 29">
              <a:extLst>
                <a:ext uri="{FF2B5EF4-FFF2-40B4-BE49-F238E27FC236}">
                  <a16:creationId xmlns:a16="http://schemas.microsoft.com/office/drawing/2014/main" id="{047A04AF-6EAE-70B6-1838-450ADB1EE901}"/>
                </a:ext>
              </a:extLst>
            </p:cNvPr>
            <p:cNvCxnSpPr>
              <a:cxnSpLocks/>
            </p:cNvCxnSpPr>
            <p:nvPr/>
          </p:nvCxnSpPr>
          <p:spPr>
            <a:xfrm>
              <a:off x="3430719" y="2899489"/>
              <a:ext cx="0" cy="876803"/>
            </a:xfrm>
            <a:prstGeom prst="line">
              <a:avLst/>
            </a:prstGeom>
          </p:spPr>
          <p:style>
            <a:lnRef idx="2">
              <a:schemeClr val="dk1"/>
            </a:lnRef>
            <a:fillRef idx="0">
              <a:schemeClr val="dk1"/>
            </a:fillRef>
            <a:effectRef idx="1">
              <a:schemeClr val="dk1"/>
            </a:effectRef>
            <a:fontRef idx="minor">
              <a:schemeClr val="tx1"/>
            </a:fontRef>
          </p:style>
        </p:cxnSp>
        <p:cxnSp>
          <p:nvCxnSpPr>
            <p:cNvPr id="31" name="Conector recto 30">
              <a:extLst>
                <a:ext uri="{FF2B5EF4-FFF2-40B4-BE49-F238E27FC236}">
                  <a16:creationId xmlns:a16="http://schemas.microsoft.com/office/drawing/2014/main" id="{9BB8EC02-3415-CFC2-A1A8-454454233B60}"/>
                </a:ext>
              </a:extLst>
            </p:cNvPr>
            <p:cNvCxnSpPr>
              <a:cxnSpLocks/>
            </p:cNvCxnSpPr>
            <p:nvPr/>
          </p:nvCxnSpPr>
          <p:spPr>
            <a:xfrm>
              <a:off x="3220720" y="3954921"/>
              <a:ext cx="416636" cy="0"/>
            </a:xfrm>
            <a:prstGeom prst="line">
              <a:avLst/>
            </a:prstGeom>
          </p:spPr>
          <p:style>
            <a:lnRef idx="2">
              <a:schemeClr val="dk1"/>
            </a:lnRef>
            <a:fillRef idx="0">
              <a:schemeClr val="dk1"/>
            </a:fillRef>
            <a:effectRef idx="1">
              <a:schemeClr val="dk1"/>
            </a:effectRef>
            <a:fontRef idx="minor">
              <a:schemeClr val="tx1"/>
            </a:fontRef>
          </p:style>
        </p:cxnSp>
        <p:cxnSp>
          <p:nvCxnSpPr>
            <p:cNvPr id="32" name="Conector recto 31">
              <a:extLst>
                <a:ext uri="{FF2B5EF4-FFF2-40B4-BE49-F238E27FC236}">
                  <a16:creationId xmlns:a16="http://schemas.microsoft.com/office/drawing/2014/main" id="{52B49EAF-CE8D-CB87-4663-632850E44D7E}"/>
                </a:ext>
              </a:extLst>
            </p:cNvPr>
            <p:cNvCxnSpPr>
              <a:cxnSpLocks/>
            </p:cNvCxnSpPr>
            <p:nvPr/>
          </p:nvCxnSpPr>
          <p:spPr>
            <a:xfrm flipH="1">
              <a:off x="3220720" y="3776292"/>
              <a:ext cx="209999" cy="178629"/>
            </a:xfrm>
            <a:prstGeom prst="line">
              <a:avLst/>
            </a:prstGeom>
          </p:spPr>
          <p:style>
            <a:lnRef idx="2">
              <a:schemeClr val="dk1"/>
            </a:lnRef>
            <a:fillRef idx="0">
              <a:schemeClr val="dk1"/>
            </a:fillRef>
            <a:effectRef idx="1">
              <a:schemeClr val="dk1"/>
            </a:effectRef>
            <a:fontRef idx="minor">
              <a:schemeClr val="tx1"/>
            </a:fontRef>
          </p:style>
        </p:cxnSp>
        <p:cxnSp>
          <p:nvCxnSpPr>
            <p:cNvPr id="33" name="Conector recto 32">
              <a:extLst>
                <a:ext uri="{FF2B5EF4-FFF2-40B4-BE49-F238E27FC236}">
                  <a16:creationId xmlns:a16="http://schemas.microsoft.com/office/drawing/2014/main" id="{C136644F-6BEF-676A-96A9-C4381356245C}"/>
                </a:ext>
              </a:extLst>
            </p:cNvPr>
            <p:cNvCxnSpPr>
              <a:cxnSpLocks/>
            </p:cNvCxnSpPr>
            <p:nvPr/>
          </p:nvCxnSpPr>
          <p:spPr>
            <a:xfrm flipH="1">
              <a:off x="3427357" y="3956300"/>
              <a:ext cx="209999" cy="178629"/>
            </a:xfrm>
            <a:prstGeom prst="line">
              <a:avLst/>
            </a:prstGeom>
          </p:spPr>
          <p:style>
            <a:lnRef idx="2">
              <a:schemeClr val="dk1"/>
            </a:lnRef>
            <a:fillRef idx="0">
              <a:schemeClr val="dk1"/>
            </a:fillRef>
            <a:effectRef idx="1">
              <a:schemeClr val="dk1"/>
            </a:effectRef>
            <a:fontRef idx="minor">
              <a:schemeClr val="tx1"/>
            </a:fontRef>
          </p:style>
        </p:cxnSp>
        <p:cxnSp>
          <p:nvCxnSpPr>
            <p:cNvPr id="34" name="Conector recto 33">
              <a:extLst>
                <a:ext uri="{FF2B5EF4-FFF2-40B4-BE49-F238E27FC236}">
                  <a16:creationId xmlns:a16="http://schemas.microsoft.com/office/drawing/2014/main" id="{BF69C7D7-7C07-8320-0795-0A27DBF7A44F}"/>
                </a:ext>
              </a:extLst>
            </p:cNvPr>
            <p:cNvCxnSpPr>
              <a:cxnSpLocks/>
            </p:cNvCxnSpPr>
            <p:nvPr/>
          </p:nvCxnSpPr>
          <p:spPr>
            <a:xfrm>
              <a:off x="3427357" y="4134929"/>
              <a:ext cx="3362" cy="835773"/>
            </a:xfrm>
            <a:prstGeom prst="line">
              <a:avLst/>
            </a:prstGeom>
          </p:spPr>
          <p:style>
            <a:lnRef idx="2">
              <a:schemeClr val="dk1"/>
            </a:lnRef>
            <a:fillRef idx="0">
              <a:schemeClr val="dk1"/>
            </a:fillRef>
            <a:effectRef idx="1">
              <a:schemeClr val="dk1"/>
            </a:effectRef>
            <a:fontRef idx="minor">
              <a:schemeClr val="tx1"/>
            </a:fontRef>
          </p:style>
        </p:cxnSp>
      </p:grpSp>
      <p:cxnSp>
        <p:nvCxnSpPr>
          <p:cNvPr id="10" name="Conector recto 9">
            <a:extLst>
              <a:ext uri="{FF2B5EF4-FFF2-40B4-BE49-F238E27FC236}">
                <a16:creationId xmlns:a16="http://schemas.microsoft.com/office/drawing/2014/main" id="{723B2FA4-A1AB-B4F0-A3BA-871DF78F12E4}"/>
              </a:ext>
            </a:extLst>
          </p:cNvPr>
          <p:cNvCxnSpPr>
            <a:cxnSpLocks/>
          </p:cNvCxnSpPr>
          <p:nvPr/>
        </p:nvCxnSpPr>
        <p:spPr>
          <a:xfrm>
            <a:off x="2533360" y="4753085"/>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11" name="Conector recto 10">
            <a:extLst>
              <a:ext uri="{FF2B5EF4-FFF2-40B4-BE49-F238E27FC236}">
                <a16:creationId xmlns:a16="http://schemas.microsoft.com/office/drawing/2014/main" id="{CBFC6CC5-3F61-3791-9D20-8CAEBE5C8DD2}"/>
              </a:ext>
            </a:extLst>
          </p:cNvPr>
          <p:cNvCxnSpPr>
            <a:cxnSpLocks/>
          </p:cNvCxnSpPr>
          <p:nvPr/>
        </p:nvCxnSpPr>
        <p:spPr>
          <a:xfrm>
            <a:off x="2533360" y="4276305"/>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12" name="Conector recto 11">
            <a:extLst>
              <a:ext uri="{FF2B5EF4-FFF2-40B4-BE49-F238E27FC236}">
                <a16:creationId xmlns:a16="http://schemas.microsoft.com/office/drawing/2014/main" id="{E6D466D5-04E9-D429-25DC-45B19CFE1129}"/>
              </a:ext>
            </a:extLst>
          </p:cNvPr>
          <p:cNvCxnSpPr>
            <a:cxnSpLocks/>
          </p:cNvCxnSpPr>
          <p:nvPr/>
        </p:nvCxnSpPr>
        <p:spPr>
          <a:xfrm>
            <a:off x="2533360" y="3675304"/>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13" name="Conector recto 12">
            <a:extLst>
              <a:ext uri="{FF2B5EF4-FFF2-40B4-BE49-F238E27FC236}">
                <a16:creationId xmlns:a16="http://schemas.microsoft.com/office/drawing/2014/main" id="{AC3654F9-63C6-05F3-83C7-21FA571DD33C}"/>
              </a:ext>
            </a:extLst>
          </p:cNvPr>
          <p:cNvCxnSpPr>
            <a:cxnSpLocks/>
          </p:cNvCxnSpPr>
          <p:nvPr/>
        </p:nvCxnSpPr>
        <p:spPr>
          <a:xfrm>
            <a:off x="2533360" y="3038969"/>
            <a:ext cx="1278755" cy="0"/>
          </a:xfrm>
          <a:prstGeom prst="line">
            <a:avLst/>
          </a:prstGeom>
          <a:ln w="76200">
            <a:solidFill>
              <a:schemeClr val="accent1"/>
            </a:solidFill>
          </a:ln>
        </p:spPr>
        <p:style>
          <a:lnRef idx="3">
            <a:schemeClr val="dk1"/>
          </a:lnRef>
          <a:fillRef idx="0">
            <a:schemeClr val="dk1"/>
          </a:fillRef>
          <a:effectRef idx="2">
            <a:schemeClr val="dk1"/>
          </a:effectRef>
          <a:fontRef idx="minor">
            <a:schemeClr val="tx1"/>
          </a:fontRef>
        </p:style>
      </p:cxnSp>
      <p:cxnSp>
        <p:nvCxnSpPr>
          <p:cNvPr id="15" name="Conector recto 14">
            <a:extLst>
              <a:ext uri="{FF2B5EF4-FFF2-40B4-BE49-F238E27FC236}">
                <a16:creationId xmlns:a16="http://schemas.microsoft.com/office/drawing/2014/main" id="{909A0155-D727-4455-2014-9D9AC489971F}"/>
              </a:ext>
            </a:extLst>
          </p:cNvPr>
          <p:cNvCxnSpPr/>
          <p:nvPr/>
        </p:nvCxnSpPr>
        <p:spPr>
          <a:xfrm>
            <a:off x="2533360" y="4944758"/>
            <a:ext cx="1278755" cy="0"/>
          </a:xfrm>
          <a:prstGeom prst="line">
            <a:avLst/>
          </a:prstGeom>
        </p:spPr>
        <p:style>
          <a:lnRef idx="2">
            <a:schemeClr val="dk1"/>
          </a:lnRef>
          <a:fillRef idx="0">
            <a:schemeClr val="dk1"/>
          </a:fillRef>
          <a:effectRef idx="1">
            <a:schemeClr val="dk1"/>
          </a:effectRef>
          <a:fontRef idx="minor">
            <a:schemeClr val="tx1"/>
          </a:fontRef>
        </p:style>
      </p:cxnSp>
      <p:cxnSp>
        <p:nvCxnSpPr>
          <p:cNvPr id="16" name="Conector recto 15">
            <a:extLst>
              <a:ext uri="{FF2B5EF4-FFF2-40B4-BE49-F238E27FC236}">
                <a16:creationId xmlns:a16="http://schemas.microsoft.com/office/drawing/2014/main" id="{36B912C9-CE42-E3E4-8F3B-916202CA7901}"/>
              </a:ext>
            </a:extLst>
          </p:cNvPr>
          <p:cNvCxnSpPr/>
          <p:nvPr/>
        </p:nvCxnSpPr>
        <p:spPr>
          <a:xfrm>
            <a:off x="2533360" y="2868986"/>
            <a:ext cx="1278755" cy="0"/>
          </a:xfrm>
          <a:prstGeom prst="line">
            <a:avLst/>
          </a:prstGeom>
        </p:spPr>
        <p:style>
          <a:lnRef idx="2">
            <a:schemeClr val="dk1"/>
          </a:lnRef>
          <a:fillRef idx="0">
            <a:schemeClr val="dk1"/>
          </a:fillRef>
          <a:effectRef idx="1">
            <a:schemeClr val="dk1"/>
          </a:effectRef>
          <a:fontRef idx="minor">
            <a:schemeClr val="tx1"/>
          </a:fontRef>
        </p:style>
      </p:cxnSp>
      <p:cxnSp>
        <p:nvCxnSpPr>
          <p:cNvPr id="17" name="Conector recto 16">
            <a:extLst>
              <a:ext uri="{FF2B5EF4-FFF2-40B4-BE49-F238E27FC236}">
                <a16:creationId xmlns:a16="http://schemas.microsoft.com/office/drawing/2014/main" id="{A957D156-729F-341D-F2FE-FB4EDFF5A502}"/>
              </a:ext>
            </a:extLst>
          </p:cNvPr>
          <p:cNvCxnSpPr/>
          <p:nvPr/>
        </p:nvCxnSpPr>
        <p:spPr>
          <a:xfrm>
            <a:off x="3812115" y="2873545"/>
            <a:ext cx="0" cy="2071213"/>
          </a:xfrm>
          <a:prstGeom prst="line">
            <a:avLst/>
          </a:prstGeom>
        </p:spPr>
        <p:style>
          <a:lnRef idx="2">
            <a:schemeClr val="dk1"/>
          </a:lnRef>
          <a:fillRef idx="0">
            <a:schemeClr val="dk1"/>
          </a:fillRef>
          <a:effectRef idx="1">
            <a:schemeClr val="dk1"/>
          </a:effectRef>
          <a:fontRef idx="minor">
            <a:schemeClr val="tx1"/>
          </a:fontRef>
        </p:style>
      </p:cxnSp>
      <p:cxnSp>
        <p:nvCxnSpPr>
          <p:cNvPr id="20" name="Conector recto de flecha 19">
            <a:extLst>
              <a:ext uri="{FF2B5EF4-FFF2-40B4-BE49-F238E27FC236}">
                <a16:creationId xmlns:a16="http://schemas.microsoft.com/office/drawing/2014/main" id="{849E5256-A107-6D26-B4D5-DA159F235065}"/>
              </a:ext>
            </a:extLst>
          </p:cNvPr>
          <p:cNvCxnSpPr>
            <a:cxnSpLocks/>
          </p:cNvCxnSpPr>
          <p:nvPr/>
        </p:nvCxnSpPr>
        <p:spPr>
          <a:xfrm flipH="1">
            <a:off x="3837279" y="3005501"/>
            <a:ext cx="3750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CuadroTexto 34">
            <a:extLst>
              <a:ext uri="{FF2B5EF4-FFF2-40B4-BE49-F238E27FC236}">
                <a16:creationId xmlns:a16="http://schemas.microsoft.com/office/drawing/2014/main" id="{0259E5AB-5280-E70B-91A7-B17A2047EBF8}"/>
              </a:ext>
            </a:extLst>
          </p:cNvPr>
          <p:cNvSpPr txBox="1"/>
          <p:nvPr/>
        </p:nvSpPr>
        <p:spPr>
          <a:xfrm>
            <a:off x="2785511" y="5143005"/>
            <a:ext cx="1670335" cy="400110"/>
          </a:xfrm>
          <a:prstGeom prst="rect">
            <a:avLst/>
          </a:prstGeom>
          <a:noFill/>
        </p:spPr>
        <p:txBody>
          <a:bodyPr wrap="square">
            <a:spAutoFit/>
          </a:bodyPr>
          <a:lstStyle/>
          <a:p>
            <a:r>
              <a:rPr lang="es-CO" sz="2000" dirty="0"/>
              <a:t>Esfuerzos</a:t>
            </a:r>
            <a:endParaRPr lang="es-CO" sz="2000" dirty="0">
              <a:ea typeface="Calibri" panose="020F0502020204030204" pitchFamily="34" charset="0"/>
              <a:cs typeface="Calibri" panose="020F0502020204030204" pitchFamily="34" charset="0"/>
            </a:endParaRPr>
          </a:p>
        </p:txBody>
      </p:sp>
      <p:cxnSp>
        <p:nvCxnSpPr>
          <p:cNvPr id="38" name="Conector recto de flecha 37">
            <a:extLst>
              <a:ext uri="{FF2B5EF4-FFF2-40B4-BE49-F238E27FC236}">
                <a16:creationId xmlns:a16="http://schemas.microsoft.com/office/drawing/2014/main" id="{9E1AE731-274C-F0E1-B3AF-7AC12055E6B2}"/>
              </a:ext>
            </a:extLst>
          </p:cNvPr>
          <p:cNvCxnSpPr>
            <a:cxnSpLocks/>
          </p:cNvCxnSpPr>
          <p:nvPr/>
        </p:nvCxnSpPr>
        <p:spPr>
          <a:xfrm flipH="1">
            <a:off x="3837279" y="3034410"/>
            <a:ext cx="3750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ector recto de flecha 38">
            <a:extLst>
              <a:ext uri="{FF2B5EF4-FFF2-40B4-BE49-F238E27FC236}">
                <a16:creationId xmlns:a16="http://schemas.microsoft.com/office/drawing/2014/main" id="{B2A7A1D0-7FE7-902C-549C-7DBA20E3754C}"/>
              </a:ext>
            </a:extLst>
          </p:cNvPr>
          <p:cNvCxnSpPr>
            <a:cxnSpLocks/>
          </p:cNvCxnSpPr>
          <p:nvPr/>
        </p:nvCxnSpPr>
        <p:spPr>
          <a:xfrm flipH="1">
            <a:off x="3837279" y="3077988"/>
            <a:ext cx="3750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ector recto de flecha 42">
            <a:extLst>
              <a:ext uri="{FF2B5EF4-FFF2-40B4-BE49-F238E27FC236}">
                <a16:creationId xmlns:a16="http://schemas.microsoft.com/office/drawing/2014/main" id="{D42DE8CA-9C98-BA9B-70A9-00EC329D98FB}"/>
              </a:ext>
            </a:extLst>
          </p:cNvPr>
          <p:cNvCxnSpPr>
            <a:cxnSpLocks/>
          </p:cNvCxnSpPr>
          <p:nvPr/>
        </p:nvCxnSpPr>
        <p:spPr>
          <a:xfrm flipH="1">
            <a:off x="3837279" y="3653752"/>
            <a:ext cx="3750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2380ECAD-04EF-83C4-D4B0-25BF4970C21B}"/>
              </a:ext>
            </a:extLst>
          </p:cNvPr>
          <p:cNvCxnSpPr>
            <a:cxnSpLocks/>
          </p:cNvCxnSpPr>
          <p:nvPr/>
        </p:nvCxnSpPr>
        <p:spPr>
          <a:xfrm flipH="1">
            <a:off x="3837279" y="3682661"/>
            <a:ext cx="3750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de flecha 44">
            <a:extLst>
              <a:ext uri="{FF2B5EF4-FFF2-40B4-BE49-F238E27FC236}">
                <a16:creationId xmlns:a16="http://schemas.microsoft.com/office/drawing/2014/main" id="{EEA99B42-40E1-D999-120E-8507B81592CD}"/>
              </a:ext>
            </a:extLst>
          </p:cNvPr>
          <p:cNvCxnSpPr>
            <a:cxnSpLocks/>
          </p:cNvCxnSpPr>
          <p:nvPr/>
        </p:nvCxnSpPr>
        <p:spPr>
          <a:xfrm flipH="1">
            <a:off x="3837279" y="3726239"/>
            <a:ext cx="3750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de flecha 45">
            <a:extLst>
              <a:ext uri="{FF2B5EF4-FFF2-40B4-BE49-F238E27FC236}">
                <a16:creationId xmlns:a16="http://schemas.microsoft.com/office/drawing/2014/main" id="{87A0C596-D4F7-7A4C-696F-4A599163CFCB}"/>
              </a:ext>
            </a:extLst>
          </p:cNvPr>
          <p:cNvCxnSpPr>
            <a:cxnSpLocks/>
          </p:cNvCxnSpPr>
          <p:nvPr/>
        </p:nvCxnSpPr>
        <p:spPr>
          <a:xfrm flipH="1">
            <a:off x="3836421" y="4247396"/>
            <a:ext cx="3750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Conector recto de flecha 87">
            <a:extLst>
              <a:ext uri="{FF2B5EF4-FFF2-40B4-BE49-F238E27FC236}">
                <a16:creationId xmlns:a16="http://schemas.microsoft.com/office/drawing/2014/main" id="{C46FF279-4909-3835-6C93-5EC2CBD8210C}"/>
              </a:ext>
            </a:extLst>
          </p:cNvPr>
          <p:cNvCxnSpPr>
            <a:cxnSpLocks/>
          </p:cNvCxnSpPr>
          <p:nvPr/>
        </p:nvCxnSpPr>
        <p:spPr>
          <a:xfrm flipH="1">
            <a:off x="3836421" y="4276305"/>
            <a:ext cx="3750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Conector recto de flecha 89">
            <a:extLst>
              <a:ext uri="{FF2B5EF4-FFF2-40B4-BE49-F238E27FC236}">
                <a16:creationId xmlns:a16="http://schemas.microsoft.com/office/drawing/2014/main" id="{C6E2EA2F-2AF5-1FE7-6BD1-98959B3FB90E}"/>
              </a:ext>
            </a:extLst>
          </p:cNvPr>
          <p:cNvCxnSpPr>
            <a:cxnSpLocks/>
          </p:cNvCxnSpPr>
          <p:nvPr/>
        </p:nvCxnSpPr>
        <p:spPr>
          <a:xfrm flipH="1">
            <a:off x="3836421" y="4319883"/>
            <a:ext cx="3750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Conector recto de flecha 90">
            <a:extLst>
              <a:ext uri="{FF2B5EF4-FFF2-40B4-BE49-F238E27FC236}">
                <a16:creationId xmlns:a16="http://schemas.microsoft.com/office/drawing/2014/main" id="{89B8A7AE-EEC9-60AC-F703-ED6190DFDF00}"/>
              </a:ext>
            </a:extLst>
          </p:cNvPr>
          <p:cNvCxnSpPr>
            <a:cxnSpLocks/>
          </p:cNvCxnSpPr>
          <p:nvPr/>
        </p:nvCxnSpPr>
        <p:spPr>
          <a:xfrm flipH="1">
            <a:off x="3837278" y="4725749"/>
            <a:ext cx="3750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Conector recto de flecha 93">
            <a:extLst>
              <a:ext uri="{FF2B5EF4-FFF2-40B4-BE49-F238E27FC236}">
                <a16:creationId xmlns:a16="http://schemas.microsoft.com/office/drawing/2014/main" id="{63F6CC04-4E50-E3A4-FC93-4CF6642EC12F}"/>
              </a:ext>
            </a:extLst>
          </p:cNvPr>
          <p:cNvCxnSpPr>
            <a:cxnSpLocks/>
          </p:cNvCxnSpPr>
          <p:nvPr/>
        </p:nvCxnSpPr>
        <p:spPr>
          <a:xfrm flipH="1">
            <a:off x="3837278" y="4754658"/>
            <a:ext cx="3750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ector recto de flecha 95">
            <a:extLst>
              <a:ext uri="{FF2B5EF4-FFF2-40B4-BE49-F238E27FC236}">
                <a16:creationId xmlns:a16="http://schemas.microsoft.com/office/drawing/2014/main" id="{E6DF867A-39A7-B7C3-B4C6-5355C35AFA3C}"/>
              </a:ext>
            </a:extLst>
          </p:cNvPr>
          <p:cNvCxnSpPr>
            <a:cxnSpLocks/>
          </p:cNvCxnSpPr>
          <p:nvPr/>
        </p:nvCxnSpPr>
        <p:spPr>
          <a:xfrm flipH="1">
            <a:off x="3837278" y="4798236"/>
            <a:ext cx="3750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8" name="CuadroTexto 97">
            <a:extLst>
              <a:ext uri="{FF2B5EF4-FFF2-40B4-BE49-F238E27FC236}">
                <a16:creationId xmlns:a16="http://schemas.microsoft.com/office/drawing/2014/main" id="{C84FFEA7-2607-CC9B-01D7-5125E88F239E}"/>
              </a:ext>
            </a:extLst>
          </p:cNvPr>
          <p:cNvSpPr txBox="1"/>
          <p:nvPr/>
        </p:nvSpPr>
        <p:spPr>
          <a:xfrm>
            <a:off x="4272348" y="4568419"/>
            <a:ext cx="504081" cy="369332"/>
          </a:xfrm>
          <a:prstGeom prst="rect">
            <a:avLst/>
          </a:prstGeom>
          <a:noFill/>
        </p:spPr>
        <p:txBody>
          <a:bodyPr wrap="square">
            <a:spAutoFit/>
          </a:bodyPr>
          <a:lstStyle/>
          <a:p>
            <a:r>
              <a:rPr lang="es-CO" sz="1800" dirty="0" err="1"/>
              <a:t>f</a:t>
            </a:r>
            <a:r>
              <a:rPr lang="es-CO" sz="1800" baseline="-25000" dirty="0" err="1"/>
              <a:t>y</a:t>
            </a:r>
            <a:endParaRPr lang="es-CO" dirty="0"/>
          </a:p>
        </p:txBody>
      </p:sp>
      <p:cxnSp>
        <p:nvCxnSpPr>
          <p:cNvPr id="99" name="Conector recto 98">
            <a:extLst>
              <a:ext uri="{FF2B5EF4-FFF2-40B4-BE49-F238E27FC236}">
                <a16:creationId xmlns:a16="http://schemas.microsoft.com/office/drawing/2014/main" id="{EB7F88F2-E335-3AFE-62FC-BA0233D44C10}"/>
              </a:ext>
            </a:extLst>
          </p:cNvPr>
          <p:cNvCxnSpPr/>
          <p:nvPr/>
        </p:nvCxnSpPr>
        <p:spPr>
          <a:xfrm>
            <a:off x="5074875" y="2853872"/>
            <a:ext cx="0" cy="2071213"/>
          </a:xfrm>
          <a:prstGeom prst="line">
            <a:avLst/>
          </a:prstGeom>
          <a:ln>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00" name="Conector recto de flecha 99">
            <a:extLst>
              <a:ext uri="{FF2B5EF4-FFF2-40B4-BE49-F238E27FC236}">
                <a16:creationId xmlns:a16="http://schemas.microsoft.com/office/drawing/2014/main" id="{6DA7391C-53C9-69A0-C709-598542E753F6}"/>
              </a:ext>
            </a:extLst>
          </p:cNvPr>
          <p:cNvCxnSpPr>
            <a:cxnSpLocks/>
          </p:cNvCxnSpPr>
          <p:nvPr/>
        </p:nvCxnSpPr>
        <p:spPr>
          <a:xfrm flipH="1">
            <a:off x="4699818" y="4926243"/>
            <a:ext cx="37505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ector recto de flecha 100">
            <a:extLst>
              <a:ext uri="{FF2B5EF4-FFF2-40B4-BE49-F238E27FC236}">
                <a16:creationId xmlns:a16="http://schemas.microsoft.com/office/drawing/2014/main" id="{805F0F9F-BDFB-2F59-869E-D93A4F31930B}"/>
              </a:ext>
            </a:extLst>
          </p:cNvPr>
          <p:cNvCxnSpPr>
            <a:cxnSpLocks/>
          </p:cNvCxnSpPr>
          <p:nvPr/>
        </p:nvCxnSpPr>
        <p:spPr>
          <a:xfrm flipH="1">
            <a:off x="4699818" y="4568419"/>
            <a:ext cx="37505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Conector recto de flecha 101">
            <a:extLst>
              <a:ext uri="{FF2B5EF4-FFF2-40B4-BE49-F238E27FC236}">
                <a16:creationId xmlns:a16="http://schemas.microsoft.com/office/drawing/2014/main" id="{902EBEBA-BAE0-F2AD-9B33-88FCD27C0021}"/>
              </a:ext>
            </a:extLst>
          </p:cNvPr>
          <p:cNvCxnSpPr>
            <a:cxnSpLocks/>
          </p:cNvCxnSpPr>
          <p:nvPr/>
        </p:nvCxnSpPr>
        <p:spPr>
          <a:xfrm flipH="1">
            <a:off x="4699818" y="4247396"/>
            <a:ext cx="37505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Conector recto de flecha 102">
            <a:extLst>
              <a:ext uri="{FF2B5EF4-FFF2-40B4-BE49-F238E27FC236}">
                <a16:creationId xmlns:a16="http://schemas.microsoft.com/office/drawing/2014/main" id="{70EC11E3-531F-6028-02C5-72828776EB0D}"/>
              </a:ext>
            </a:extLst>
          </p:cNvPr>
          <p:cNvCxnSpPr>
            <a:cxnSpLocks/>
          </p:cNvCxnSpPr>
          <p:nvPr/>
        </p:nvCxnSpPr>
        <p:spPr>
          <a:xfrm flipH="1">
            <a:off x="4699818" y="3901650"/>
            <a:ext cx="37505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Conector recto de flecha 103">
            <a:extLst>
              <a:ext uri="{FF2B5EF4-FFF2-40B4-BE49-F238E27FC236}">
                <a16:creationId xmlns:a16="http://schemas.microsoft.com/office/drawing/2014/main" id="{FE75CE68-2041-2473-F35A-6FAA9AABC38D}"/>
              </a:ext>
            </a:extLst>
          </p:cNvPr>
          <p:cNvCxnSpPr>
            <a:cxnSpLocks/>
          </p:cNvCxnSpPr>
          <p:nvPr/>
        </p:nvCxnSpPr>
        <p:spPr>
          <a:xfrm flipH="1">
            <a:off x="4699818" y="3563036"/>
            <a:ext cx="37505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Conector recto de flecha 104">
            <a:extLst>
              <a:ext uri="{FF2B5EF4-FFF2-40B4-BE49-F238E27FC236}">
                <a16:creationId xmlns:a16="http://schemas.microsoft.com/office/drawing/2014/main" id="{C051EF0F-E864-9624-E9A7-93D789B22355}"/>
              </a:ext>
            </a:extLst>
          </p:cNvPr>
          <p:cNvCxnSpPr>
            <a:cxnSpLocks/>
          </p:cNvCxnSpPr>
          <p:nvPr/>
        </p:nvCxnSpPr>
        <p:spPr>
          <a:xfrm flipH="1">
            <a:off x="4699818" y="3213126"/>
            <a:ext cx="37505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Conector recto de flecha 105">
            <a:extLst>
              <a:ext uri="{FF2B5EF4-FFF2-40B4-BE49-F238E27FC236}">
                <a16:creationId xmlns:a16="http://schemas.microsoft.com/office/drawing/2014/main" id="{5011EDC7-5296-847A-195A-6C7608154B78}"/>
              </a:ext>
            </a:extLst>
          </p:cNvPr>
          <p:cNvCxnSpPr>
            <a:cxnSpLocks/>
          </p:cNvCxnSpPr>
          <p:nvPr/>
        </p:nvCxnSpPr>
        <p:spPr>
          <a:xfrm flipH="1">
            <a:off x="4699818" y="2851979"/>
            <a:ext cx="37505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7" name="CuadroTexto 106">
            <a:extLst>
              <a:ext uri="{FF2B5EF4-FFF2-40B4-BE49-F238E27FC236}">
                <a16:creationId xmlns:a16="http://schemas.microsoft.com/office/drawing/2014/main" id="{CDAB8C1A-62A1-6A31-000E-35E44543C86B}"/>
              </a:ext>
            </a:extLst>
          </p:cNvPr>
          <p:cNvSpPr txBox="1"/>
          <p:nvPr/>
        </p:nvSpPr>
        <p:spPr>
          <a:xfrm>
            <a:off x="4524388" y="2443668"/>
            <a:ext cx="883916" cy="369332"/>
          </a:xfrm>
          <a:prstGeom prst="rect">
            <a:avLst/>
          </a:prstGeom>
          <a:noFill/>
        </p:spPr>
        <p:txBody>
          <a:bodyPr wrap="square">
            <a:spAutoFit/>
          </a:bodyPr>
          <a:lstStyle/>
          <a:p>
            <a:r>
              <a:rPr lang="es-CO" sz="1800" dirty="0"/>
              <a:t>0.85f’c</a:t>
            </a:r>
            <a:endParaRPr lang="es-CO" dirty="0"/>
          </a:p>
        </p:txBody>
      </p:sp>
      <p:cxnSp>
        <p:nvCxnSpPr>
          <p:cNvPr id="110" name="Conector recto de flecha 109">
            <a:extLst>
              <a:ext uri="{FF2B5EF4-FFF2-40B4-BE49-F238E27FC236}">
                <a16:creationId xmlns:a16="http://schemas.microsoft.com/office/drawing/2014/main" id="{D8F7CA12-86B8-4F94-D9F4-37F17606FCEB}"/>
              </a:ext>
            </a:extLst>
          </p:cNvPr>
          <p:cNvCxnSpPr>
            <a:cxnSpLocks/>
          </p:cNvCxnSpPr>
          <p:nvPr/>
        </p:nvCxnSpPr>
        <p:spPr>
          <a:xfrm flipH="1">
            <a:off x="5111493" y="3889478"/>
            <a:ext cx="593621"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3" name="CuadroTexto 112">
            <a:extLst>
              <a:ext uri="{FF2B5EF4-FFF2-40B4-BE49-F238E27FC236}">
                <a16:creationId xmlns:a16="http://schemas.microsoft.com/office/drawing/2014/main" id="{D70FCBBA-D565-AD35-CFA1-1E135F17B48B}"/>
              </a:ext>
            </a:extLst>
          </p:cNvPr>
          <p:cNvSpPr txBox="1"/>
          <p:nvPr/>
        </p:nvSpPr>
        <p:spPr>
          <a:xfrm>
            <a:off x="5741731" y="3689984"/>
            <a:ext cx="2094716" cy="369332"/>
          </a:xfrm>
          <a:prstGeom prst="rect">
            <a:avLst/>
          </a:prstGeom>
          <a:noFill/>
        </p:spPr>
        <p:txBody>
          <a:bodyPr wrap="square">
            <a:spAutoFit/>
          </a:bodyPr>
          <a:lstStyle/>
          <a:p>
            <a:r>
              <a:rPr lang="es-CO" sz="1800" dirty="0" err="1"/>
              <a:t>Cc</a:t>
            </a:r>
            <a:r>
              <a:rPr lang="es-CO" sz="1800" dirty="0"/>
              <a:t>=0.85f’c (Ag-As)</a:t>
            </a:r>
            <a:endParaRPr lang="es-CO" dirty="0"/>
          </a:p>
        </p:txBody>
      </p:sp>
      <mc:AlternateContent xmlns:mc="http://schemas.openxmlformats.org/markup-compatibility/2006">
        <mc:Choice xmlns:a14="http://schemas.microsoft.com/office/drawing/2010/main" Requires="a14">
          <p:sp>
            <p:nvSpPr>
              <p:cNvPr id="114" name="CuadroTexto 113">
                <a:extLst>
                  <a:ext uri="{FF2B5EF4-FFF2-40B4-BE49-F238E27FC236}">
                    <a16:creationId xmlns:a16="http://schemas.microsoft.com/office/drawing/2014/main" id="{245EE3E6-6682-53DF-57FC-9ED046AD609A}"/>
                  </a:ext>
                </a:extLst>
              </p:cNvPr>
              <p:cNvSpPr txBox="1"/>
              <p:nvPr/>
            </p:nvSpPr>
            <p:spPr>
              <a:xfrm>
                <a:off x="7638681" y="2296792"/>
                <a:ext cx="3623679" cy="12662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CO" sz="2800" i="1" smtClean="0">
                              <a:latin typeface="Cambria Math" panose="02040503050406030204" pitchFamily="18" charset="0"/>
                            </a:rPr>
                          </m:ctrlPr>
                        </m:sSupPr>
                        <m:e>
                          <m:sSub>
                            <m:sSubPr>
                              <m:ctrlPr>
                                <a:rPr lang="es-CO" sz="2800" i="1" smtClean="0">
                                  <a:latin typeface="Cambria Math" panose="02040503050406030204" pitchFamily="18" charset="0"/>
                                </a:rPr>
                              </m:ctrlPr>
                            </m:sSubPr>
                            <m:e>
                              <m:r>
                                <m:rPr>
                                  <m:sty m:val="p"/>
                                </m:rPr>
                                <a:rPr lang="es-419" sz="2800" b="0" i="1" smtClean="0">
                                  <a:latin typeface="Cambria Math" panose="02040503050406030204" pitchFamily="18" charset="0"/>
                                </a:rPr>
                                <m:t>N</m:t>
                              </m:r>
                            </m:e>
                            <m:sub>
                              <m:r>
                                <m:rPr>
                                  <m:sty m:val="p"/>
                                </m:rPr>
                                <a:rPr lang="es-419" sz="2800" b="0" i="1" smtClean="0">
                                  <a:latin typeface="Cambria Math" panose="02040503050406030204" pitchFamily="18" charset="0"/>
                                </a:rPr>
                                <m:t>n</m:t>
                              </m:r>
                            </m:sub>
                          </m:sSub>
                        </m:e>
                        <m:sup>
                          <m:r>
                            <m:rPr>
                              <m:sty m:val="p"/>
                            </m:rPr>
                            <a:rPr lang="es-419" sz="2800" b="0" i="1" smtClean="0">
                              <a:latin typeface="Cambria Math" panose="02040503050406030204" pitchFamily="18" charset="0"/>
                            </a:rPr>
                            <m:t>C</m:t>
                          </m:r>
                        </m:sup>
                      </m:sSup>
                      <m:r>
                        <a:rPr lang="es-419" sz="2800" b="0" i="1" smtClean="0">
                          <a:latin typeface="Cambria Math" panose="02040503050406030204" pitchFamily="18" charset="0"/>
                        </a:rPr>
                        <m:t>=</m:t>
                      </m:r>
                      <m:sSub>
                        <m:sSubPr>
                          <m:ctrlPr>
                            <a:rPr lang="es-419" sz="2800" b="0" i="1" smtClean="0">
                              <a:latin typeface="Cambria Math" panose="02040503050406030204" pitchFamily="18" charset="0"/>
                            </a:rPr>
                          </m:ctrlPr>
                        </m:sSubPr>
                        <m:e>
                          <m:r>
                            <m:rPr>
                              <m:sty m:val="p"/>
                            </m:rPr>
                            <a:rPr lang="es-419" sz="2800" b="0" i="1" smtClean="0">
                              <a:latin typeface="Cambria Math" panose="02040503050406030204" pitchFamily="18" charset="0"/>
                            </a:rPr>
                            <m:t>C</m:t>
                          </m:r>
                        </m:e>
                        <m:sub>
                          <m:r>
                            <m:rPr>
                              <m:sty m:val="p"/>
                            </m:rPr>
                            <a:rPr lang="es-419" sz="2800" b="0" i="1" smtClean="0">
                              <a:latin typeface="Cambria Math" panose="02040503050406030204" pitchFamily="18" charset="0"/>
                            </a:rPr>
                            <m:t>c</m:t>
                          </m:r>
                        </m:sub>
                      </m:sSub>
                      <m:nary>
                        <m:naryPr>
                          <m:chr m:val="∑"/>
                          <m:ctrlPr>
                            <a:rPr lang="es-CO" sz="2800" i="1" smtClean="0">
                              <a:latin typeface="Cambria Math" panose="02040503050406030204" pitchFamily="18" charset="0"/>
                            </a:rPr>
                          </m:ctrlPr>
                        </m:naryPr>
                        <m:sub>
                          <m:r>
                            <m:rPr>
                              <m:sty m:val="p"/>
                              <m:brk m:alnAt="23"/>
                            </m:rPr>
                            <a:rPr lang="es-419" sz="2800" b="0" i="1" smtClean="0">
                              <a:latin typeface="Cambria Math" panose="02040503050406030204" pitchFamily="18" charset="0"/>
                            </a:rPr>
                            <m:t>i</m:t>
                          </m:r>
                          <m:r>
                            <a:rPr lang="es-419" sz="2800" b="0" i="1" smtClean="0">
                              <a:latin typeface="Cambria Math" panose="02040503050406030204" pitchFamily="18" charset="0"/>
                            </a:rPr>
                            <m:t>=1</m:t>
                          </m:r>
                        </m:sub>
                        <m:sup>
                          <m:r>
                            <m:rPr>
                              <m:sty m:val="p"/>
                            </m:rPr>
                            <a:rPr lang="es-419" sz="2800" b="0" i="1" smtClean="0">
                              <a:latin typeface="Cambria Math" panose="02040503050406030204" pitchFamily="18" charset="0"/>
                            </a:rPr>
                            <m:t>n</m:t>
                          </m:r>
                        </m:sup>
                        <m:e>
                          <m:sSub>
                            <m:sSubPr>
                              <m:ctrlPr>
                                <a:rPr lang="es-CO" sz="2800" i="1" smtClean="0">
                                  <a:latin typeface="Cambria Math" panose="02040503050406030204" pitchFamily="18" charset="0"/>
                                </a:rPr>
                              </m:ctrlPr>
                            </m:sSubPr>
                            <m:e>
                              <m:r>
                                <m:rPr>
                                  <m:sty m:val="p"/>
                                </m:rPr>
                                <a:rPr lang="es-419" sz="2800" b="0" i="1" smtClean="0">
                                  <a:latin typeface="Cambria Math" panose="02040503050406030204" pitchFamily="18" charset="0"/>
                                </a:rPr>
                                <m:t>f</m:t>
                              </m:r>
                            </m:e>
                            <m:sub>
                              <m:r>
                                <m:rPr>
                                  <m:sty m:val="p"/>
                                </m:rPr>
                                <a:rPr lang="es-419" sz="2800" b="0" i="1" smtClean="0">
                                  <a:latin typeface="Cambria Math" panose="02040503050406030204" pitchFamily="18" charset="0"/>
                                </a:rPr>
                                <m:t>y</m:t>
                              </m:r>
                            </m:sub>
                          </m:sSub>
                          <m:sSub>
                            <m:sSubPr>
                              <m:ctrlPr>
                                <a:rPr lang="es-CO" sz="2800" i="1" smtClean="0">
                                  <a:latin typeface="Cambria Math" panose="02040503050406030204" pitchFamily="18" charset="0"/>
                                </a:rPr>
                              </m:ctrlPr>
                            </m:sSubPr>
                            <m:e>
                              <m:r>
                                <m:rPr>
                                  <m:sty m:val="p"/>
                                </m:rPr>
                                <a:rPr lang="es-419" sz="2800" b="0" i="1" smtClean="0">
                                  <a:latin typeface="Cambria Math" panose="02040503050406030204" pitchFamily="18" charset="0"/>
                                </a:rPr>
                                <m:t>A</m:t>
                              </m:r>
                            </m:e>
                            <m:sub>
                              <m:r>
                                <m:rPr>
                                  <m:sty m:val="p"/>
                                </m:rPr>
                                <a:rPr lang="es-419" sz="2800" b="0" i="1" smtClean="0">
                                  <a:latin typeface="Cambria Math" panose="02040503050406030204" pitchFamily="18" charset="0"/>
                                </a:rPr>
                                <m:t>si</m:t>
                              </m:r>
                            </m:sub>
                          </m:sSub>
                        </m:e>
                      </m:nary>
                    </m:oMath>
                  </m:oMathPara>
                </a14:m>
                <a:endParaRPr lang="es-CO" sz="2800" dirty="0"/>
              </a:p>
            </p:txBody>
          </p:sp>
        </mc:Choice>
        <mc:Fallback>
          <p:sp>
            <p:nvSpPr>
              <p:cNvPr id="114" name="CuadroTexto 113">
                <a:extLst>
                  <a:ext uri="{FF2B5EF4-FFF2-40B4-BE49-F238E27FC236}">
                    <a16:creationId xmlns:a16="http://schemas.microsoft.com/office/drawing/2014/main" id="{245EE3E6-6682-53DF-57FC-9ED046AD609A}"/>
                  </a:ext>
                </a:extLst>
              </p:cNvPr>
              <p:cNvSpPr txBox="1">
                <a:spLocks noRot="1" noChangeAspect="1" noMove="1" noResize="1" noEditPoints="1" noAdjustHandles="1" noChangeArrowheads="1" noChangeShapeType="1" noTextEdit="1"/>
              </p:cNvSpPr>
              <p:nvPr/>
            </p:nvSpPr>
            <p:spPr>
              <a:xfrm>
                <a:off x="7638681" y="2296792"/>
                <a:ext cx="3623679" cy="1266244"/>
              </a:xfrm>
              <a:prstGeom prst="rect">
                <a:avLst/>
              </a:prstGeom>
              <a:blipFill>
                <a:blip r:embed="rId4"/>
                <a:stretch>
                  <a:fillRect t="-105941" b="-162376"/>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15" name="CuadroTexto 114">
                <a:extLst>
                  <a:ext uri="{FF2B5EF4-FFF2-40B4-BE49-F238E27FC236}">
                    <a16:creationId xmlns:a16="http://schemas.microsoft.com/office/drawing/2014/main" id="{D4109A07-D6D9-CFFD-FBB9-A57B71C47320}"/>
                  </a:ext>
                </a:extLst>
              </p:cNvPr>
              <p:cNvSpPr txBox="1"/>
              <p:nvPr/>
            </p:nvSpPr>
            <p:spPr>
              <a:xfrm>
                <a:off x="6752803" y="4732238"/>
                <a:ext cx="5520628" cy="61119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CO" sz="2800" i="1" smtClean="0">
                              <a:latin typeface="Cambria Math" panose="02040503050406030204" pitchFamily="18" charset="0"/>
                            </a:rPr>
                          </m:ctrlPr>
                        </m:sSupPr>
                        <m:e>
                          <m:sSub>
                            <m:sSubPr>
                              <m:ctrlPr>
                                <a:rPr lang="es-CO" sz="2800" i="1" smtClean="0">
                                  <a:latin typeface="Cambria Math" panose="02040503050406030204" pitchFamily="18" charset="0"/>
                                </a:rPr>
                              </m:ctrlPr>
                            </m:sSubPr>
                            <m:e>
                              <m:r>
                                <m:rPr>
                                  <m:sty m:val="p"/>
                                </m:rPr>
                                <a:rPr lang="es-419" sz="2800" b="0" i="1" smtClean="0">
                                  <a:latin typeface="Cambria Math" panose="02040503050406030204" pitchFamily="18" charset="0"/>
                                </a:rPr>
                                <m:t>N</m:t>
                              </m:r>
                            </m:e>
                            <m:sub>
                              <m:r>
                                <m:rPr>
                                  <m:sty m:val="p"/>
                                </m:rPr>
                                <a:rPr lang="es-419" sz="2800" b="0" i="1" smtClean="0">
                                  <a:latin typeface="Cambria Math" panose="02040503050406030204" pitchFamily="18" charset="0"/>
                                </a:rPr>
                                <m:t>n</m:t>
                              </m:r>
                            </m:sub>
                          </m:sSub>
                        </m:e>
                        <m:sup>
                          <m:r>
                            <m:rPr>
                              <m:sty m:val="p"/>
                            </m:rPr>
                            <a:rPr lang="es-419" sz="2800" b="0" i="1" smtClean="0">
                              <a:latin typeface="Cambria Math" panose="02040503050406030204" pitchFamily="18" charset="0"/>
                            </a:rPr>
                            <m:t>C</m:t>
                          </m:r>
                        </m:sup>
                      </m:sSup>
                      <m:r>
                        <a:rPr lang="es-419" sz="2800" b="0" i="1" smtClean="0">
                          <a:latin typeface="Cambria Math" panose="02040503050406030204" pitchFamily="18" charset="0"/>
                        </a:rPr>
                        <m:t>=</m:t>
                      </m:r>
                      <m:r>
                        <a:rPr lang="es-419" sz="2800" b="0" i="1" smtClean="0">
                          <a:latin typeface="Cambria Math" panose="02040503050406030204" pitchFamily="18" charset="0"/>
                          <a:ea typeface="Cambria Math" panose="02040503050406030204" pitchFamily="18" charset="0"/>
                        </a:rPr>
                        <m:t>0.85</m:t>
                      </m:r>
                      <m:sSub>
                        <m:sSubPr>
                          <m:ctrlPr>
                            <a:rPr lang="es-419" sz="2800" b="0" i="1" smtClean="0">
                              <a:latin typeface="Cambria Math" panose="02040503050406030204" pitchFamily="18" charset="0"/>
                              <a:ea typeface="Cambria Math" panose="02040503050406030204" pitchFamily="18" charset="0"/>
                            </a:rPr>
                          </m:ctrlPr>
                        </m:sSubPr>
                        <m:e>
                          <m:r>
                            <m:rPr>
                              <m:sty m:val="p"/>
                            </m:rPr>
                            <a:rPr lang="es-419" sz="2800" b="0" i="1" smtClean="0">
                              <a:latin typeface="Cambria Math" panose="02040503050406030204" pitchFamily="18" charset="0"/>
                              <a:ea typeface="Cambria Math" panose="02040503050406030204" pitchFamily="18" charset="0"/>
                            </a:rPr>
                            <m:t>f</m:t>
                          </m:r>
                          <m:r>
                            <a:rPr lang="es-419" sz="2800" b="0" i="1" smtClean="0">
                              <a:latin typeface="Cambria Math" panose="02040503050406030204" pitchFamily="18" charset="0"/>
                              <a:ea typeface="Cambria Math" panose="02040503050406030204" pitchFamily="18" charset="0"/>
                            </a:rPr>
                            <m:t>′</m:t>
                          </m:r>
                        </m:e>
                        <m:sub>
                          <m:r>
                            <m:rPr>
                              <m:sty m:val="p"/>
                            </m:rPr>
                            <a:rPr lang="es-419" sz="2800" b="0" i="1" smtClean="0">
                              <a:latin typeface="Cambria Math" panose="02040503050406030204" pitchFamily="18" charset="0"/>
                              <a:ea typeface="Cambria Math" panose="02040503050406030204" pitchFamily="18" charset="0"/>
                            </a:rPr>
                            <m:t>c</m:t>
                          </m:r>
                        </m:sub>
                      </m:sSub>
                      <m:d>
                        <m:dPr>
                          <m:ctrlPr>
                            <a:rPr lang="es-419" sz="2800" b="0" i="1" smtClean="0">
                              <a:latin typeface="Cambria Math" panose="02040503050406030204" pitchFamily="18" charset="0"/>
                              <a:ea typeface="Cambria Math" panose="02040503050406030204" pitchFamily="18" charset="0"/>
                            </a:rPr>
                          </m:ctrlPr>
                        </m:dPr>
                        <m:e>
                          <m:sSub>
                            <m:sSubPr>
                              <m:ctrlPr>
                                <a:rPr lang="es-419" sz="2800" b="0" i="1" smtClean="0">
                                  <a:latin typeface="Cambria Math" panose="02040503050406030204" pitchFamily="18" charset="0"/>
                                  <a:ea typeface="Cambria Math" panose="02040503050406030204" pitchFamily="18" charset="0"/>
                                </a:rPr>
                              </m:ctrlPr>
                            </m:sSubPr>
                            <m:e>
                              <m:r>
                                <m:rPr>
                                  <m:sty m:val="p"/>
                                </m:rPr>
                                <a:rPr lang="es-419" sz="2800" b="0" i="1" smtClean="0">
                                  <a:latin typeface="Cambria Math" panose="02040503050406030204" pitchFamily="18" charset="0"/>
                                  <a:ea typeface="Cambria Math" panose="02040503050406030204" pitchFamily="18" charset="0"/>
                                </a:rPr>
                                <m:t>A</m:t>
                              </m:r>
                            </m:e>
                            <m:sub>
                              <m:r>
                                <m:rPr>
                                  <m:sty m:val="p"/>
                                </m:rPr>
                                <a:rPr lang="es-419" sz="2800" b="0" i="1" smtClean="0">
                                  <a:latin typeface="Cambria Math" panose="02040503050406030204" pitchFamily="18" charset="0"/>
                                  <a:ea typeface="Cambria Math" panose="02040503050406030204" pitchFamily="18" charset="0"/>
                                </a:rPr>
                                <m:t>g</m:t>
                              </m:r>
                            </m:sub>
                          </m:sSub>
                          <m:sSub>
                            <m:sSubPr>
                              <m:ctrlPr>
                                <a:rPr lang="es-419" sz="2800" b="0" i="1" smtClean="0">
                                  <a:latin typeface="Cambria Math" panose="02040503050406030204" pitchFamily="18" charset="0"/>
                                  <a:ea typeface="Cambria Math" panose="02040503050406030204" pitchFamily="18" charset="0"/>
                                </a:rPr>
                              </m:ctrlPr>
                            </m:sSubPr>
                            <m:e>
                              <m:r>
                                <a:rPr lang="es-419" sz="2800" b="0" i="1" smtClean="0">
                                  <a:latin typeface="Cambria Math" panose="02040503050406030204" pitchFamily="18" charset="0"/>
                                  <a:ea typeface="Cambria Math" panose="02040503050406030204" pitchFamily="18" charset="0"/>
                                </a:rPr>
                                <m:t>−</m:t>
                              </m:r>
                              <m:r>
                                <m:rPr>
                                  <m:sty m:val="p"/>
                                </m:rPr>
                                <a:rPr lang="es-419" sz="2800" b="0" i="1" smtClean="0">
                                  <a:latin typeface="Cambria Math" panose="02040503050406030204" pitchFamily="18" charset="0"/>
                                  <a:ea typeface="Cambria Math" panose="02040503050406030204" pitchFamily="18" charset="0"/>
                                </a:rPr>
                                <m:t>A</m:t>
                              </m:r>
                            </m:e>
                            <m:sub>
                              <m:r>
                                <m:rPr>
                                  <m:sty m:val="p"/>
                                </m:rPr>
                                <a:rPr lang="es-419" sz="2800" b="0" i="1" smtClean="0">
                                  <a:latin typeface="Cambria Math" panose="02040503050406030204" pitchFamily="18" charset="0"/>
                                  <a:ea typeface="Cambria Math" panose="02040503050406030204" pitchFamily="18" charset="0"/>
                                </a:rPr>
                                <m:t>s</m:t>
                              </m:r>
                            </m:sub>
                          </m:sSub>
                        </m:e>
                      </m:d>
                      <m:sSub>
                        <m:sSubPr>
                          <m:ctrlPr>
                            <a:rPr lang="es-CO" sz="2800" i="1">
                              <a:latin typeface="Cambria Math" panose="02040503050406030204" pitchFamily="18" charset="0"/>
                            </a:rPr>
                          </m:ctrlPr>
                        </m:sSubPr>
                        <m:e>
                          <m:r>
                            <a:rPr lang="es-419" sz="2800" b="0" i="1" smtClean="0">
                              <a:latin typeface="Cambria Math" panose="02040503050406030204" pitchFamily="18" charset="0"/>
                            </a:rPr>
                            <m:t>+</m:t>
                          </m:r>
                          <m:r>
                            <m:rPr>
                              <m:sty m:val="p"/>
                            </m:rPr>
                            <a:rPr lang="es-419" sz="2800" i="1">
                              <a:latin typeface="Cambria Math" panose="02040503050406030204" pitchFamily="18" charset="0"/>
                            </a:rPr>
                            <m:t>f</m:t>
                          </m:r>
                        </m:e>
                        <m:sub>
                          <m:r>
                            <m:rPr>
                              <m:sty m:val="p"/>
                            </m:rPr>
                            <a:rPr lang="es-419" sz="2800" i="1">
                              <a:latin typeface="Cambria Math" panose="02040503050406030204" pitchFamily="18" charset="0"/>
                            </a:rPr>
                            <m:t>y</m:t>
                          </m:r>
                        </m:sub>
                      </m:sSub>
                      <m:sSub>
                        <m:sSubPr>
                          <m:ctrlPr>
                            <a:rPr lang="es-CO" sz="2800" i="1">
                              <a:latin typeface="Cambria Math" panose="02040503050406030204" pitchFamily="18" charset="0"/>
                            </a:rPr>
                          </m:ctrlPr>
                        </m:sSubPr>
                        <m:e>
                          <m:r>
                            <m:rPr>
                              <m:sty m:val="p"/>
                            </m:rPr>
                            <a:rPr lang="es-419" sz="2800" i="1">
                              <a:latin typeface="Cambria Math" panose="02040503050406030204" pitchFamily="18" charset="0"/>
                            </a:rPr>
                            <m:t>A</m:t>
                          </m:r>
                        </m:e>
                        <m:sub>
                          <m:r>
                            <m:rPr>
                              <m:sty m:val="p"/>
                            </m:rPr>
                            <a:rPr lang="es-419" sz="2800" i="1">
                              <a:latin typeface="Cambria Math" panose="02040503050406030204" pitchFamily="18" charset="0"/>
                            </a:rPr>
                            <m:t>si</m:t>
                          </m:r>
                        </m:sub>
                      </m:sSub>
                    </m:oMath>
                  </m:oMathPara>
                </a14:m>
                <a:endParaRPr lang="es-CO" sz="2800" dirty="0"/>
              </a:p>
            </p:txBody>
          </p:sp>
        </mc:Choice>
        <mc:Fallback>
          <p:sp>
            <p:nvSpPr>
              <p:cNvPr id="115" name="CuadroTexto 114">
                <a:extLst>
                  <a:ext uri="{FF2B5EF4-FFF2-40B4-BE49-F238E27FC236}">
                    <a16:creationId xmlns:a16="http://schemas.microsoft.com/office/drawing/2014/main" id="{D4109A07-D6D9-CFFD-FBB9-A57B71C47320}"/>
                  </a:ext>
                </a:extLst>
              </p:cNvPr>
              <p:cNvSpPr txBox="1">
                <a:spLocks noRot="1" noChangeAspect="1" noMove="1" noResize="1" noEditPoints="1" noAdjustHandles="1" noChangeArrowheads="1" noChangeShapeType="1" noTextEdit="1"/>
              </p:cNvSpPr>
              <p:nvPr/>
            </p:nvSpPr>
            <p:spPr>
              <a:xfrm>
                <a:off x="6752803" y="4732238"/>
                <a:ext cx="5520628" cy="611193"/>
              </a:xfrm>
              <a:prstGeom prst="rect">
                <a:avLst/>
              </a:prstGeom>
              <a:blipFill>
                <a:blip r:embed="rId5"/>
                <a:stretch>
                  <a:fillRect b="-8163"/>
                </a:stretch>
              </a:blipFill>
            </p:spPr>
            <p:txBody>
              <a:bodyPr/>
              <a:lstStyle/>
              <a:p>
                <a:r>
                  <a:rPr lang="es-CO">
                    <a:noFill/>
                  </a:rPr>
                  <a:t> </a:t>
                </a:r>
              </a:p>
            </p:txBody>
          </p:sp>
        </mc:Fallback>
      </mc:AlternateContent>
    </p:spTree>
    <p:extLst>
      <p:ext uri="{BB962C8B-B14F-4D97-AF65-F5344CB8AC3E}">
        <p14:creationId xmlns:p14="http://schemas.microsoft.com/office/powerpoint/2010/main" val="535074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6"/>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9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9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9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9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9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99"/>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00"/>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01"/>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02"/>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03"/>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04"/>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05"/>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0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0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110"/>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13"/>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14"/>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49" grpId="0" animBg="1"/>
      <p:bldP spid="50" grpId="0" animBg="1"/>
      <p:bldP spid="51" grpId="0" animBg="1"/>
      <p:bldP spid="52" grpId="0" animBg="1"/>
      <p:bldP spid="53" grpId="0" animBg="1"/>
      <p:bldP spid="54" grpId="0" animBg="1"/>
      <p:bldP spid="55" grpId="0" animBg="1"/>
      <p:bldP spid="58" grpId="0" animBg="1"/>
      <p:bldP spid="59" grpId="0" animBg="1"/>
      <p:bldP spid="60" grpId="0" animBg="1"/>
      <p:bldP spid="61" grpId="0" animBg="1"/>
      <p:bldP spid="62" grpId="0" animBg="1"/>
      <p:bldP spid="4" grpId="0"/>
      <p:bldP spid="6" grpId="0"/>
      <p:bldP spid="7" grpId="0"/>
      <p:bldP spid="35" grpId="0"/>
      <p:bldP spid="98" grpId="0"/>
      <p:bldP spid="107" grpId="0"/>
      <p:bldP spid="113" grpId="0"/>
      <p:bldP spid="114" grpId="0"/>
      <p:bldP spid="1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39EEF-F407-07E9-AEDD-5F93FBA2CA9C}"/>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DAF1EA45-B4EB-0B40-AD43-555F24F589CB}"/>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1E9190A3-E626-A23C-7239-BAC9194F6D60}"/>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0F9B51C3-6AF0-1879-C73C-B6360FC6622B}"/>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171DD4AE-704E-3522-117C-80BAAAC28594}"/>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Resistencia nominal compresión</a:t>
            </a:r>
          </a:p>
        </p:txBody>
      </p:sp>
      <mc:AlternateContent xmlns:mc="http://schemas.openxmlformats.org/markup-compatibility/2006">
        <mc:Choice xmlns:a14="http://schemas.microsoft.com/office/drawing/2010/main" Requires="a14">
          <p:sp>
            <p:nvSpPr>
              <p:cNvPr id="115" name="CuadroTexto 114">
                <a:extLst>
                  <a:ext uri="{FF2B5EF4-FFF2-40B4-BE49-F238E27FC236}">
                    <a16:creationId xmlns:a16="http://schemas.microsoft.com/office/drawing/2014/main" id="{38103A18-6BD0-B9A5-C5A0-01B68EB2CD0A}"/>
                  </a:ext>
                </a:extLst>
              </p:cNvPr>
              <p:cNvSpPr txBox="1"/>
              <p:nvPr/>
            </p:nvSpPr>
            <p:spPr>
              <a:xfrm>
                <a:off x="4008120" y="2360518"/>
                <a:ext cx="6855822" cy="61119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CO" sz="2800" i="1" smtClean="0">
                              <a:latin typeface="Cambria Math" panose="02040503050406030204" pitchFamily="18" charset="0"/>
                            </a:rPr>
                          </m:ctrlPr>
                        </m:sSupPr>
                        <m:e>
                          <m:sSub>
                            <m:sSubPr>
                              <m:ctrlPr>
                                <a:rPr lang="es-CO" sz="2800" i="1" smtClean="0">
                                  <a:latin typeface="Cambria Math" panose="02040503050406030204" pitchFamily="18" charset="0"/>
                                </a:rPr>
                              </m:ctrlPr>
                            </m:sSubPr>
                            <m:e>
                              <m:r>
                                <m:rPr>
                                  <m:sty m:val="p"/>
                                </m:rPr>
                                <a:rPr lang="es-419" sz="2800" b="0" i="1" smtClean="0">
                                  <a:latin typeface="Cambria Math" panose="02040503050406030204" pitchFamily="18" charset="0"/>
                                </a:rPr>
                                <m:t>N</m:t>
                              </m:r>
                            </m:e>
                            <m:sub>
                              <m:r>
                                <m:rPr>
                                  <m:sty m:val="p"/>
                                </m:rPr>
                                <a:rPr lang="es-419" sz="2800" b="0" i="1" smtClean="0">
                                  <a:latin typeface="Cambria Math" panose="02040503050406030204" pitchFamily="18" charset="0"/>
                                </a:rPr>
                                <m:t>n</m:t>
                              </m:r>
                            </m:sub>
                          </m:sSub>
                        </m:e>
                        <m:sup>
                          <m:r>
                            <m:rPr>
                              <m:sty m:val="p"/>
                            </m:rPr>
                            <a:rPr lang="es-419" sz="2800" b="0" i="1" smtClean="0">
                              <a:latin typeface="Cambria Math" panose="02040503050406030204" pitchFamily="18" charset="0"/>
                            </a:rPr>
                            <m:t>C</m:t>
                          </m:r>
                        </m:sup>
                      </m:sSup>
                      <m:r>
                        <a:rPr lang="es-419" sz="2800" b="0" i="1" smtClean="0">
                          <a:latin typeface="Cambria Math" panose="02040503050406030204" pitchFamily="18" charset="0"/>
                        </a:rPr>
                        <m:t>=</m:t>
                      </m:r>
                      <m:r>
                        <a:rPr lang="es-419" sz="2800" b="0" i="1" smtClean="0">
                          <a:latin typeface="Cambria Math" panose="02040503050406030204" pitchFamily="18" charset="0"/>
                          <a:ea typeface="Cambria Math" panose="02040503050406030204" pitchFamily="18" charset="0"/>
                        </a:rPr>
                        <m:t>𝜙</m:t>
                      </m:r>
                      <m:r>
                        <a:rPr lang="es-419" sz="2800" b="0" i="1" smtClean="0">
                          <a:latin typeface="Cambria Math" panose="02040503050406030204" pitchFamily="18" charset="0"/>
                          <a:ea typeface="Cambria Math" panose="02040503050406030204" pitchFamily="18" charset="0"/>
                        </a:rPr>
                        <m:t> 0.75 </m:t>
                      </m:r>
                      <m:d>
                        <m:dPr>
                          <m:begChr m:val="["/>
                          <m:endChr m:val="]"/>
                          <m:ctrlPr>
                            <a:rPr lang="es-419" sz="2800" b="0" i="1" smtClean="0">
                              <a:latin typeface="Cambria Math" panose="02040503050406030204" pitchFamily="18" charset="0"/>
                            </a:rPr>
                          </m:ctrlPr>
                        </m:dPr>
                        <m:e>
                          <m:r>
                            <a:rPr lang="es-419" sz="2800" i="1">
                              <a:latin typeface="Cambria Math" panose="02040503050406030204" pitchFamily="18" charset="0"/>
                              <a:ea typeface="Cambria Math" panose="02040503050406030204" pitchFamily="18" charset="0"/>
                            </a:rPr>
                            <m:t>0.85</m:t>
                          </m:r>
                          <m:sSub>
                            <m:sSubPr>
                              <m:ctrlPr>
                                <a:rPr lang="es-419" sz="2800" i="1">
                                  <a:latin typeface="Cambria Math" panose="02040503050406030204" pitchFamily="18" charset="0"/>
                                  <a:ea typeface="Cambria Math" panose="02040503050406030204" pitchFamily="18" charset="0"/>
                                </a:rPr>
                              </m:ctrlPr>
                            </m:sSubPr>
                            <m:e>
                              <m:r>
                                <m:rPr>
                                  <m:sty m:val="p"/>
                                </m:rPr>
                                <a:rPr lang="es-419" sz="2800" i="1">
                                  <a:latin typeface="Cambria Math" panose="02040503050406030204" pitchFamily="18" charset="0"/>
                                  <a:ea typeface="Cambria Math" panose="02040503050406030204" pitchFamily="18" charset="0"/>
                                </a:rPr>
                                <m:t>f</m:t>
                              </m:r>
                              <m:r>
                                <a:rPr lang="es-419" sz="2800" i="1">
                                  <a:latin typeface="Cambria Math" panose="02040503050406030204" pitchFamily="18" charset="0"/>
                                  <a:ea typeface="Cambria Math" panose="02040503050406030204" pitchFamily="18" charset="0"/>
                                </a:rPr>
                                <m:t>′</m:t>
                              </m:r>
                            </m:e>
                            <m:sub>
                              <m:r>
                                <m:rPr>
                                  <m:sty m:val="p"/>
                                </m:rPr>
                                <a:rPr lang="es-419" sz="2800" i="1">
                                  <a:latin typeface="Cambria Math" panose="02040503050406030204" pitchFamily="18" charset="0"/>
                                  <a:ea typeface="Cambria Math" panose="02040503050406030204" pitchFamily="18" charset="0"/>
                                </a:rPr>
                                <m:t>c</m:t>
                              </m:r>
                            </m:sub>
                          </m:sSub>
                          <m:d>
                            <m:dPr>
                              <m:ctrlPr>
                                <a:rPr lang="es-419" sz="2800" i="1">
                                  <a:latin typeface="Cambria Math" panose="02040503050406030204" pitchFamily="18" charset="0"/>
                                  <a:ea typeface="Cambria Math" panose="02040503050406030204" pitchFamily="18" charset="0"/>
                                </a:rPr>
                              </m:ctrlPr>
                            </m:dPr>
                            <m:e>
                              <m:sSub>
                                <m:sSubPr>
                                  <m:ctrlPr>
                                    <a:rPr lang="es-419" sz="2800" i="1">
                                      <a:latin typeface="Cambria Math" panose="02040503050406030204" pitchFamily="18" charset="0"/>
                                      <a:ea typeface="Cambria Math" panose="02040503050406030204" pitchFamily="18" charset="0"/>
                                    </a:rPr>
                                  </m:ctrlPr>
                                </m:sSubPr>
                                <m:e>
                                  <m:r>
                                    <m:rPr>
                                      <m:sty m:val="p"/>
                                    </m:rPr>
                                    <a:rPr lang="es-419" sz="2800" i="1">
                                      <a:latin typeface="Cambria Math" panose="02040503050406030204" pitchFamily="18" charset="0"/>
                                      <a:ea typeface="Cambria Math" panose="02040503050406030204" pitchFamily="18" charset="0"/>
                                    </a:rPr>
                                    <m:t>A</m:t>
                                  </m:r>
                                </m:e>
                                <m:sub>
                                  <m:r>
                                    <m:rPr>
                                      <m:sty m:val="p"/>
                                    </m:rPr>
                                    <a:rPr lang="es-419" sz="2800" i="1">
                                      <a:latin typeface="Cambria Math" panose="02040503050406030204" pitchFamily="18" charset="0"/>
                                      <a:ea typeface="Cambria Math" panose="02040503050406030204" pitchFamily="18" charset="0"/>
                                    </a:rPr>
                                    <m:t>g</m:t>
                                  </m:r>
                                </m:sub>
                              </m:sSub>
                              <m:sSub>
                                <m:sSubPr>
                                  <m:ctrlPr>
                                    <a:rPr lang="es-419" sz="2800" i="1">
                                      <a:latin typeface="Cambria Math" panose="02040503050406030204" pitchFamily="18" charset="0"/>
                                      <a:ea typeface="Cambria Math" panose="02040503050406030204" pitchFamily="18" charset="0"/>
                                    </a:rPr>
                                  </m:ctrlPr>
                                </m:sSubPr>
                                <m:e>
                                  <m:r>
                                    <a:rPr lang="es-419" sz="2800" i="1">
                                      <a:latin typeface="Cambria Math" panose="02040503050406030204" pitchFamily="18" charset="0"/>
                                      <a:ea typeface="Cambria Math" panose="02040503050406030204" pitchFamily="18" charset="0"/>
                                    </a:rPr>
                                    <m:t>−</m:t>
                                  </m:r>
                                  <m:r>
                                    <m:rPr>
                                      <m:sty m:val="p"/>
                                    </m:rPr>
                                    <a:rPr lang="es-419" sz="2800" i="1">
                                      <a:latin typeface="Cambria Math" panose="02040503050406030204" pitchFamily="18" charset="0"/>
                                      <a:ea typeface="Cambria Math" panose="02040503050406030204" pitchFamily="18" charset="0"/>
                                    </a:rPr>
                                    <m:t>A</m:t>
                                  </m:r>
                                </m:e>
                                <m:sub>
                                  <m:r>
                                    <m:rPr>
                                      <m:sty m:val="p"/>
                                    </m:rPr>
                                    <a:rPr lang="es-419" sz="2800" i="1">
                                      <a:latin typeface="Cambria Math" panose="02040503050406030204" pitchFamily="18" charset="0"/>
                                      <a:ea typeface="Cambria Math" panose="02040503050406030204" pitchFamily="18" charset="0"/>
                                    </a:rPr>
                                    <m:t>s</m:t>
                                  </m:r>
                                </m:sub>
                              </m:sSub>
                            </m:e>
                          </m:d>
                          <m:sSub>
                            <m:sSubPr>
                              <m:ctrlPr>
                                <a:rPr lang="es-CO" sz="2800" i="1">
                                  <a:latin typeface="Cambria Math" panose="02040503050406030204" pitchFamily="18" charset="0"/>
                                </a:rPr>
                              </m:ctrlPr>
                            </m:sSubPr>
                            <m:e>
                              <m:r>
                                <a:rPr lang="es-419" sz="2800" i="1">
                                  <a:latin typeface="Cambria Math" panose="02040503050406030204" pitchFamily="18" charset="0"/>
                                </a:rPr>
                                <m:t>+</m:t>
                              </m:r>
                              <m:r>
                                <m:rPr>
                                  <m:sty m:val="p"/>
                                </m:rPr>
                                <a:rPr lang="es-419" sz="2800" i="1">
                                  <a:latin typeface="Cambria Math" panose="02040503050406030204" pitchFamily="18" charset="0"/>
                                </a:rPr>
                                <m:t>f</m:t>
                              </m:r>
                            </m:e>
                            <m:sub>
                              <m:r>
                                <m:rPr>
                                  <m:sty m:val="p"/>
                                </m:rPr>
                                <a:rPr lang="es-419" sz="2800" i="1">
                                  <a:latin typeface="Cambria Math" panose="02040503050406030204" pitchFamily="18" charset="0"/>
                                </a:rPr>
                                <m:t>y</m:t>
                              </m:r>
                            </m:sub>
                          </m:sSub>
                          <m:sSub>
                            <m:sSubPr>
                              <m:ctrlPr>
                                <a:rPr lang="es-CO" sz="2800" i="1">
                                  <a:latin typeface="Cambria Math" panose="02040503050406030204" pitchFamily="18" charset="0"/>
                                </a:rPr>
                              </m:ctrlPr>
                            </m:sSubPr>
                            <m:e>
                              <m:r>
                                <m:rPr>
                                  <m:sty m:val="p"/>
                                </m:rPr>
                                <a:rPr lang="es-419" sz="2800" i="1">
                                  <a:latin typeface="Cambria Math" panose="02040503050406030204" pitchFamily="18" charset="0"/>
                                </a:rPr>
                                <m:t>A</m:t>
                              </m:r>
                            </m:e>
                            <m:sub>
                              <m:r>
                                <m:rPr>
                                  <m:sty m:val="p"/>
                                </m:rPr>
                                <a:rPr lang="es-419" sz="2800" i="1">
                                  <a:latin typeface="Cambria Math" panose="02040503050406030204" pitchFamily="18" charset="0"/>
                                </a:rPr>
                                <m:t>si</m:t>
                              </m:r>
                            </m:sub>
                          </m:sSub>
                        </m:e>
                      </m:d>
                    </m:oMath>
                  </m:oMathPara>
                </a14:m>
                <a:endParaRPr lang="es-CO" sz="2800" dirty="0"/>
              </a:p>
            </p:txBody>
          </p:sp>
        </mc:Choice>
        <mc:Fallback>
          <p:sp>
            <p:nvSpPr>
              <p:cNvPr id="115" name="CuadroTexto 114">
                <a:extLst>
                  <a:ext uri="{FF2B5EF4-FFF2-40B4-BE49-F238E27FC236}">
                    <a16:creationId xmlns:a16="http://schemas.microsoft.com/office/drawing/2014/main" id="{38103A18-6BD0-B9A5-C5A0-01B68EB2CD0A}"/>
                  </a:ext>
                </a:extLst>
              </p:cNvPr>
              <p:cNvSpPr txBox="1">
                <a:spLocks noRot="1" noChangeAspect="1" noMove="1" noResize="1" noEditPoints="1" noAdjustHandles="1" noChangeArrowheads="1" noChangeShapeType="1" noTextEdit="1"/>
              </p:cNvSpPr>
              <p:nvPr/>
            </p:nvSpPr>
            <p:spPr>
              <a:xfrm>
                <a:off x="4008120" y="2360518"/>
                <a:ext cx="6855822" cy="611193"/>
              </a:xfrm>
              <a:prstGeom prst="rect">
                <a:avLst/>
              </a:prstGeom>
              <a:blipFill>
                <a:blip r:embed="rId4"/>
                <a:stretch>
                  <a:fillRect b="-14286"/>
                </a:stretch>
              </a:blipFill>
            </p:spPr>
            <p:txBody>
              <a:bodyPr/>
              <a:lstStyle/>
              <a:p>
                <a:r>
                  <a:rPr lang="es-CO">
                    <a:noFill/>
                  </a:rPr>
                  <a:t> </a:t>
                </a:r>
              </a:p>
            </p:txBody>
          </p:sp>
        </mc:Fallback>
      </mc:AlternateContent>
      <p:pic>
        <p:nvPicPr>
          <p:cNvPr id="18" name="Imagen 17">
            <a:extLst>
              <a:ext uri="{FF2B5EF4-FFF2-40B4-BE49-F238E27FC236}">
                <a16:creationId xmlns:a16="http://schemas.microsoft.com/office/drawing/2014/main" id="{A4570D9E-4A71-0A82-3695-A95A64CF2289}"/>
              </a:ext>
            </a:extLst>
          </p:cNvPr>
          <p:cNvPicPr>
            <a:picLocks noChangeAspect="1"/>
          </p:cNvPicPr>
          <p:nvPr/>
        </p:nvPicPr>
        <p:blipFill>
          <a:blip r:embed="rId5"/>
          <a:stretch>
            <a:fillRect/>
          </a:stretch>
        </p:blipFill>
        <p:spPr>
          <a:xfrm>
            <a:off x="937945" y="1570581"/>
            <a:ext cx="2262455" cy="2272954"/>
          </a:xfrm>
          <a:prstGeom prst="rect">
            <a:avLst/>
          </a:prstGeom>
        </p:spPr>
      </p:pic>
      <p:pic>
        <p:nvPicPr>
          <p:cNvPr id="21" name="Imagen 20">
            <a:extLst>
              <a:ext uri="{FF2B5EF4-FFF2-40B4-BE49-F238E27FC236}">
                <a16:creationId xmlns:a16="http://schemas.microsoft.com/office/drawing/2014/main" id="{82EFE8C7-2691-8852-D010-6305A2EDE598}"/>
              </a:ext>
            </a:extLst>
          </p:cNvPr>
          <p:cNvPicPr>
            <a:picLocks noChangeAspect="1"/>
          </p:cNvPicPr>
          <p:nvPr/>
        </p:nvPicPr>
        <p:blipFill>
          <a:blip r:embed="rId6"/>
          <a:stretch>
            <a:fillRect/>
          </a:stretch>
        </p:blipFill>
        <p:spPr>
          <a:xfrm>
            <a:off x="1136065" y="4413956"/>
            <a:ext cx="2064335" cy="2444044"/>
          </a:xfrm>
          <a:prstGeom prst="rect">
            <a:avLst/>
          </a:prstGeom>
        </p:spPr>
      </p:pic>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DA7F49AC-B1F5-6190-EDB2-C7DA5364336F}"/>
                  </a:ext>
                </a:extLst>
              </p:cNvPr>
              <p:cNvSpPr txBox="1"/>
              <p:nvPr/>
            </p:nvSpPr>
            <p:spPr>
              <a:xfrm>
                <a:off x="4200113" y="5286803"/>
                <a:ext cx="6855822" cy="61119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CO" sz="2800" i="1" smtClean="0">
                              <a:latin typeface="Cambria Math" panose="02040503050406030204" pitchFamily="18" charset="0"/>
                            </a:rPr>
                          </m:ctrlPr>
                        </m:sSupPr>
                        <m:e>
                          <m:sSub>
                            <m:sSubPr>
                              <m:ctrlPr>
                                <a:rPr lang="es-CO" sz="2800" i="1" smtClean="0">
                                  <a:latin typeface="Cambria Math" panose="02040503050406030204" pitchFamily="18" charset="0"/>
                                </a:rPr>
                              </m:ctrlPr>
                            </m:sSubPr>
                            <m:e>
                              <m:r>
                                <m:rPr>
                                  <m:sty m:val="p"/>
                                </m:rPr>
                                <a:rPr lang="es-419" sz="2800" b="0" i="1" smtClean="0">
                                  <a:latin typeface="Cambria Math" panose="02040503050406030204" pitchFamily="18" charset="0"/>
                                </a:rPr>
                                <m:t>N</m:t>
                              </m:r>
                            </m:e>
                            <m:sub>
                              <m:r>
                                <m:rPr>
                                  <m:sty m:val="p"/>
                                </m:rPr>
                                <a:rPr lang="es-419" sz="2800" b="0" i="1" smtClean="0">
                                  <a:latin typeface="Cambria Math" panose="02040503050406030204" pitchFamily="18" charset="0"/>
                                </a:rPr>
                                <m:t>n</m:t>
                              </m:r>
                            </m:sub>
                          </m:sSub>
                        </m:e>
                        <m:sup>
                          <m:r>
                            <m:rPr>
                              <m:sty m:val="p"/>
                            </m:rPr>
                            <a:rPr lang="es-419" sz="2800" b="0" i="1" smtClean="0">
                              <a:latin typeface="Cambria Math" panose="02040503050406030204" pitchFamily="18" charset="0"/>
                            </a:rPr>
                            <m:t>C</m:t>
                          </m:r>
                        </m:sup>
                      </m:sSup>
                      <m:r>
                        <a:rPr lang="es-419" sz="2800" b="0" i="1" smtClean="0">
                          <a:latin typeface="Cambria Math" panose="02040503050406030204" pitchFamily="18" charset="0"/>
                        </a:rPr>
                        <m:t>=</m:t>
                      </m:r>
                      <m:r>
                        <a:rPr lang="es-419" sz="2800" b="0" i="1" smtClean="0">
                          <a:latin typeface="Cambria Math" panose="02040503050406030204" pitchFamily="18" charset="0"/>
                          <a:ea typeface="Cambria Math" panose="02040503050406030204" pitchFamily="18" charset="0"/>
                        </a:rPr>
                        <m:t>𝜙</m:t>
                      </m:r>
                      <m:r>
                        <a:rPr lang="es-419" sz="2800" b="0" i="1" smtClean="0">
                          <a:latin typeface="Cambria Math" panose="02040503050406030204" pitchFamily="18" charset="0"/>
                          <a:ea typeface="Cambria Math" panose="02040503050406030204" pitchFamily="18" charset="0"/>
                        </a:rPr>
                        <m:t> 0.80 </m:t>
                      </m:r>
                      <m:d>
                        <m:dPr>
                          <m:begChr m:val="["/>
                          <m:endChr m:val="]"/>
                          <m:ctrlPr>
                            <a:rPr lang="es-419" sz="2800" b="0" i="1" smtClean="0">
                              <a:latin typeface="Cambria Math" panose="02040503050406030204" pitchFamily="18" charset="0"/>
                            </a:rPr>
                          </m:ctrlPr>
                        </m:dPr>
                        <m:e>
                          <m:r>
                            <a:rPr lang="es-419" sz="2800" i="1">
                              <a:latin typeface="Cambria Math" panose="02040503050406030204" pitchFamily="18" charset="0"/>
                              <a:ea typeface="Cambria Math" panose="02040503050406030204" pitchFamily="18" charset="0"/>
                            </a:rPr>
                            <m:t>0.85</m:t>
                          </m:r>
                          <m:sSub>
                            <m:sSubPr>
                              <m:ctrlPr>
                                <a:rPr lang="es-419" sz="2800" i="1">
                                  <a:latin typeface="Cambria Math" panose="02040503050406030204" pitchFamily="18" charset="0"/>
                                  <a:ea typeface="Cambria Math" panose="02040503050406030204" pitchFamily="18" charset="0"/>
                                </a:rPr>
                              </m:ctrlPr>
                            </m:sSubPr>
                            <m:e>
                              <m:r>
                                <m:rPr>
                                  <m:sty m:val="p"/>
                                </m:rPr>
                                <a:rPr lang="es-419" sz="2800" i="1">
                                  <a:latin typeface="Cambria Math" panose="02040503050406030204" pitchFamily="18" charset="0"/>
                                  <a:ea typeface="Cambria Math" panose="02040503050406030204" pitchFamily="18" charset="0"/>
                                </a:rPr>
                                <m:t>f</m:t>
                              </m:r>
                              <m:r>
                                <a:rPr lang="es-419" sz="2800" i="1">
                                  <a:latin typeface="Cambria Math" panose="02040503050406030204" pitchFamily="18" charset="0"/>
                                  <a:ea typeface="Cambria Math" panose="02040503050406030204" pitchFamily="18" charset="0"/>
                                </a:rPr>
                                <m:t>′</m:t>
                              </m:r>
                            </m:e>
                            <m:sub>
                              <m:r>
                                <m:rPr>
                                  <m:sty m:val="p"/>
                                </m:rPr>
                                <a:rPr lang="es-419" sz="2800" i="1">
                                  <a:latin typeface="Cambria Math" panose="02040503050406030204" pitchFamily="18" charset="0"/>
                                  <a:ea typeface="Cambria Math" panose="02040503050406030204" pitchFamily="18" charset="0"/>
                                </a:rPr>
                                <m:t>c</m:t>
                              </m:r>
                            </m:sub>
                          </m:sSub>
                          <m:d>
                            <m:dPr>
                              <m:ctrlPr>
                                <a:rPr lang="es-419" sz="2800" i="1">
                                  <a:latin typeface="Cambria Math" panose="02040503050406030204" pitchFamily="18" charset="0"/>
                                  <a:ea typeface="Cambria Math" panose="02040503050406030204" pitchFamily="18" charset="0"/>
                                </a:rPr>
                              </m:ctrlPr>
                            </m:dPr>
                            <m:e>
                              <m:sSub>
                                <m:sSubPr>
                                  <m:ctrlPr>
                                    <a:rPr lang="es-419" sz="2800" i="1">
                                      <a:latin typeface="Cambria Math" panose="02040503050406030204" pitchFamily="18" charset="0"/>
                                      <a:ea typeface="Cambria Math" panose="02040503050406030204" pitchFamily="18" charset="0"/>
                                    </a:rPr>
                                  </m:ctrlPr>
                                </m:sSubPr>
                                <m:e>
                                  <m:r>
                                    <m:rPr>
                                      <m:sty m:val="p"/>
                                    </m:rPr>
                                    <a:rPr lang="es-419" sz="2800" i="1">
                                      <a:latin typeface="Cambria Math" panose="02040503050406030204" pitchFamily="18" charset="0"/>
                                      <a:ea typeface="Cambria Math" panose="02040503050406030204" pitchFamily="18" charset="0"/>
                                    </a:rPr>
                                    <m:t>A</m:t>
                                  </m:r>
                                </m:e>
                                <m:sub>
                                  <m:r>
                                    <m:rPr>
                                      <m:sty m:val="p"/>
                                    </m:rPr>
                                    <a:rPr lang="es-419" sz="2800" i="1">
                                      <a:latin typeface="Cambria Math" panose="02040503050406030204" pitchFamily="18" charset="0"/>
                                      <a:ea typeface="Cambria Math" panose="02040503050406030204" pitchFamily="18" charset="0"/>
                                    </a:rPr>
                                    <m:t>g</m:t>
                                  </m:r>
                                </m:sub>
                              </m:sSub>
                              <m:sSub>
                                <m:sSubPr>
                                  <m:ctrlPr>
                                    <a:rPr lang="es-419" sz="2800" i="1">
                                      <a:latin typeface="Cambria Math" panose="02040503050406030204" pitchFamily="18" charset="0"/>
                                      <a:ea typeface="Cambria Math" panose="02040503050406030204" pitchFamily="18" charset="0"/>
                                    </a:rPr>
                                  </m:ctrlPr>
                                </m:sSubPr>
                                <m:e>
                                  <m:r>
                                    <a:rPr lang="es-419" sz="2800" i="1">
                                      <a:latin typeface="Cambria Math" panose="02040503050406030204" pitchFamily="18" charset="0"/>
                                      <a:ea typeface="Cambria Math" panose="02040503050406030204" pitchFamily="18" charset="0"/>
                                    </a:rPr>
                                    <m:t>−</m:t>
                                  </m:r>
                                  <m:r>
                                    <m:rPr>
                                      <m:sty m:val="p"/>
                                    </m:rPr>
                                    <a:rPr lang="es-419" sz="2800" i="1">
                                      <a:latin typeface="Cambria Math" panose="02040503050406030204" pitchFamily="18" charset="0"/>
                                      <a:ea typeface="Cambria Math" panose="02040503050406030204" pitchFamily="18" charset="0"/>
                                    </a:rPr>
                                    <m:t>A</m:t>
                                  </m:r>
                                </m:e>
                                <m:sub>
                                  <m:r>
                                    <m:rPr>
                                      <m:sty m:val="p"/>
                                    </m:rPr>
                                    <a:rPr lang="es-419" sz="2800" i="1">
                                      <a:latin typeface="Cambria Math" panose="02040503050406030204" pitchFamily="18" charset="0"/>
                                      <a:ea typeface="Cambria Math" panose="02040503050406030204" pitchFamily="18" charset="0"/>
                                    </a:rPr>
                                    <m:t>s</m:t>
                                  </m:r>
                                </m:sub>
                              </m:sSub>
                            </m:e>
                          </m:d>
                          <m:sSub>
                            <m:sSubPr>
                              <m:ctrlPr>
                                <a:rPr lang="es-CO" sz="2800" i="1">
                                  <a:latin typeface="Cambria Math" panose="02040503050406030204" pitchFamily="18" charset="0"/>
                                </a:rPr>
                              </m:ctrlPr>
                            </m:sSubPr>
                            <m:e>
                              <m:r>
                                <a:rPr lang="es-419" sz="2800" i="1">
                                  <a:latin typeface="Cambria Math" panose="02040503050406030204" pitchFamily="18" charset="0"/>
                                </a:rPr>
                                <m:t>+</m:t>
                              </m:r>
                              <m:r>
                                <m:rPr>
                                  <m:sty m:val="p"/>
                                </m:rPr>
                                <a:rPr lang="es-419" sz="2800" i="1">
                                  <a:latin typeface="Cambria Math" panose="02040503050406030204" pitchFamily="18" charset="0"/>
                                </a:rPr>
                                <m:t>f</m:t>
                              </m:r>
                            </m:e>
                            <m:sub>
                              <m:r>
                                <m:rPr>
                                  <m:sty m:val="p"/>
                                </m:rPr>
                                <a:rPr lang="es-419" sz="2800" i="1">
                                  <a:latin typeface="Cambria Math" panose="02040503050406030204" pitchFamily="18" charset="0"/>
                                </a:rPr>
                                <m:t>y</m:t>
                              </m:r>
                            </m:sub>
                          </m:sSub>
                          <m:sSub>
                            <m:sSubPr>
                              <m:ctrlPr>
                                <a:rPr lang="es-CO" sz="2800" i="1">
                                  <a:latin typeface="Cambria Math" panose="02040503050406030204" pitchFamily="18" charset="0"/>
                                </a:rPr>
                              </m:ctrlPr>
                            </m:sSubPr>
                            <m:e>
                              <m:r>
                                <m:rPr>
                                  <m:sty m:val="p"/>
                                </m:rPr>
                                <a:rPr lang="es-419" sz="2800" i="1">
                                  <a:latin typeface="Cambria Math" panose="02040503050406030204" pitchFamily="18" charset="0"/>
                                </a:rPr>
                                <m:t>A</m:t>
                              </m:r>
                            </m:e>
                            <m:sub>
                              <m:r>
                                <m:rPr>
                                  <m:sty m:val="p"/>
                                </m:rPr>
                                <a:rPr lang="es-419" sz="2800" i="1">
                                  <a:latin typeface="Cambria Math" panose="02040503050406030204" pitchFamily="18" charset="0"/>
                                </a:rPr>
                                <m:t>si</m:t>
                              </m:r>
                            </m:sub>
                          </m:sSub>
                        </m:e>
                      </m:d>
                    </m:oMath>
                  </m:oMathPara>
                </a14:m>
                <a:endParaRPr lang="es-CO" sz="2800" dirty="0"/>
              </a:p>
            </p:txBody>
          </p:sp>
        </mc:Choice>
        <mc:Fallback>
          <p:sp>
            <p:nvSpPr>
              <p:cNvPr id="22" name="CuadroTexto 21">
                <a:extLst>
                  <a:ext uri="{FF2B5EF4-FFF2-40B4-BE49-F238E27FC236}">
                    <a16:creationId xmlns:a16="http://schemas.microsoft.com/office/drawing/2014/main" id="{DA7F49AC-B1F5-6190-EDB2-C7DA5364336F}"/>
                  </a:ext>
                </a:extLst>
              </p:cNvPr>
              <p:cNvSpPr txBox="1">
                <a:spLocks noRot="1" noChangeAspect="1" noMove="1" noResize="1" noEditPoints="1" noAdjustHandles="1" noChangeArrowheads="1" noChangeShapeType="1" noTextEdit="1"/>
              </p:cNvSpPr>
              <p:nvPr/>
            </p:nvSpPr>
            <p:spPr>
              <a:xfrm>
                <a:off x="4200113" y="5286803"/>
                <a:ext cx="6855822" cy="611193"/>
              </a:xfrm>
              <a:prstGeom prst="rect">
                <a:avLst/>
              </a:prstGeom>
              <a:blipFill>
                <a:blip r:embed="rId7"/>
                <a:stretch>
                  <a:fillRect b="-12245"/>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D955C15A-7ADD-D482-AE25-46F29DE4E941}"/>
                  </a:ext>
                </a:extLst>
              </p:cNvPr>
              <p:cNvSpPr txBox="1"/>
              <p:nvPr/>
            </p:nvSpPr>
            <p:spPr>
              <a:xfrm>
                <a:off x="4200113" y="3061454"/>
                <a:ext cx="197358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419" sz="2800" b="0" i="1" smtClean="0">
                          <a:latin typeface="Cambria Math" panose="02040503050406030204" pitchFamily="18" charset="0"/>
                          <a:ea typeface="Cambria Math" panose="02040503050406030204" pitchFamily="18" charset="0"/>
                        </a:rPr>
                        <m:t>𝜙</m:t>
                      </m:r>
                      <m:r>
                        <a:rPr lang="es-419" sz="2800" b="0" i="1" smtClean="0">
                          <a:latin typeface="Cambria Math" panose="02040503050406030204" pitchFamily="18" charset="0"/>
                          <a:ea typeface="Cambria Math" panose="02040503050406030204" pitchFamily="18" charset="0"/>
                        </a:rPr>
                        <m:t>=0.65 </m:t>
                      </m:r>
                    </m:oMath>
                  </m:oMathPara>
                </a14:m>
                <a:endParaRPr lang="es-CO" sz="2800" dirty="0"/>
              </a:p>
            </p:txBody>
          </p:sp>
        </mc:Choice>
        <mc:Fallback>
          <p:sp>
            <p:nvSpPr>
              <p:cNvPr id="24" name="CuadroTexto 23">
                <a:extLst>
                  <a:ext uri="{FF2B5EF4-FFF2-40B4-BE49-F238E27FC236}">
                    <a16:creationId xmlns:a16="http://schemas.microsoft.com/office/drawing/2014/main" id="{D955C15A-7ADD-D482-AE25-46F29DE4E941}"/>
                  </a:ext>
                </a:extLst>
              </p:cNvPr>
              <p:cNvSpPr txBox="1">
                <a:spLocks noRot="1" noChangeAspect="1" noMove="1" noResize="1" noEditPoints="1" noAdjustHandles="1" noChangeArrowheads="1" noChangeShapeType="1" noTextEdit="1"/>
              </p:cNvSpPr>
              <p:nvPr/>
            </p:nvSpPr>
            <p:spPr>
              <a:xfrm>
                <a:off x="4200113" y="3061454"/>
                <a:ext cx="1973580" cy="523220"/>
              </a:xfrm>
              <a:prstGeom prst="rect">
                <a:avLst/>
              </a:prstGeom>
              <a:blipFill>
                <a:blip r:embed="rId8"/>
                <a:stretch>
                  <a:fillRect b="-18605"/>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25" name="CuadroTexto 24">
                <a:extLst>
                  <a:ext uri="{FF2B5EF4-FFF2-40B4-BE49-F238E27FC236}">
                    <a16:creationId xmlns:a16="http://schemas.microsoft.com/office/drawing/2014/main" id="{01F7176D-E6B8-B215-0BF9-35661935359E}"/>
                  </a:ext>
                </a:extLst>
              </p:cNvPr>
              <p:cNvSpPr txBox="1"/>
              <p:nvPr/>
            </p:nvSpPr>
            <p:spPr>
              <a:xfrm>
                <a:off x="4382993" y="5970709"/>
                <a:ext cx="197358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419" sz="2800" b="0" i="1" smtClean="0">
                          <a:latin typeface="Cambria Math" panose="02040503050406030204" pitchFamily="18" charset="0"/>
                          <a:ea typeface="Cambria Math" panose="02040503050406030204" pitchFamily="18" charset="0"/>
                        </a:rPr>
                        <m:t>𝜙</m:t>
                      </m:r>
                      <m:r>
                        <a:rPr lang="es-419" sz="2800" b="0" i="1" smtClean="0">
                          <a:latin typeface="Cambria Math" panose="02040503050406030204" pitchFamily="18" charset="0"/>
                          <a:ea typeface="Cambria Math" panose="02040503050406030204" pitchFamily="18" charset="0"/>
                        </a:rPr>
                        <m:t>=0.75 </m:t>
                      </m:r>
                    </m:oMath>
                  </m:oMathPara>
                </a14:m>
                <a:endParaRPr lang="es-CO" sz="2800" dirty="0"/>
              </a:p>
            </p:txBody>
          </p:sp>
        </mc:Choice>
        <mc:Fallback>
          <p:sp>
            <p:nvSpPr>
              <p:cNvPr id="25" name="CuadroTexto 24">
                <a:extLst>
                  <a:ext uri="{FF2B5EF4-FFF2-40B4-BE49-F238E27FC236}">
                    <a16:creationId xmlns:a16="http://schemas.microsoft.com/office/drawing/2014/main" id="{01F7176D-E6B8-B215-0BF9-35661935359E}"/>
                  </a:ext>
                </a:extLst>
              </p:cNvPr>
              <p:cNvSpPr txBox="1">
                <a:spLocks noRot="1" noChangeAspect="1" noMove="1" noResize="1" noEditPoints="1" noAdjustHandles="1" noChangeArrowheads="1" noChangeShapeType="1" noTextEdit="1"/>
              </p:cNvSpPr>
              <p:nvPr/>
            </p:nvSpPr>
            <p:spPr>
              <a:xfrm>
                <a:off x="4382993" y="5970709"/>
                <a:ext cx="1973580" cy="523220"/>
              </a:xfrm>
              <a:prstGeom prst="rect">
                <a:avLst/>
              </a:prstGeom>
              <a:blipFill>
                <a:blip r:embed="rId9"/>
                <a:stretch>
                  <a:fillRect b="-20930"/>
                </a:stretch>
              </a:blipFill>
            </p:spPr>
            <p:txBody>
              <a:bodyPr/>
              <a:lstStyle/>
              <a:p>
                <a:r>
                  <a:rPr lang="es-CO">
                    <a:noFill/>
                  </a:rPr>
                  <a:t> </a:t>
                </a:r>
              </a:p>
            </p:txBody>
          </p:sp>
        </mc:Fallback>
      </mc:AlternateContent>
    </p:spTree>
    <p:extLst>
      <p:ext uri="{BB962C8B-B14F-4D97-AF65-F5344CB8AC3E}">
        <p14:creationId xmlns:p14="http://schemas.microsoft.com/office/powerpoint/2010/main" val="1625471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22AF4-D665-043D-A7E0-4E7CEB9A5B09}"/>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516737EC-F215-EAE1-DF27-D01A263A8F16}"/>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A9355F29-C0CC-1A6A-6C1F-74210D8231D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DD531E29-C339-1FA6-0D5D-090CA047416E}"/>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78B5F7BB-0DAA-30EB-2FA8-5443C6BE686B}"/>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Ejemplo</a:t>
            </a:r>
          </a:p>
        </p:txBody>
      </p:sp>
      <p:sp>
        <p:nvSpPr>
          <p:cNvPr id="4" name="Rectángulo 3">
            <a:extLst>
              <a:ext uri="{FF2B5EF4-FFF2-40B4-BE49-F238E27FC236}">
                <a16:creationId xmlns:a16="http://schemas.microsoft.com/office/drawing/2014/main" id="{AFF117CB-70B6-CFBF-8C75-005BC5C99453}"/>
              </a:ext>
            </a:extLst>
          </p:cNvPr>
          <p:cNvSpPr/>
          <p:nvPr/>
        </p:nvSpPr>
        <p:spPr>
          <a:xfrm>
            <a:off x="861742" y="2847323"/>
            <a:ext cx="1449238" cy="2061713"/>
          </a:xfrm>
          <a:prstGeom prst="rect">
            <a:avLst/>
          </a:prstGeom>
          <a:solidFill>
            <a:schemeClr val="dk1">
              <a:alpha val="2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s-CO"/>
          </a:p>
        </p:txBody>
      </p:sp>
      <p:sp>
        <p:nvSpPr>
          <p:cNvPr id="6" name="Elipse 5">
            <a:extLst>
              <a:ext uri="{FF2B5EF4-FFF2-40B4-BE49-F238E27FC236}">
                <a16:creationId xmlns:a16="http://schemas.microsoft.com/office/drawing/2014/main" id="{CD3762D2-CEED-8F76-F29D-297A49326C83}"/>
              </a:ext>
            </a:extLst>
          </p:cNvPr>
          <p:cNvSpPr/>
          <p:nvPr/>
        </p:nvSpPr>
        <p:spPr>
          <a:xfrm>
            <a:off x="1030629" y="4660119"/>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Elipse 6">
            <a:extLst>
              <a:ext uri="{FF2B5EF4-FFF2-40B4-BE49-F238E27FC236}">
                <a16:creationId xmlns:a16="http://schemas.microsoft.com/office/drawing/2014/main" id="{87718DA4-5D83-13B5-F93F-69B8FDBC76A6}"/>
              </a:ext>
            </a:extLst>
          </p:cNvPr>
          <p:cNvSpPr/>
          <p:nvPr/>
        </p:nvSpPr>
        <p:spPr>
          <a:xfrm>
            <a:off x="2069440" y="4660119"/>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Rectángulo 7">
            <a:extLst>
              <a:ext uri="{FF2B5EF4-FFF2-40B4-BE49-F238E27FC236}">
                <a16:creationId xmlns:a16="http://schemas.microsoft.com/office/drawing/2014/main" id="{A460830A-3F3F-990F-2AFA-0EA01495C430}"/>
              </a:ext>
            </a:extLst>
          </p:cNvPr>
          <p:cNvSpPr/>
          <p:nvPr/>
        </p:nvSpPr>
        <p:spPr>
          <a:xfrm>
            <a:off x="998126" y="2968442"/>
            <a:ext cx="1209040" cy="1832761"/>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CO"/>
          </a:p>
        </p:txBody>
      </p:sp>
      <p:sp>
        <p:nvSpPr>
          <p:cNvPr id="10" name="Elipse 9">
            <a:extLst>
              <a:ext uri="{FF2B5EF4-FFF2-40B4-BE49-F238E27FC236}">
                <a16:creationId xmlns:a16="http://schemas.microsoft.com/office/drawing/2014/main" id="{CD4C154B-4D67-8359-D070-52BDDA95A602}"/>
              </a:ext>
            </a:extLst>
          </p:cNvPr>
          <p:cNvSpPr/>
          <p:nvPr/>
        </p:nvSpPr>
        <p:spPr>
          <a:xfrm>
            <a:off x="1558717" y="4660119"/>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Elipse 10">
            <a:extLst>
              <a:ext uri="{FF2B5EF4-FFF2-40B4-BE49-F238E27FC236}">
                <a16:creationId xmlns:a16="http://schemas.microsoft.com/office/drawing/2014/main" id="{EB27DCC6-78E0-5B63-8914-9FE4D87390A2}"/>
              </a:ext>
            </a:extLst>
          </p:cNvPr>
          <p:cNvSpPr/>
          <p:nvPr/>
        </p:nvSpPr>
        <p:spPr>
          <a:xfrm>
            <a:off x="1025396" y="3003424"/>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Elipse 11">
            <a:extLst>
              <a:ext uri="{FF2B5EF4-FFF2-40B4-BE49-F238E27FC236}">
                <a16:creationId xmlns:a16="http://schemas.microsoft.com/office/drawing/2014/main" id="{2C70238B-A7D0-AEC8-48BD-1A564BDB97F3}"/>
              </a:ext>
            </a:extLst>
          </p:cNvPr>
          <p:cNvSpPr/>
          <p:nvPr/>
        </p:nvSpPr>
        <p:spPr>
          <a:xfrm>
            <a:off x="2064207" y="3003424"/>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 name="Elipse 12">
            <a:extLst>
              <a:ext uri="{FF2B5EF4-FFF2-40B4-BE49-F238E27FC236}">
                <a16:creationId xmlns:a16="http://schemas.microsoft.com/office/drawing/2014/main" id="{967A135A-3DAD-BC6C-C8F5-968303AF4687}"/>
              </a:ext>
            </a:extLst>
          </p:cNvPr>
          <p:cNvSpPr/>
          <p:nvPr/>
        </p:nvSpPr>
        <p:spPr>
          <a:xfrm>
            <a:off x="1561295" y="3003424"/>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5" name="Conector recto 14">
            <a:extLst>
              <a:ext uri="{FF2B5EF4-FFF2-40B4-BE49-F238E27FC236}">
                <a16:creationId xmlns:a16="http://schemas.microsoft.com/office/drawing/2014/main" id="{7AA86CF4-C383-036C-271D-E80F50952E76}"/>
              </a:ext>
            </a:extLst>
          </p:cNvPr>
          <p:cNvCxnSpPr/>
          <p:nvPr/>
        </p:nvCxnSpPr>
        <p:spPr>
          <a:xfrm flipH="1">
            <a:off x="1960115" y="3110160"/>
            <a:ext cx="247051" cy="33624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6" name="Conector recto 15">
            <a:extLst>
              <a:ext uri="{FF2B5EF4-FFF2-40B4-BE49-F238E27FC236}">
                <a16:creationId xmlns:a16="http://schemas.microsoft.com/office/drawing/2014/main" id="{0AD009F3-3BF4-195D-C9D4-244069C44C40}"/>
              </a:ext>
            </a:extLst>
          </p:cNvPr>
          <p:cNvCxnSpPr/>
          <p:nvPr/>
        </p:nvCxnSpPr>
        <p:spPr>
          <a:xfrm flipH="1">
            <a:off x="1822389" y="2976975"/>
            <a:ext cx="247051" cy="33624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9" name="Elipse 18">
            <a:extLst>
              <a:ext uri="{FF2B5EF4-FFF2-40B4-BE49-F238E27FC236}">
                <a16:creationId xmlns:a16="http://schemas.microsoft.com/office/drawing/2014/main" id="{2FED4283-34EE-9092-301D-1ADCE0290B6C}"/>
              </a:ext>
            </a:extLst>
          </p:cNvPr>
          <p:cNvSpPr/>
          <p:nvPr/>
        </p:nvSpPr>
        <p:spPr>
          <a:xfrm>
            <a:off x="1026643" y="4185709"/>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Elipse 19">
            <a:extLst>
              <a:ext uri="{FF2B5EF4-FFF2-40B4-BE49-F238E27FC236}">
                <a16:creationId xmlns:a16="http://schemas.microsoft.com/office/drawing/2014/main" id="{3F376363-23CA-7D6D-9847-C8DB7F7318D8}"/>
              </a:ext>
            </a:extLst>
          </p:cNvPr>
          <p:cNvSpPr/>
          <p:nvPr/>
        </p:nvSpPr>
        <p:spPr>
          <a:xfrm>
            <a:off x="2065454" y="4185709"/>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3" name="Elipse 22">
            <a:extLst>
              <a:ext uri="{FF2B5EF4-FFF2-40B4-BE49-F238E27FC236}">
                <a16:creationId xmlns:a16="http://schemas.microsoft.com/office/drawing/2014/main" id="{5C018857-A980-F014-1860-C26A7423A586}"/>
              </a:ext>
            </a:extLst>
          </p:cNvPr>
          <p:cNvSpPr/>
          <p:nvPr/>
        </p:nvSpPr>
        <p:spPr>
          <a:xfrm>
            <a:off x="1012200" y="358812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6" name="Elipse 25">
            <a:extLst>
              <a:ext uri="{FF2B5EF4-FFF2-40B4-BE49-F238E27FC236}">
                <a16:creationId xmlns:a16="http://schemas.microsoft.com/office/drawing/2014/main" id="{21A5B2B2-20BB-036E-A0ED-B2117D9FB3B2}"/>
              </a:ext>
            </a:extLst>
          </p:cNvPr>
          <p:cNvSpPr/>
          <p:nvPr/>
        </p:nvSpPr>
        <p:spPr>
          <a:xfrm>
            <a:off x="2066720" y="358812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8" name="CuadroTexto 27">
            <a:extLst>
              <a:ext uri="{FF2B5EF4-FFF2-40B4-BE49-F238E27FC236}">
                <a16:creationId xmlns:a16="http://schemas.microsoft.com/office/drawing/2014/main" id="{EA15BCEC-7FEA-BA2C-0615-753F4ED284F2}"/>
              </a:ext>
            </a:extLst>
          </p:cNvPr>
          <p:cNvSpPr txBox="1"/>
          <p:nvPr/>
        </p:nvSpPr>
        <p:spPr>
          <a:xfrm>
            <a:off x="281939" y="1451809"/>
            <a:ext cx="10275357" cy="830997"/>
          </a:xfrm>
          <a:prstGeom prst="rect">
            <a:avLst/>
          </a:prstGeom>
          <a:noFill/>
        </p:spPr>
        <p:txBody>
          <a:bodyPr wrap="square">
            <a:spAutoFit/>
          </a:bodyPr>
          <a:lstStyle/>
          <a:p>
            <a:r>
              <a:rPr lang="es-CO" sz="2400" dirty="0"/>
              <a:t>Calcular la máxima fuerza axial que se puede aplicar a la columna de la figura, si </a:t>
            </a:r>
            <a:r>
              <a:rPr lang="es-CO" sz="2400" dirty="0" err="1"/>
              <a:t>f´c</a:t>
            </a:r>
            <a:r>
              <a:rPr lang="es-CO" sz="2400" dirty="0"/>
              <a:t>=21 </a:t>
            </a:r>
            <a:r>
              <a:rPr lang="es-CO" sz="2400" dirty="0" err="1"/>
              <a:t>Mpa</a:t>
            </a:r>
            <a:r>
              <a:rPr lang="es-CO" sz="2400" dirty="0"/>
              <a:t> y </a:t>
            </a:r>
            <a:r>
              <a:rPr lang="es-CO" sz="2400" dirty="0" err="1"/>
              <a:t>fy</a:t>
            </a:r>
            <a:r>
              <a:rPr lang="es-CO" sz="2400" dirty="0"/>
              <a:t>= 420 MPa</a:t>
            </a:r>
          </a:p>
        </p:txBody>
      </p:sp>
      <p:sp>
        <p:nvSpPr>
          <p:cNvPr id="29" name="CuadroTexto 28">
            <a:extLst>
              <a:ext uri="{FF2B5EF4-FFF2-40B4-BE49-F238E27FC236}">
                <a16:creationId xmlns:a16="http://schemas.microsoft.com/office/drawing/2014/main" id="{3D03B3CE-CAE3-E1B6-44F0-4A5529ECA3FD}"/>
              </a:ext>
            </a:extLst>
          </p:cNvPr>
          <p:cNvSpPr txBox="1"/>
          <p:nvPr/>
        </p:nvSpPr>
        <p:spPr>
          <a:xfrm>
            <a:off x="0" y="3670775"/>
            <a:ext cx="636352" cy="400110"/>
          </a:xfrm>
          <a:prstGeom prst="rect">
            <a:avLst/>
          </a:prstGeom>
          <a:noFill/>
        </p:spPr>
        <p:txBody>
          <a:bodyPr wrap="square">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500</a:t>
            </a:r>
          </a:p>
        </p:txBody>
      </p:sp>
      <p:cxnSp>
        <p:nvCxnSpPr>
          <p:cNvPr id="30" name="Conector recto de flecha 29">
            <a:extLst>
              <a:ext uri="{FF2B5EF4-FFF2-40B4-BE49-F238E27FC236}">
                <a16:creationId xmlns:a16="http://schemas.microsoft.com/office/drawing/2014/main" id="{018F0BB7-079A-9129-1655-E1371761C3F4}"/>
              </a:ext>
            </a:extLst>
          </p:cNvPr>
          <p:cNvCxnSpPr/>
          <p:nvPr/>
        </p:nvCxnSpPr>
        <p:spPr>
          <a:xfrm flipV="1">
            <a:off x="636352" y="2839974"/>
            <a:ext cx="0" cy="2061713"/>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31" name="Conector recto de flecha 30">
            <a:extLst>
              <a:ext uri="{FF2B5EF4-FFF2-40B4-BE49-F238E27FC236}">
                <a16:creationId xmlns:a16="http://schemas.microsoft.com/office/drawing/2014/main" id="{0159BFD8-D2EC-DCB2-2ABB-77F311E79A91}"/>
              </a:ext>
            </a:extLst>
          </p:cNvPr>
          <p:cNvCxnSpPr>
            <a:cxnSpLocks/>
          </p:cNvCxnSpPr>
          <p:nvPr/>
        </p:nvCxnSpPr>
        <p:spPr>
          <a:xfrm flipH="1">
            <a:off x="861742" y="5244817"/>
            <a:ext cx="1449238" cy="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sp>
        <p:nvSpPr>
          <p:cNvPr id="32" name="CuadroTexto 31">
            <a:extLst>
              <a:ext uri="{FF2B5EF4-FFF2-40B4-BE49-F238E27FC236}">
                <a16:creationId xmlns:a16="http://schemas.microsoft.com/office/drawing/2014/main" id="{4587F2B2-02B0-F248-C9D1-D5F4D0E8DFFE}"/>
              </a:ext>
            </a:extLst>
          </p:cNvPr>
          <p:cNvSpPr txBox="1"/>
          <p:nvPr/>
        </p:nvSpPr>
        <p:spPr>
          <a:xfrm>
            <a:off x="1296857" y="5244817"/>
            <a:ext cx="772583" cy="400110"/>
          </a:xfrm>
          <a:prstGeom prst="rect">
            <a:avLst/>
          </a:prstGeom>
          <a:noFill/>
        </p:spPr>
        <p:txBody>
          <a:bodyPr wrap="square">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400</a:t>
            </a:r>
            <a:endParaRPr lang="es-CO" sz="2000" baseline="-25000" dirty="0">
              <a:latin typeface="Calibri" panose="020F0502020204030204" pitchFamily="34" charset="0"/>
              <a:ea typeface="Calibri" panose="020F0502020204030204" pitchFamily="34" charset="0"/>
              <a:cs typeface="Calibri" panose="020F0502020204030204" pitchFamily="34" charset="0"/>
            </a:endParaRPr>
          </a:p>
        </p:txBody>
      </p:sp>
      <p:sp>
        <p:nvSpPr>
          <p:cNvPr id="33" name="CuadroTexto 32">
            <a:extLst>
              <a:ext uri="{FF2B5EF4-FFF2-40B4-BE49-F238E27FC236}">
                <a16:creationId xmlns:a16="http://schemas.microsoft.com/office/drawing/2014/main" id="{837CDC0A-1553-BC12-34CF-DD77B3B74477}"/>
              </a:ext>
            </a:extLst>
          </p:cNvPr>
          <p:cNvSpPr txBox="1"/>
          <p:nvPr/>
        </p:nvSpPr>
        <p:spPr>
          <a:xfrm>
            <a:off x="2489814" y="4861011"/>
            <a:ext cx="772583" cy="400110"/>
          </a:xfrm>
          <a:prstGeom prst="rect">
            <a:avLst/>
          </a:prstGeom>
          <a:noFill/>
        </p:spPr>
        <p:txBody>
          <a:bodyPr wrap="square">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3#8</a:t>
            </a:r>
            <a:endParaRPr lang="es-CO" sz="2000" baseline="-25000" dirty="0">
              <a:latin typeface="Calibri" panose="020F0502020204030204" pitchFamily="34" charset="0"/>
              <a:ea typeface="Calibri" panose="020F0502020204030204" pitchFamily="34" charset="0"/>
              <a:cs typeface="Calibri" panose="020F0502020204030204" pitchFamily="34" charset="0"/>
            </a:endParaRPr>
          </a:p>
        </p:txBody>
      </p:sp>
      <p:cxnSp>
        <p:nvCxnSpPr>
          <p:cNvPr id="34" name="Conector recto de flecha 33">
            <a:extLst>
              <a:ext uri="{FF2B5EF4-FFF2-40B4-BE49-F238E27FC236}">
                <a16:creationId xmlns:a16="http://schemas.microsoft.com/office/drawing/2014/main" id="{7F614B88-CC1C-46FB-CF72-16417091184E}"/>
              </a:ext>
            </a:extLst>
          </p:cNvPr>
          <p:cNvCxnSpPr>
            <a:cxnSpLocks/>
            <a:endCxn id="33" idx="1"/>
          </p:cNvCxnSpPr>
          <p:nvPr/>
        </p:nvCxnSpPr>
        <p:spPr>
          <a:xfrm>
            <a:off x="2102409" y="4752170"/>
            <a:ext cx="387405" cy="3088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CuadroTexto 34">
            <a:extLst>
              <a:ext uri="{FF2B5EF4-FFF2-40B4-BE49-F238E27FC236}">
                <a16:creationId xmlns:a16="http://schemas.microsoft.com/office/drawing/2014/main" id="{42E16B37-222D-4C90-E13A-740DAAFE998D}"/>
              </a:ext>
            </a:extLst>
          </p:cNvPr>
          <p:cNvSpPr txBox="1"/>
          <p:nvPr/>
        </p:nvSpPr>
        <p:spPr>
          <a:xfrm>
            <a:off x="2506328" y="2682647"/>
            <a:ext cx="772583" cy="400110"/>
          </a:xfrm>
          <a:prstGeom prst="rect">
            <a:avLst/>
          </a:prstGeom>
          <a:noFill/>
        </p:spPr>
        <p:txBody>
          <a:bodyPr wrap="square">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3#8</a:t>
            </a:r>
            <a:endParaRPr lang="es-CO" sz="2000" baseline="-25000" dirty="0">
              <a:latin typeface="Calibri" panose="020F0502020204030204" pitchFamily="34" charset="0"/>
              <a:ea typeface="Calibri" panose="020F0502020204030204" pitchFamily="34" charset="0"/>
              <a:cs typeface="Calibri" panose="020F0502020204030204" pitchFamily="34" charset="0"/>
            </a:endParaRPr>
          </a:p>
        </p:txBody>
      </p:sp>
      <p:sp>
        <p:nvSpPr>
          <p:cNvPr id="36" name="CuadroTexto 35">
            <a:extLst>
              <a:ext uri="{FF2B5EF4-FFF2-40B4-BE49-F238E27FC236}">
                <a16:creationId xmlns:a16="http://schemas.microsoft.com/office/drawing/2014/main" id="{F78AEAC0-3A9E-E5B9-C4A2-E925CFDC2F82}"/>
              </a:ext>
            </a:extLst>
          </p:cNvPr>
          <p:cNvSpPr txBox="1"/>
          <p:nvPr/>
        </p:nvSpPr>
        <p:spPr>
          <a:xfrm>
            <a:off x="2536369" y="3744062"/>
            <a:ext cx="772583" cy="400110"/>
          </a:xfrm>
          <a:prstGeom prst="rect">
            <a:avLst/>
          </a:prstGeom>
          <a:noFill/>
        </p:spPr>
        <p:txBody>
          <a:bodyPr wrap="square">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4#7</a:t>
            </a:r>
            <a:endParaRPr lang="es-CO" sz="2000" baseline="-25000" dirty="0">
              <a:latin typeface="Calibri" panose="020F0502020204030204" pitchFamily="34" charset="0"/>
              <a:ea typeface="Calibri" panose="020F0502020204030204" pitchFamily="34" charset="0"/>
              <a:cs typeface="Calibri" panose="020F0502020204030204" pitchFamily="34" charset="0"/>
            </a:endParaRPr>
          </a:p>
        </p:txBody>
      </p:sp>
      <p:cxnSp>
        <p:nvCxnSpPr>
          <p:cNvPr id="37" name="Conector recto de flecha 36">
            <a:extLst>
              <a:ext uri="{FF2B5EF4-FFF2-40B4-BE49-F238E27FC236}">
                <a16:creationId xmlns:a16="http://schemas.microsoft.com/office/drawing/2014/main" id="{1E90574F-D652-7706-AC81-9D7B633FEBAA}"/>
              </a:ext>
            </a:extLst>
          </p:cNvPr>
          <p:cNvCxnSpPr>
            <a:cxnSpLocks/>
          </p:cNvCxnSpPr>
          <p:nvPr/>
        </p:nvCxnSpPr>
        <p:spPr>
          <a:xfrm>
            <a:off x="2206695" y="3635221"/>
            <a:ext cx="387405" cy="3088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Conector recto de flecha 37">
            <a:extLst>
              <a:ext uri="{FF2B5EF4-FFF2-40B4-BE49-F238E27FC236}">
                <a16:creationId xmlns:a16="http://schemas.microsoft.com/office/drawing/2014/main" id="{4ED03525-1697-8E49-D4B0-7374BEB2C693}"/>
              </a:ext>
            </a:extLst>
          </p:cNvPr>
          <p:cNvCxnSpPr>
            <a:cxnSpLocks/>
          </p:cNvCxnSpPr>
          <p:nvPr/>
        </p:nvCxnSpPr>
        <p:spPr>
          <a:xfrm flipV="1">
            <a:off x="2174288" y="4077876"/>
            <a:ext cx="419812" cy="2020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Conector recto de flecha 40">
            <a:extLst>
              <a:ext uri="{FF2B5EF4-FFF2-40B4-BE49-F238E27FC236}">
                <a16:creationId xmlns:a16="http://schemas.microsoft.com/office/drawing/2014/main" id="{FB5466A3-D6C7-9652-170C-90AEB3C16124}"/>
              </a:ext>
            </a:extLst>
          </p:cNvPr>
          <p:cNvCxnSpPr>
            <a:cxnSpLocks/>
          </p:cNvCxnSpPr>
          <p:nvPr/>
        </p:nvCxnSpPr>
        <p:spPr>
          <a:xfrm flipV="1">
            <a:off x="2086516" y="2904967"/>
            <a:ext cx="419812" cy="2020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6608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3B9D9-C8FE-DE54-4C93-38308055DD5D}"/>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C9095D00-4D52-6B05-4537-D507C7772770}"/>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CE67E2B9-987C-4E92-5C8E-FC6D3C5C422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08F7620D-6A72-BFBA-9D31-E2E77FE116AE}"/>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5C9A9F33-E99B-87E9-C186-E30E53C590BE}"/>
              </a:ext>
            </a:extLst>
          </p:cNvPr>
          <p:cNvSpPr txBox="1"/>
          <p:nvPr/>
        </p:nvSpPr>
        <p:spPr>
          <a:xfrm>
            <a:off x="3467100" y="1851720"/>
            <a:ext cx="5257800" cy="3046988"/>
          </a:xfrm>
          <a:prstGeom prst="rect">
            <a:avLst/>
          </a:prstGeom>
          <a:noFill/>
        </p:spPr>
        <p:txBody>
          <a:bodyPr wrap="square">
            <a:spAutoFit/>
          </a:bodyPr>
          <a:lstStyle/>
          <a:p>
            <a:pPr algn="ctr"/>
            <a:r>
              <a:rPr lang="es-CO" sz="4800" b="1" dirty="0"/>
              <a:t>CARGA AXIAL</a:t>
            </a:r>
          </a:p>
          <a:p>
            <a:pPr algn="ctr"/>
            <a:r>
              <a:rPr lang="es-CO" sz="4800" b="1" dirty="0"/>
              <a:t>COMPRESIÓN</a:t>
            </a:r>
          </a:p>
          <a:p>
            <a:pPr algn="ctr"/>
            <a:r>
              <a:rPr lang="es-CO" sz="4800" b="1" dirty="0"/>
              <a:t>Y FLEXION UNIAXIAL</a:t>
            </a:r>
          </a:p>
        </p:txBody>
      </p:sp>
    </p:spTree>
    <p:extLst>
      <p:ext uri="{BB962C8B-B14F-4D97-AF65-F5344CB8AC3E}">
        <p14:creationId xmlns:p14="http://schemas.microsoft.com/office/powerpoint/2010/main" val="4080084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75AE6-8A24-951B-01C4-95B7079484E4}"/>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BB8F28FA-80BD-6474-AD58-243B12279983}"/>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15E484B9-0D74-2A92-B072-D3613730F8D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A872C4C1-7E33-8AF5-0406-60C76A258728}"/>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45648C74-C108-C164-47FF-DB87AD560FA9}"/>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Flexo compresión</a:t>
            </a:r>
          </a:p>
        </p:txBody>
      </p:sp>
      <p:pic>
        <p:nvPicPr>
          <p:cNvPr id="18" name="Imagen 17">
            <a:extLst>
              <a:ext uri="{FF2B5EF4-FFF2-40B4-BE49-F238E27FC236}">
                <a16:creationId xmlns:a16="http://schemas.microsoft.com/office/drawing/2014/main" id="{22D75AF8-9E40-6ECB-98A1-15E407C48E87}"/>
              </a:ext>
            </a:extLst>
          </p:cNvPr>
          <p:cNvPicPr>
            <a:picLocks noChangeAspect="1"/>
          </p:cNvPicPr>
          <p:nvPr/>
        </p:nvPicPr>
        <p:blipFill>
          <a:blip r:embed="rId4"/>
          <a:stretch>
            <a:fillRect/>
          </a:stretch>
        </p:blipFill>
        <p:spPr>
          <a:xfrm>
            <a:off x="365588" y="1672432"/>
            <a:ext cx="3962743" cy="3635055"/>
          </a:xfrm>
          <a:prstGeom prst="rect">
            <a:avLst/>
          </a:prstGeom>
        </p:spPr>
      </p:pic>
      <p:pic>
        <p:nvPicPr>
          <p:cNvPr id="20" name="Imagen 19">
            <a:extLst>
              <a:ext uri="{FF2B5EF4-FFF2-40B4-BE49-F238E27FC236}">
                <a16:creationId xmlns:a16="http://schemas.microsoft.com/office/drawing/2014/main" id="{9A0FA2E9-F95C-1C6D-5FCB-0091E1C1CED8}"/>
              </a:ext>
            </a:extLst>
          </p:cNvPr>
          <p:cNvPicPr>
            <a:picLocks noChangeAspect="1"/>
          </p:cNvPicPr>
          <p:nvPr/>
        </p:nvPicPr>
        <p:blipFill>
          <a:blip r:embed="rId5"/>
          <a:srcRect l="15668"/>
          <a:stretch>
            <a:fillRect/>
          </a:stretch>
        </p:blipFill>
        <p:spPr>
          <a:xfrm>
            <a:off x="5247259" y="2278269"/>
            <a:ext cx="1394581" cy="2415749"/>
          </a:xfrm>
          <a:prstGeom prst="rect">
            <a:avLst/>
          </a:prstGeom>
        </p:spPr>
      </p:pic>
      <p:pic>
        <p:nvPicPr>
          <p:cNvPr id="26" name="Imagen 25">
            <a:extLst>
              <a:ext uri="{FF2B5EF4-FFF2-40B4-BE49-F238E27FC236}">
                <a16:creationId xmlns:a16="http://schemas.microsoft.com/office/drawing/2014/main" id="{7F53D056-AD99-B517-9FB3-04C339A792FC}"/>
              </a:ext>
            </a:extLst>
          </p:cNvPr>
          <p:cNvPicPr>
            <a:picLocks noChangeAspect="1"/>
          </p:cNvPicPr>
          <p:nvPr/>
        </p:nvPicPr>
        <p:blipFill>
          <a:blip r:embed="rId6"/>
          <a:srcRect l="15930"/>
          <a:stretch>
            <a:fillRect/>
          </a:stretch>
        </p:blipFill>
        <p:spPr>
          <a:xfrm>
            <a:off x="9928558" y="2205872"/>
            <a:ext cx="1262121" cy="2560542"/>
          </a:xfrm>
          <a:prstGeom prst="rect">
            <a:avLst/>
          </a:prstGeom>
        </p:spPr>
      </p:pic>
      <p:pic>
        <p:nvPicPr>
          <p:cNvPr id="28" name="Imagen 27">
            <a:extLst>
              <a:ext uri="{FF2B5EF4-FFF2-40B4-BE49-F238E27FC236}">
                <a16:creationId xmlns:a16="http://schemas.microsoft.com/office/drawing/2014/main" id="{01516189-3B99-FC6A-6F05-878EF94F8BFB}"/>
              </a:ext>
            </a:extLst>
          </p:cNvPr>
          <p:cNvPicPr>
            <a:picLocks noChangeAspect="1"/>
          </p:cNvPicPr>
          <p:nvPr/>
        </p:nvPicPr>
        <p:blipFill>
          <a:blip r:embed="rId7"/>
          <a:stretch>
            <a:fillRect/>
          </a:stretch>
        </p:blipFill>
        <p:spPr>
          <a:xfrm>
            <a:off x="7465640" y="2221125"/>
            <a:ext cx="1394581" cy="2415749"/>
          </a:xfrm>
          <a:prstGeom prst="rect">
            <a:avLst/>
          </a:prstGeom>
        </p:spPr>
      </p:pic>
    </p:spTree>
    <p:extLst>
      <p:ext uri="{BB962C8B-B14F-4D97-AF65-F5344CB8AC3E}">
        <p14:creationId xmlns:p14="http://schemas.microsoft.com/office/powerpoint/2010/main" val="2907171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838AE-B11C-ACE5-94BC-07D3F4592B04}"/>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D6D704D1-8052-6851-59FB-4AC1C25AB5A5}"/>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881504E5-227D-3216-E07B-35F2C45355F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DE1EC7CF-D352-305F-06C5-DB1167EEFD0A}"/>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C6FF6817-CCD6-E679-00BF-000DDBBA03E6}"/>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Flexo compresión</a:t>
            </a:r>
          </a:p>
        </p:txBody>
      </p:sp>
      <p:sp>
        <p:nvSpPr>
          <p:cNvPr id="8" name="CuadroTexto 7">
            <a:extLst>
              <a:ext uri="{FF2B5EF4-FFF2-40B4-BE49-F238E27FC236}">
                <a16:creationId xmlns:a16="http://schemas.microsoft.com/office/drawing/2014/main" id="{1726DA10-BAE9-986B-2C11-1F9AAC1511E3}"/>
              </a:ext>
            </a:extLst>
          </p:cNvPr>
          <p:cNvSpPr txBox="1"/>
          <p:nvPr/>
        </p:nvSpPr>
        <p:spPr>
          <a:xfrm>
            <a:off x="487680" y="3843810"/>
            <a:ext cx="3070860" cy="1477328"/>
          </a:xfrm>
          <a:prstGeom prst="rect">
            <a:avLst/>
          </a:prstGeom>
          <a:noFill/>
        </p:spPr>
        <p:txBody>
          <a:bodyPr wrap="square">
            <a:spAutoFit/>
          </a:bodyPr>
          <a:lstStyle/>
          <a:p>
            <a:r>
              <a:rPr lang="es-CO" dirty="0"/>
              <a:t>Carga axial grande que causa falla del concreto por aplastamiento con todas las varillas alcanzando su fluencia en compresión.</a:t>
            </a:r>
          </a:p>
        </p:txBody>
      </p:sp>
      <p:pic>
        <p:nvPicPr>
          <p:cNvPr id="7" name="Imagen 6">
            <a:extLst>
              <a:ext uri="{FF2B5EF4-FFF2-40B4-BE49-F238E27FC236}">
                <a16:creationId xmlns:a16="http://schemas.microsoft.com/office/drawing/2014/main" id="{38096CB6-277F-8660-D9F3-08E71F2DC9F7}"/>
              </a:ext>
            </a:extLst>
          </p:cNvPr>
          <p:cNvPicPr>
            <a:picLocks noChangeAspect="1"/>
          </p:cNvPicPr>
          <p:nvPr/>
        </p:nvPicPr>
        <p:blipFill>
          <a:blip r:embed="rId4"/>
          <a:stretch>
            <a:fillRect/>
          </a:stretch>
        </p:blipFill>
        <p:spPr>
          <a:xfrm>
            <a:off x="1177216" y="1714345"/>
            <a:ext cx="1691787" cy="1798476"/>
          </a:xfrm>
          <a:prstGeom prst="rect">
            <a:avLst/>
          </a:prstGeom>
        </p:spPr>
      </p:pic>
      <p:pic>
        <p:nvPicPr>
          <p:cNvPr id="10" name="Imagen 9">
            <a:extLst>
              <a:ext uri="{FF2B5EF4-FFF2-40B4-BE49-F238E27FC236}">
                <a16:creationId xmlns:a16="http://schemas.microsoft.com/office/drawing/2014/main" id="{ED6DBF8A-B788-CD5C-A56E-FA76C731BB27}"/>
              </a:ext>
            </a:extLst>
          </p:cNvPr>
          <p:cNvPicPr>
            <a:picLocks noChangeAspect="1"/>
          </p:cNvPicPr>
          <p:nvPr/>
        </p:nvPicPr>
        <p:blipFill>
          <a:blip r:embed="rId5"/>
          <a:stretch>
            <a:fillRect/>
          </a:stretch>
        </p:blipFill>
        <p:spPr>
          <a:xfrm>
            <a:off x="4821476" y="1790552"/>
            <a:ext cx="1836579" cy="1722269"/>
          </a:xfrm>
          <a:prstGeom prst="rect">
            <a:avLst/>
          </a:prstGeom>
        </p:spPr>
      </p:pic>
      <p:sp>
        <p:nvSpPr>
          <p:cNvPr id="11" name="CuadroTexto 10">
            <a:extLst>
              <a:ext uri="{FF2B5EF4-FFF2-40B4-BE49-F238E27FC236}">
                <a16:creationId xmlns:a16="http://schemas.microsoft.com/office/drawing/2014/main" id="{43924272-89D0-D8EC-8B6A-A604A01C9FDC}"/>
              </a:ext>
            </a:extLst>
          </p:cNvPr>
          <p:cNvSpPr txBox="1"/>
          <p:nvPr/>
        </p:nvSpPr>
        <p:spPr>
          <a:xfrm>
            <a:off x="4362370" y="3843810"/>
            <a:ext cx="3070860" cy="2031325"/>
          </a:xfrm>
          <a:prstGeom prst="rect">
            <a:avLst/>
          </a:prstGeom>
          <a:noFill/>
        </p:spPr>
        <p:txBody>
          <a:bodyPr wrap="square">
            <a:spAutoFit/>
          </a:bodyPr>
          <a:lstStyle/>
          <a:p>
            <a:r>
              <a:rPr lang="es-CO" dirty="0"/>
              <a:t>Carga axial grande y un momento pequeño pero toda la sección transversal a compresión. La falla ocurre por aplastamiento del concreto y todas las varillas trabajan a compresión.</a:t>
            </a:r>
          </a:p>
        </p:txBody>
      </p:sp>
      <p:pic>
        <p:nvPicPr>
          <p:cNvPr id="13" name="Imagen 12">
            <a:extLst>
              <a:ext uri="{FF2B5EF4-FFF2-40B4-BE49-F238E27FC236}">
                <a16:creationId xmlns:a16="http://schemas.microsoft.com/office/drawing/2014/main" id="{C8BE4784-F114-BC97-8DA1-3EABBD798B3E}"/>
              </a:ext>
            </a:extLst>
          </p:cNvPr>
          <p:cNvPicPr>
            <a:picLocks noChangeAspect="1"/>
          </p:cNvPicPr>
          <p:nvPr/>
        </p:nvPicPr>
        <p:blipFill>
          <a:blip r:embed="rId6"/>
          <a:stretch>
            <a:fillRect/>
          </a:stretch>
        </p:blipFill>
        <p:spPr>
          <a:xfrm>
            <a:off x="8610528" y="1843896"/>
            <a:ext cx="1661304" cy="1615580"/>
          </a:xfrm>
          <a:prstGeom prst="rect">
            <a:avLst/>
          </a:prstGeom>
        </p:spPr>
      </p:pic>
      <p:sp>
        <p:nvSpPr>
          <p:cNvPr id="16" name="CuadroTexto 15">
            <a:extLst>
              <a:ext uri="{FF2B5EF4-FFF2-40B4-BE49-F238E27FC236}">
                <a16:creationId xmlns:a16="http://schemas.microsoft.com/office/drawing/2014/main" id="{E9F10FE8-3D41-7BA3-900E-D051A0339EEE}"/>
              </a:ext>
            </a:extLst>
          </p:cNvPr>
          <p:cNvSpPr txBox="1"/>
          <p:nvPr/>
        </p:nvSpPr>
        <p:spPr>
          <a:xfrm>
            <a:off x="8450580" y="3843811"/>
            <a:ext cx="2529840" cy="2031325"/>
          </a:xfrm>
          <a:prstGeom prst="rect">
            <a:avLst/>
          </a:prstGeom>
          <a:noFill/>
        </p:spPr>
        <p:txBody>
          <a:bodyPr wrap="square">
            <a:spAutoFit/>
          </a:bodyPr>
          <a:lstStyle/>
          <a:p>
            <a:r>
              <a:rPr lang="es-CO" dirty="0"/>
              <a:t>Las varillas en el lado opuesto a la carga están a tensión sin llegar al esfuerzo de fluencia. La falla ocurre por aplastamiento del concreto.</a:t>
            </a:r>
          </a:p>
        </p:txBody>
      </p:sp>
    </p:spTree>
    <p:extLst>
      <p:ext uri="{BB962C8B-B14F-4D97-AF65-F5344CB8AC3E}">
        <p14:creationId xmlns:p14="http://schemas.microsoft.com/office/powerpoint/2010/main" val="3835148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9F9A5-3184-AD9F-A04A-282B452BB3B3}"/>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9CAF2DFC-A2D2-C3CC-AEF1-69317C093C8C}"/>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4A630488-5D7D-97BC-3B20-781EF1694B6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05E05A7C-8D1A-D4E1-24C4-895D4D641911}"/>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87129B69-2FE4-5987-22D0-4ED9BE79A440}"/>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Flexo compresión</a:t>
            </a:r>
          </a:p>
        </p:txBody>
      </p:sp>
      <p:sp>
        <p:nvSpPr>
          <p:cNvPr id="8" name="CuadroTexto 7">
            <a:extLst>
              <a:ext uri="{FF2B5EF4-FFF2-40B4-BE49-F238E27FC236}">
                <a16:creationId xmlns:a16="http://schemas.microsoft.com/office/drawing/2014/main" id="{C8DBF669-D02B-BD44-70F8-84FEBE48DA50}"/>
              </a:ext>
            </a:extLst>
          </p:cNvPr>
          <p:cNvSpPr txBox="1"/>
          <p:nvPr/>
        </p:nvSpPr>
        <p:spPr>
          <a:xfrm>
            <a:off x="434340" y="3843810"/>
            <a:ext cx="3124200" cy="2031325"/>
          </a:xfrm>
          <a:prstGeom prst="rect">
            <a:avLst/>
          </a:prstGeom>
          <a:noFill/>
        </p:spPr>
        <p:txBody>
          <a:bodyPr wrap="square">
            <a:spAutoFit/>
          </a:bodyPr>
          <a:lstStyle/>
          <a:p>
            <a:r>
              <a:rPr lang="es-CO" dirty="0"/>
              <a:t>Condición de carga balanceada; las varillas a tensión alcanzan su esfuerzo de fluencia al mismo tiempo que el concreto en el lado a compresión que falla a 0.85f’c por aplastamiento.</a:t>
            </a:r>
          </a:p>
        </p:txBody>
      </p:sp>
      <p:sp>
        <p:nvSpPr>
          <p:cNvPr id="11" name="CuadroTexto 10">
            <a:extLst>
              <a:ext uri="{FF2B5EF4-FFF2-40B4-BE49-F238E27FC236}">
                <a16:creationId xmlns:a16="http://schemas.microsoft.com/office/drawing/2014/main" id="{FC332B5B-842E-3E50-F2FD-C55CC0D59251}"/>
              </a:ext>
            </a:extLst>
          </p:cNvPr>
          <p:cNvSpPr txBox="1"/>
          <p:nvPr/>
        </p:nvSpPr>
        <p:spPr>
          <a:xfrm>
            <a:off x="4362370" y="3843810"/>
            <a:ext cx="3070860" cy="1477328"/>
          </a:xfrm>
          <a:prstGeom prst="rect">
            <a:avLst/>
          </a:prstGeom>
          <a:noFill/>
        </p:spPr>
        <p:txBody>
          <a:bodyPr wrap="square">
            <a:spAutoFit/>
          </a:bodyPr>
          <a:lstStyle/>
          <a:p>
            <a:r>
              <a:rPr lang="es-CO" dirty="0"/>
              <a:t>Un momento grande, con carga axial relativamente menor; la falla se inicia por fluencia de las varillas a tensión</a:t>
            </a:r>
          </a:p>
        </p:txBody>
      </p:sp>
      <p:sp>
        <p:nvSpPr>
          <p:cNvPr id="16" name="CuadroTexto 15">
            <a:extLst>
              <a:ext uri="{FF2B5EF4-FFF2-40B4-BE49-F238E27FC236}">
                <a16:creationId xmlns:a16="http://schemas.microsoft.com/office/drawing/2014/main" id="{18D441B3-4C01-7981-C9D6-39D25BADD229}"/>
              </a:ext>
            </a:extLst>
          </p:cNvPr>
          <p:cNvSpPr txBox="1"/>
          <p:nvPr/>
        </p:nvSpPr>
        <p:spPr>
          <a:xfrm>
            <a:off x="8450580" y="3843811"/>
            <a:ext cx="2529840" cy="923330"/>
          </a:xfrm>
          <a:prstGeom prst="rect">
            <a:avLst/>
          </a:prstGeom>
          <a:noFill/>
        </p:spPr>
        <p:txBody>
          <a:bodyPr wrap="square">
            <a:spAutoFit/>
          </a:bodyPr>
          <a:lstStyle/>
          <a:p>
            <a:r>
              <a:rPr lang="es-CO" dirty="0"/>
              <a:t>Momento </a:t>
            </a:r>
            <a:r>
              <a:rPr lang="es-CO" dirty="0" err="1"/>
              <a:t>flexionante</a:t>
            </a:r>
            <a:r>
              <a:rPr lang="es-CO" dirty="0"/>
              <a:t> grande; la falla ocurre como en una viga.</a:t>
            </a:r>
          </a:p>
        </p:txBody>
      </p:sp>
      <p:pic>
        <p:nvPicPr>
          <p:cNvPr id="6" name="Imagen 5">
            <a:extLst>
              <a:ext uri="{FF2B5EF4-FFF2-40B4-BE49-F238E27FC236}">
                <a16:creationId xmlns:a16="http://schemas.microsoft.com/office/drawing/2014/main" id="{3B565CBF-73A0-D9AB-7ABA-4DADFC9AB4E6}"/>
              </a:ext>
            </a:extLst>
          </p:cNvPr>
          <p:cNvPicPr>
            <a:picLocks noChangeAspect="1"/>
          </p:cNvPicPr>
          <p:nvPr/>
        </p:nvPicPr>
        <p:blipFill>
          <a:blip r:embed="rId4"/>
          <a:stretch>
            <a:fillRect/>
          </a:stretch>
        </p:blipFill>
        <p:spPr>
          <a:xfrm>
            <a:off x="1142923" y="1844001"/>
            <a:ext cx="1760373" cy="1577477"/>
          </a:xfrm>
          <a:prstGeom prst="rect">
            <a:avLst/>
          </a:prstGeom>
        </p:spPr>
      </p:pic>
      <p:pic>
        <p:nvPicPr>
          <p:cNvPr id="12" name="Imagen 11">
            <a:extLst>
              <a:ext uri="{FF2B5EF4-FFF2-40B4-BE49-F238E27FC236}">
                <a16:creationId xmlns:a16="http://schemas.microsoft.com/office/drawing/2014/main" id="{F7E65FDC-906B-D821-3D25-E7F3488FE5D4}"/>
              </a:ext>
            </a:extLst>
          </p:cNvPr>
          <p:cNvPicPr>
            <a:picLocks noChangeAspect="1"/>
          </p:cNvPicPr>
          <p:nvPr/>
        </p:nvPicPr>
        <p:blipFill>
          <a:blip r:embed="rId5"/>
          <a:stretch>
            <a:fillRect/>
          </a:stretch>
        </p:blipFill>
        <p:spPr>
          <a:xfrm>
            <a:off x="4712787" y="1739577"/>
            <a:ext cx="2370025" cy="1569856"/>
          </a:xfrm>
          <a:prstGeom prst="rect">
            <a:avLst/>
          </a:prstGeom>
        </p:spPr>
      </p:pic>
      <p:pic>
        <p:nvPicPr>
          <p:cNvPr id="17" name="Imagen 16">
            <a:extLst>
              <a:ext uri="{FF2B5EF4-FFF2-40B4-BE49-F238E27FC236}">
                <a16:creationId xmlns:a16="http://schemas.microsoft.com/office/drawing/2014/main" id="{1F5DB7C1-8164-D616-46A9-7C0695EACB83}"/>
              </a:ext>
            </a:extLst>
          </p:cNvPr>
          <p:cNvPicPr>
            <a:picLocks noChangeAspect="1"/>
          </p:cNvPicPr>
          <p:nvPr/>
        </p:nvPicPr>
        <p:blipFill>
          <a:blip r:embed="rId6"/>
          <a:stretch>
            <a:fillRect/>
          </a:stretch>
        </p:blipFill>
        <p:spPr>
          <a:xfrm>
            <a:off x="8698142" y="1965931"/>
            <a:ext cx="2034716" cy="1333616"/>
          </a:xfrm>
          <a:prstGeom prst="rect">
            <a:avLst/>
          </a:prstGeom>
        </p:spPr>
      </p:pic>
    </p:spTree>
    <p:extLst>
      <p:ext uri="{BB962C8B-B14F-4D97-AF65-F5344CB8AC3E}">
        <p14:creationId xmlns:p14="http://schemas.microsoft.com/office/powerpoint/2010/main" val="4249762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21088-1950-3103-3C05-0A5E7758EF23}"/>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F686B271-8CD8-759E-4156-62E00B5B4BC3}"/>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5681BA9C-00D2-AE92-84F9-0024FA216CC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04AF9087-8DF0-C63C-1281-0A5F52C1C8C8}"/>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CD0D93D0-937D-8B1C-92DB-FEAC7199523E}"/>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Flexo compresión</a:t>
            </a:r>
          </a:p>
        </p:txBody>
      </p:sp>
      <p:sp>
        <p:nvSpPr>
          <p:cNvPr id="6" name="CuadroTexto 5">
            <a:extLst>
              <a:ext uri="{FF2B5EF4-FFF2-40B4-BE49-F238E27FC236}">
                <a16:creationId xmlns:a16="http://schemas.microsoft.com/office/drawing/2014/main" id="{C5BD8ABA-43E7-8B57-B077-BA6E9106BD29}"/>
              </a:ext>
            </a:extLst>
          </p:cNvPr>
          <p:cNvSpPr txBox="1"/>
          <p:nvPr/>
        </p:nvSpPr>
        <p:spPr>
          <a:xfrm>
            <a:off x="209550" y="1494381"/>
            <a:ext cx="4072890" cy="5016758"/>
          </a:xfrm>
          <a:prstGeom prst="rect">
            <a:avLst/>
          </a:prstGeom>
          <a:noFill/>
        </p:spPr>
        <p:txBody>
          <a:bodyPr wrap="square">
            <a:spAutoFit/>
          </a:bodyPr>
          <a:lstStyle/>
          <a:p>
            <a:r>
              <a:rPr lang="es-CO" sz="2000" dirty="0"/>
              <a:t>Cuando se analiza un elemento que puede estar sometido de manera simultánea a momentos flectores y a fuerzas axiales, el modo de falla no es único y por lo tanto la relación entre la carga y el momento varía de acuerdo con el caso que se esté estudiando. Para poder revisar cada una de las posibles combinaciones, es necesario conocer el diagrama de interacción del elemento, que representa la superficie de falla, es decir, las parejas de carga contra momento en las cuales el elemento alcanza su resistencia.</a:t>
            </a:r>
          </a:p>
        </p:txBody>
      </p:sp>
      <p:pic>
        <p:nvPicPr>
          <p:cNvPr id="11" name="Imagen 10">
            <a:extLst>
              <a:ext uri="{FF2B5EF4-FFF2-40B4-BE49-F238E27FC236}">
                <a16:creationId xmlns:a16="http://schemas.microsoft.com/office/drawing/2014/main" id="{432A5B19-2920-3D5F-1EA9-366F7B30B466}"/>
              </a:ext>
            </a:extLst>
          </p:cNvPr>
          <p:cNvPicPr>
            <a:picLocks noChangeAspect="1"/>
          </p:cNvPicPr>
          <p:nvPr/>
        </p:nvPicPr>
        <p:blipFill>
          <a:blip r:embed="rId4"/>
          <a:stretch>
            <a:fillRect/>
          </a:stretch>
        </p:blipFill>
        <p:spPr>
          <a:xfrm>
            <a:off x="4884168" y="1340929"/>
            <a:ext cx="6980885" cy="5276889"/>
          </a:xfrm>
          <a:prstGeom prst="rect">
            <a:avLst/>
          </a:prstGeom>
        </p:spPr>
      </p:pic>
    </p:spTree>
    <p:extLst>
      <p:ext uri="{BB962C8B-B14F-4D97-AF65-F5344CB8AC3E}">
        <p14:creationId xmlns:p14="http://schemas.microsoft.com/office/powerpoint/2010/main" val="1865826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F2061-C0F3-AE0B-9652-21C03E94EABA}"/>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984205D2-7DA3-3D0B-D082-65B921D7A6F4}"/>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209E68F2-2C2F-8AAE-4BD2-1BFA45460C49}"/>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DA801E77-A257-277E-5D86-4F8A8F6B4451}"/>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grpSp>
        <p:nvGrpSpPr>
          <p:cNvPr id="67" name="Grupo 66">
            <a:extLst>
              <a:ext uri="{FF2B5EF4-FFF2-40B4-BE49-F238E27FC236}">
                <a16:creationId xmlns:a16="http://schemas.microsoft.com/office/drawing/2014/main" id="{55655DFC-7BEC-9D60-29B3-9EB5C6773046}"/>
              </a:ext>
            </a:extLst>
          </p:cNvPr>
          <p:cNvGrpSpPr/>
          <p:nvPr/>
        </p:nvGrpSpPr>
        <p:grpSpPr>
          <a:xfrm rot="5400000">
            <a:off x="1210055" y="962434"/>
            <a:ext cx="1449238" cy="2061713"/>
            <a:chOff x="229282" y="2868986"/>
            <a:chExt cx="1449238" cy="2061713"/>
          </a:xfrm>
        </p:grpSpPr>
        <p:sp>
          <p:nvSpPr>
            <p:cNvPr id="10" name="Rectángulo 9">
              <a:extLst>
                <a:ext uri="{FF2B5EF4-FFF2-40B4-BE49-F238E27FC236}">
                  <a16:creationId xmlns:a16="http://schemas.microsoft.com/office/drawing/2014/main" id="{E40251CC-17A7-B6F9-D5E2-AF9EAA1BC0ED}"/>
                </a:ext>
              </a:extLst>
            </p:cNvPr>
            <p:cNvSpPr/>
            <p:nvPr/>
          </p:nvSpPr>
          <p:spPr>
            <a:xfrm>
              <a:off x="229282" y="2868986"/>
              <a:ext cx="1449238" cy="2061713"/>
            </a:xfrm>
            <a:prstGeom prst="rect">
              <a:avLst/>
            </a:prstGeom>
            <a:solidFill>
              <a:schemeClr val="dk1">
                <a:alpha val="2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s-CO"/>
            </a:p>
          </p:txBody>
        </p:sp>
        <p:sp>
          <p:nvSpPr>
            <p:cNvPr id="11" name="Elipse 10">
              <a:extLst>
                <a:ext uri="{FF2B5EF4-FFF2-40B4-BE49-F238E27FC236}">
                  <a16:creationId xmlns:a16="http://schemas.microsoft.com/office/drawing/2014/main" id="{46D85A28-5038-CD27-D375-76DC84EDE6D6}"/>
                </a:ext>
              </a:extLst>
            </p:cNvPr>
            <p:cNvSpPr/>
            <p:nvPr/>
          </p:nvSpPr>
          <p:spPr>
            <a:xfrm>
              <a:off x="398169" y="468178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Elipse 11">
              <a:extLst>
                <a:ext uri="{FF2B5EF4-FFF2-40B4-BE49-F238E27FC236}">
                  <a16:creationId xmlns:a16="http://schemas.microsoft.com/office/drawing/2014/main" id="{DD48FE1A-3E2E-1496-6626-2BE97527A5E1}"/>
                </a:ext>
              </a:extLst>
            </p:cNvPr>
            <p:cNvSpPr/>
            <p:nvPr/>
          </p:nvSpPr>
          <p:spPr>
            <a:xfrm>
              <a:off x="1436980" y="468178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 name="Rectángulo 12">
              <a:extLst>
                <a:ext uri="{FF2B5EF4-FFF2-40B4-BE49-F238E27FC236}">
                  <a16:creationId xmlns:a16="http://schemas.microsoft.com/office/drawing/2014/main" id="{42F82570-489F-2930-3029-CD2EAB2C23D4}"/>
                </a:ext>
              </a:extLst>
            </p:cNvPr>
            <p:cNvSpPr/>
            <p:nvPr/>
          </p:nvSpPr>
          <p:spPr>
            <a:xfrm>
              <a:off x="365666" y="2990105"/>
              <a:ext cx="1209040" cy="1832761"/>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CO"/>
            </a:p>
          </p:txBody>
        </p:sp>
        <p:sp>
          <p:nvSpPr>
            <p:cNvPr id="15" name="Elipse 14">
              <a:extLst>
                <a:ext uri="{FF2B5EF4-FFF2-40B4-BE49-F238E27FC236}">
                  <a16:creationId xmlns:a16="http://schemas.microsoft.com/office/drawing/2014/main" id="{C284FD44-2766-F8FE-EC20-6B2617C81FC3}"/>
                </a:ext>
              </a:extLst>
            </p:cNvPr>
            <p:cNvSpPr/>
            <p:nvPr/>
          </p:nvSpPr>
          <p:spPr>
            <a:xfrm>
              <a:off x="753727" y="468178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Elipse 15">
              <a:extLst>
                <a:ext uri="{FF2B5EF4-FFF2-40B4-BE49-F238E27FC236}">
                  <a16:creationId xmlns:a16="http://schemas.microsoft.com/office/drawing/2014/main" id="{589A7054-D112-C263-7C64-392060B461CF}"/>
                </a:ext>
              </a:extLst>
            </p:cNvPr>
            <p:cNvSpPr/>
            <p:nvPr/>
          </p:nvSpPr>
          <p:spPr>
            <a:xfrm>
              <a:off x="1095908" y="468178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7" name="Elipse 16">
              <a:extLst>
                <a:ext uri="{FF2B5EF4-FFF2-40B4-BE49-F238E27FC236}">
                  <a16:creationId xmlns:a16="http://schemas.microsoft.com/office/drawing/2014/main" id="{AC5ADA48-A7E1-33B5-94CC-72F323BADEC2}"/>
                </a:ext>
              </a:extLst>
            </p:cNvPr>
            <p:cNvSpPr/>
            <p:nvPr/>
          </p:nvSpPr>
          <p:spPr>
            <a:xfrm>
              <a:off x="392936" y="3025087"/>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Elipse 17">
              <a:extLst>
                <a:ext uri="{FF2B5EF4-FFF2-40B4-BE49-F238E27FC236}">
                  <a16:creationId xmlns:a16="http://schemas.microsoft.com/office/drawing/2014/main" id="{52960A35-C45B-E899-1A53-10DC080B779F}"/>
                </a:ext>
              </a:extLst>
            </p:cNvPr>
            <p:cNvSpPr/>
            <p:nvPr/>
          </p:nvSpPr>
          <p:spPr>
            <a:xfrm>
              <a:off x="1431747" y="3025087"/>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Elipse 18">
              <a:extLst>
                <a:ext uri="{FF2B5EF4-FFF2-40B4-BE49-F238E27FC236}">
                  <a16:creationId xmlns:a16="http://schemas.microsoft.com/office/drawing/2014/main" id="{0222C98C-71C2-9C37-8F58-A3AE4C25EE65}"/>
                </a:ext>
              </a:extLst>
            </p:cNvPr>
            <p:cNvSpPr/>
            <p:nvPr/>
          </p:nvSpPr>
          <p:spPr>
            <a:xfrm>
              <a:off x="1098486" y="3025087"/>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20" name="Conector recto 19">
              <a:extLst>
                <a:ext uri="{FF2B5EF4-FFF2-40B4-BE49-F238E27FC236}">
                  <a16:creationId xmlns:a16="http://schemas.microsoft.com/office/drawing/2014/main" id="{AB24E7A8-D3CF-A718-0BFA-7F3FA8839FBB}"/>
                </a:ext>
              </a:extLst>
            </p:cNvPr>
            <p:cNvCxnSpPr/>
            <p:nvPr/>
          </p:nvCxnSpPr>
          <p:spPr>
            <a:xfrm flipH="1">
              <a:off x="1327655" y="3131823"/>
              <a:ext cx="247051" cy="33624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1" name="Conector recto 20">
              <a:extLst>
                <a:ext uri="{FF2B5EF4-FFF2-40B4-BE49-F238E27FC236}">
                  <a16:creationId xmlns:a16="http://schemas.microsoft.com/office/drawing/2014/main" id="{65C2A7C2-BAF6-E62C-4081-7D9BB0CD8114}"/>
                </a:ext>
              </a:extLst>
            </p:cNvPr>
            <p:cNvCxnSpPr/>
            <p:nvPr/>
          </p:nvCxnSpPr>
          <p:spPr>
            <a:xfrm flipH="1">
              <a:off x="1189929" y="2998638"/>
              <a:ext cx="247051" cy="33624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2" name="Elipse 21">
              <a:extLst>
                <a:ext uri="{FF2B5EF4-FFF2-40B4-BE49-F238E27FC236}">
                  <a16:creationId xmlns:a16="http://schemas.microsoft.com/office/drawing/2014/main" id="{0834384D-E57E-7C00-2FEB-97F9575D3F0B}"/>
                </a:ext>
              </a:extLst>
            </p:cNvPr>
            <p:cNvSpPr/>
            <p:nvPr/>
          </p:nvSpPr>
          <p:spPr>
            <a:xfrm>
              <a:off x="746470" y="3034410"/>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3" name="Elipse 22">
              <a:extLst>
                <a:ext uri="{FF2B5EF4-FFF2-40B4-BE49-F238E27FC236}">
                  <a16:creationId xmlns:a16="http://schemas.microsoft.com/office/drawing/2014/main" id="{8C29D7FD-0833-5F80-B3FB-1B08BD13353A}"/>
                </a:ext>
              </a:extLst>
            </p:cNvPr>
            <p:cNvSpPr/>
            <p:nvPr/>
          </p:nvSpPr>
          <p:spPr>
            <a:xfrm>
              <a:off x="394183" y="420737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4" name="Elipse 23">
              <a:extLst>
                <a:ext uri="{FF2B5EF4-FFF2-40B4-BE49-F238E27FC236}">
                  <a16:creationId xmlns:a16="http://schemas.microsoft.com/office/drawing/2014/main" id="{57840BBF-971A-B417-8C5B-C0EC4FED4AF2}"/>
                </a:ext>
              </a:extLst>
            </p:cNvPr>
            <p:cNvSpPr/>
            <p:nvPr/>
          </p:nvSpPr>
          <p:spPr>
            <a:xfrm>
              <a:off x="1432994" y="420737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Elipse 24">
              <a:extLst>
                <a:ext uri="{FF2B5EF4-FFF2-40B4-BE49-F238E27FC236}">
                  <a16:creationId xmlns:a16="http://schemas.microsoft.com/office/drawing/2014/main" id="{37F0625C-276A-CEEE-0233-EA1D78B2DC8F}"/>
                </a:ext>
              </a:extLst>
            </p:cNvPr>
            <p:cNvSpPr/>
            <p:nvPr/>
          </p:nvSpPr>
          <p:spPr>
            <a:xfrm>
              <a:off x="379740" y="3609785"/>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6" name="Elipse 25">
              <a:extLst>
                <a:ext uri="{FF2B5EF4-FFF2-40B4-BE49-F238E27FC236}">
                  <a16:creationId xmlns:a16="http://schemas.microsoft.com/office/drawing/2014/main" id="{F678A058-41A3-0E5A-7833-BC4858F71E74}"/>
                </a:ext>
              </a:extLst>
            </p:cNvPr>
            <p:cNvSpPr/>
            <p:nvPr/>
          </p:nvSpPr>
          <p:spPr>
            <a:xfrm>
              <a:off x="1434260" y="3609785"/>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cxnSp>
        <p:nvCxnSpPr>
          <p:cNvPr id="68" name="Conector recto 67">
            <a:extLst>
              <a:ext uri="{FF2B5EF4-FFF2-40B4-BE49-F238E27FC236}">
                <a16:creationId xmlns:a16="http://schemas.microsoft.com/office/drawing/2014/main" id="{A36A3C6D-567B-C793-976B-2F709DDEFE55}"/>
              </a:ext>
            </a:extLst>
          </p:cNvPr>
          <p:cNvCxnSpPr>
            <a:cxnSpLocks/>
          </p:cNvCxnSpPr>
          <p:nvPr/>
        </p:nvCxnSpPr>
        <p:spPr>
          <a:xfrm>
            <a:off x="2350003" y="1083074"/>
            <a:ext cx="0" cy="5774926"/>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9" name="Conector recto 68">
            <a:extLst>
              <a:ext uri="{FF2B5EF4-FFF2-40B4-BE49-F238E27FC236}">
                <a16:creationId xmlns:a16="http://schemas.microsoft.com/office/drawing/2014/main" id="{2F656611-1847-88A0-2094-04449845B3E8}"/>
              </a:ext>
            </a:extLst>
          </p:cNvPr>
          <p:cNvCxnSpPr>
            <a:cxnSpLocks/>
          </p:cNvCxnSpPr>
          <p:nvPr/>
        </p:nvCxnSpPr>
        <p:spPr>
          <a:xfrm flipH="1">
            <a:off x="928721" y="3677980"/>
            <a:ext cx="2033522" cy="8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Conector recto 69">
            <a:extLst>
              <a:ext uri="{FF2B5EF4-FFF2-40B4-BE49-F238E27FC236}">
                <a16:creationId xmlns:a16="http://schemas.microsoft.com/office/drawing/2014/main" id="{2F64ACC4-16A8-8EE9-93DA-BEBB27F0B1FE}"/>
              </a:ext>
            </a:extLst>
          </p:cNvPr>
          <p:cNvCxnSpPr>
            <a:cxnSpLocks/>
          </p:cNvCxnSpPr>
          <p:nvPr/>
        </p:nvCxnSpPr>
        <p:spPr>
          <a:xfrm flipH="1" flipV="1">
            <a:off x="2337404" y="3694967"/>
            <a:ext cx="624839" cy="344299"/>
          </a:xfrm>
          <a:prstGeom prst="line">
            <a:avLst/>
          </a:prstGeom>
        </p:spPr>
        <p:style>
          <a:lnRef idx="2">
            <a:schemeClr val="accent1"/>
          </a:lnRef>
          <a:fillRef idx="0">
            <a:schemeClr val="accent1"/>
          </a:fillRef>
          <a:effectRef idx="1">
            <a:schemeClr val="accent1"/>
          </a:effectRef>
          <a:fontRef idx="minor">
            <a:schemeClr val="tx1"/>
          </a:fontRef>
        </p:style>
      </p:cxnSp>
      <p:cxnSp>
        <p:nvCxnSpPr>
          <p:cNvPr id="71" name="Conector recto 70">
            <a:extLst>
              <a:ext uri="{FF2B5EF4-FFF2-40B4-BE49-F238E27FC236}">
                <a16:creationId xmlns:a16="http://schemas.microsoft.com/office/drawing/2014/main" id="{F334F9EA-B57C-31C7-335A-A9D36ED8CE99}"/>
              </a:ext>
            </a:extLst>
          </p:cNvPr>
          <p:cNvCxnSpPr>
            <a:cxnSpLocks/>
          </p:cNvCxnSpPr>
          <p:nvPr/>
        </p:nvCxnSpPr>
        <p:spPr>
          <a:xfrm flipH="1">
            <a:off x="2765559" y="3688541"/>
            <a:ext cx="1" cy="2340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2" name="Conector recto 71">
            <a:extLst>
              <a:ext uri="{FF2B5EF4-FFF2-40B4-BE49-F238E27FC236}">
                <a16:creationId xmlns:a16="http://schemas.microsoft.com/office/drawing/2014/main" id="{71832542-B63C-7703-31AE-96F33530A507}"/>
              </a:ext>
            </a:extLst>
          </p:cNvPr>
          <p:cNvCxnSpPr>
            <a:cxnSpLocks/>
          </p:cNvCxnSpPr>
          <p:nvPr/>
        </p:nvCxnSpPr>
        <p:spPr>
          <a:xfrm>
            <a:off x="1084559" y="2979419"/>
            <a:ext cx="0" cy="7200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86" name="CuadroTexto 85">
            <a:extLst>
              <a:ext uri="{FF2B5EF4-FFF2-40B4-BE49-F238E27FC236}">
                <a16:creationId xmlns:a16="http://schemas.microsoft.com/office/drawing/2014/main" id="{D10AA1BA-E47F-4C23-6ED3-FBD188FB109B}"/>
              </a:ext>
            </a:extLst>
          </p:cNvPr>
          <p:cNvSpPr txBox="1"/>
          <p:nvPr/>
        </p:nvSpPr>
        <p:spPr>
          <a:xfrm>
            <a:off x="2417982" y="2670763"/>
            <a:ext cx="772583" cy="400110"/>
          </a:xfrm>
          <a:prstGeom prst="rect">
            <a:avLst/>
          </a:prstGeom>
          <a:noFill/>
        </p:spPr>
        <p:txBody>
          <a:bodyPr wrap="square">
            <a:spAutoFit/>
          </a:bodyPr>
          <a:lstStyle/>
          <a:p>
            <a:r>
              <a:rPr lang="es-CO" sz="2000" dirty="0">
                <a:solidFill>
                  <a:schemeClr val="accent1"/>
                </a:solidFill>
                <a:latin typeface="Calibri" panose="020F0502020204030204" pitchFamily="34" charset="0"/>
                <a:ea typeface="Calibri" panose="020F0502020204030204" pitchFamily="34" charset="0"/>
                <a:cs typeface="Calibri" panose="020F0502020204030204" pitchFamily="34" charset="0"/>
              </a:rPr>
              <a:t>E.N</a:t>
            </a:r>
            <a:endParaRPr lang="es-CO" sz="2000" baseline="-250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92" name="Conector recto de flecha 91">
            <a:extLst>
              <a:ext uri="{FF2B5EF4-FFF2-40B4-BE49-F238E27FC236}">
                <a16:creationId xmlns:a16="http://schemas.microsoft.com/office/drawing/2014/main" id="{99319561-386E-1252-50F7-94DC5552887E}"/>
              </a:ext>
            </a:extLst>
          </p:cNvPr>
          <p:cNvCxnSpPr>
            <a:cxnSpLocks/>
          </p:cNvCxnSpPr>
          <p:nvPr/>
        </p:nvCxnSpPr>
        <p:spPr>
          <a:xfrm>
            <a:off x="2347795" y="2995032"/>
            <a:ext cx="652277"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3" name="Conector recto 102">
            <a:extLst>
              <a:ext uri="{FF2B5EF4-FFF2-40B4-BE49-F238E27FC236}">
                <a16:creationId xmlns:a16="http://schemas.microsoft.com/office/drawing/2014/main" id="{3E00C954-EAAC-EDA6-CD7A-7A4570BD24C6}"/>
              </a:ext>
            </a:extLst>
          </p:cNvPr>
          <p:cNvCxnSpPr>
            <a:cxnSpLocks/>
          </p:cNvCxnSpPr>
          <p:nvPr/>
        </p:nvCxnSpPr>
        <p:spPr>
          <a:xfrm flipH="1" flipV="1">
            <a:off x="916417" y="2888397"/>
            <a:ext cx="1420987" cy="80657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9" name="Conector recto 108">
            <a:extLst>
              <a:ext uri="{FF2B5EF4-FFF2-40B4-BE49-F238E27FC236}">
                <a16:creationId xmlns:a16="http://schemas.microsoft.com/office/drawing/2014/main" id="{0F4AF1AC-1173-D4A0-6419-19B79E6CC4CA}"/>
              </a:ext>
            </a:extLst>
          </p:cNvPr>
          <p:cNvCxnSpPr>
            <a:cxnSpLocks/>
          </p:cNvCxnSpPr>
          <p:nvPr/>
        </p:nvCxnSpPr>
        <p:spPr>
          <a:xfrm flipV="1">
            <a:off x="903818" y="2888397"/>
            <a:ext cx="0" cy="80657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7" name="Conector recto 116">
            <a:extLst>
              <a:ext uri="{FF2B5EF4-FFF2-40B4-BE49-F238E27FC236}">
                <a16:creationId xmlns:a16="http://schemas.microsoft.com/office/drawing/2014/main" id="{22702243-E701-1270-BFD3-F00A46FAAB71}"/>
              </a:ext>
            </a:extLst>
          </p:cNvPr>
          <p:cNvCxnSpPr>
            <a:cxnSpLocks/>
          </p:cNvCxnSpPr>
          <p:nvPr/>
        </p:nvCxnSpPr>
        <p:spPr>
          <a:xfrm>
            <a:off x="1560849" y="3249000"/>
            <a:ext cx="0" cy="4320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18" name="Conector recto 117">
            <a:extLst>
              <a:ext uri="{FF2B5EF4-FFF2-40B4-BE49-F238E27FC236}">
                <a16:creationId xmlns:a16="http://schemas.microsoft.com/office/drawing/2014/main" id="{60A4BEFD-6CB1-9816-33CA-59A6123FFBAA}"/>
              </a:ext>
            </a:extLst>
          </p:cNvPr>
          <p:cNvCxnSpPr>
            <a:cxnSpLocks/>
          </p:cNvCxnSpPr>
          <p:nvPr/>
        </p:nvCxnSpPr>
        <p:spPr>
          <a:xfrm>
            <a:off x="2185689" y="3621335"/>
            <a:ext cx="0" cy="720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3" name="Conector recto 122">
            <a:extLst>
              <a:ext uri="{FF2B5EF4-FFF2-40B4-BE49-F238E27FC236}">
                <a16:creationId xmlns:a16="http://schemas.microsoft.com/office/drawing/2014/main" id="{AEDEB6E4-EC87-B4F5-D866-A50DC2CEFAFE}"/>
              </a:ext>
            </a:extLst>
          </p:cNvPr>
          <p:cNvCxnSpPr>
            <a:cxnSpLocks/>
          </p:cNvCxnSpPr>
          <p:nvPr/>
        </p:nvCxnSpPr>
        <p:spPr>
          <a:xfrm>
            <a:off x="2954968" y="3677980"/>
            <a:ext cx="0" cy="360000"/>
          </a:xfrm>
          <a:prstGeom prst="line">
            <a:avLst/>
          </a:prstGeom>
        </p:spPr>
        <p:style>
          <a:lnRef idx="2">
            <a:schemeClr val="accent1"/>
          </a:lnRef>
          <a:fillRef idx="0">
            <a:schemeClr val="accent1"/>
          </a:fillRef>
          <a:effectRef idx="1">
            <a:schemeClr val="accent1"/>
          </a:effectRef>
          <a:fontRef idx="minor">
            <a:schemeClr val="tx1"/>
          </a:fontRef>
        </p:style>
      </p:cxnSp>
      <p:sp>
        <p:nvSpPr>
          <p:cNvPr id="130" name="CuadroTexto 129">
            <a:extLst>
              <a:ext uri="{FF2B5EF4-FFF2-40B4-BE49-F238E27FC236}">
                <a16:creationId xmlns:a16="http://schemas.microsoft.com/office/drawing/2014/main" id="{59509937-C1D2-8C68-E631-61673C1BFEB3}"/>
              </a:ext>
            </a:extLst>
          </p:cNvPr>
          <p:cNvSpPr txBox="1"/>
          <p:nvPr/>
        </p:nvSpPr>
        <p:spPr>
          <a:xfrm>
            <a:off x="2554440" y="3893290"/>
            <a:ext cx="504081" cy="369332"/>
          </a:xfrm>
          <a:prstGeom prst="rect">
            <a:avLst/>
          </a:prstGeom>
          <a:noFill/>
        </p:spPr>
        <p:txBody>
          <a:bodyPr wrap="square">
            <a:spAutoFit/>
          </a:bodyPr>
          <a:lstStyle/>
          <a:p>
            <a:r>
              <a:rPr lang="es-CO" sz="1800" dirty="0">
                <a:latin typeface="Symbol" panose="05050102010706020507" pitchFamily="18" charset="2"/>
              </a:rPr>
              <a:t>e</a:t>
            </a:r>
            <a:r>
              <a:rPr lang="es-CO" sz="1800" baseline="-25000" dirty="0"/>
              <a:t>s</a:t>
            </a:r>
            <a:r>
              <a:rPr lang="es-CO" baseline="-25000" dirty="0"/>
              <a:t>1</a:t>
            </a:r>
            <a:endParaRPr lang="es-CO" dirty="0"/>
          </a:p>
        </p:txBody>
      </p:sp>
      <p:sp>
        <p:nvSpPr>
          <p:cNvPr id="131" name="CuadroTexto 130">
            <a:extLst>
              <a:ext uri="{FF2B5EF4-FFF2-40B4-BE49-F238E27FC236}">
                <a16:creationId xmlns:a16="http://schemas.microsoft.com/office/drawing/2014/main" id="{BF2292EC-1527-FB8D-D094-62CD587DBA7C}"/>
              </a:ext>
            </a:extLst>
          </p:cNvPr>
          <p:cNvSpPr txBox="1"/>
          <p:nvPr/>
        </p:nvSpPr>
        <p:spPr>
          <a:xfrm>
            <a:off x="1933581" y="3878705"/>
            <a:ext cx="504081" cy="369332"/>
          </a:xfrm>
          <a:prstGeom prst="rect">
            <a:avLst/>
          </a:prstGeom>
          <a:noFill/>
        </p:spPr>
        <p:txBody>
          <a:bodyPr wrap="square">
            <a:spAutoFit/>
          </a:bodyPr>
          <a:lstStyle/>
          <a:p>
            <a:r>
              <a:rPr lang="es-CO" sz="1800" dirty="0">
                <a:latin typeface="Symbol" panose="05050102010706020507" pitchFamily="18" charset="2"/>
              </a:rPr>
              <a:t>e</a:t>
            </a:r>
            <a:r>
              <a:rPr lang="es-CO" sz="1800" baseline="-25000" dirty="0"/>
              <a:t>s</a:t>
            </a:r>
            <a:r>
              <a:rPr lang="es-CO" baseline="-25000" dirty="0"/>
              <a:t>2</a:t>
            </a:r>
            <a:endParaRPr lang="es-CO" dirty="0"/>
          </a:p>
        </p:txBody>
      </p:sp>
      <p:sp>
        <p:nvSpPr>
          <p:cNvPr id="132" name="CuadroTexto 131">
            <a:extLst>
              <a:ext uri="{FF2B5EF4-FFF2-40B4-BE49-F238E27FC236}">
                <a16:creationId xmlns:a16="http://schemas.microsoft.com/office/drawing/2014/main" id="{18AF7CE5-B226-4C24-903E-CF6F3C697AD7}"/>
              </a:ext>
            </a:extLst>
          </p:cNvPr>
          <p:cNvSpPr txBox="1"/>
          <p:nvPr/>
        </p:nvSpPr>
        <p:spPr>
          <a:xfrm>
            <a:off x="1356009" y="3867283"/>
            <a:ext cx="504081" cy="369332"/>
          </a:xfrm>
          <a:prstGeom prst="rect">
            <a:avLst/>
          </a:prstGeom>
          <a:noFill/>
        </p:spPr>
        <p:txBody>
          <a:bodyPr wrap="square">
            <a:spAutoFit/>
          </a:bodyPr>
          <a:lstStyle/>
          <a:p>
            <a:r>
              <a:rPr lang="es-CO" sz="1800" dirty="0">
                <a:latin typeface="Symbol" panose="05050102010706020507" pitchFamily="18" charset="2"/>
              </a:rPr>
              <a:t>e</a:t>
            </a:r>
            <a:r>
              <a:rPr lang="es-CO" sz="1800" baseline="-25000" dirty="0"/>
              <a:t>s</a:t>
            </a:r>
            <a:r>
              <a:rPr lang="es-CO" baseline="-25000" dirty="0"/>
              <a:t>3</a:t>
            </a:r>
            <a:endParaRPr lang="es-CO" dirty="0"/>
          </a:p>
        </p:txBody>
      </p:sp>
      <p:sp>
        <p:nvSpPr>
          <p:cNvPr id="133" name="CuadroTexto 132">
            <a:extLst>
              <a:ext uri="{FF2B5EF4-FFF2-40B4-BE49-F238E27FC236}">
                <a16:creationId xmlns:a16="http://schemas.microsoft.com/office/drawing/2014/main" id="{C154B096-1361-1060-69D7-55E422FDB64A}"/>
              </a:ext>
            </a:extLst>
          </p:cNvPr>
          <p:cNvSpPr txBox="1"/>
          <p:nvPr/>
        </p:nvSpPr>
        <p:spPr>
          <a:xfrm>
            <a:off x="891281" y="3876063"/>
            <a:ext cx="504081" cy="369332"/>
          </a:xfrm>
          <a:prstGeom prst="rect">
            <a:avLst/>
          </a:prstGeom>
          <a:noFill/>
        </p:spPr>
        <p:txBody>
          <a:bodyPr wrap="square">
            <a:spAutoFit/>
          </a:bodyPr>
          <a:lstStyle/>
          <a:p>
            <a:r>
              <a:rPr lang="es-CO" sz="1800" dirty="0">
                <a:latin typeface="Symbol" panose="05050102010706020507" pitchFamily="18" charset="2"/>
              </a:rPr>
              <a:t>e</a:t>
            </a:r>
            <a:r>
              <a:rPr lang="es-CO" sz="1800" baseline="-25000" dirty="0"/>
              <a:t>s</a:t>
            </a:r>
            <a:r>
              <a:rPr lang="es-CO" baseline="-25000" dirty="0"/>
              <a:t>4</a:t>
            </a:r>
            <a:endParaRPr lang="es-CO" dirty="0"/>
          </a:p>
        </p:txBody>
      </p:sp>
      <p:sp>
        <p:nvSpPr>
          <p:cNvPr id="134" name="CuadroTexto 133">
            <a:extLst>
              <a:ext uri="{FF2B5EF4-FFF2-40B4-BE49-F238E27FC236}">
                <a16:creationId xmlns:a16="http://schemas.microsoft.com/office/drawing/2014/main" id="{22B9DD19-DB20-FDBA-2FBD-FCF4E1FDE44B}"/>
              </a:ext>
            </a:extLst>
          </p:cNvPr>
          <p:cNvSpPr txBox="1"/>
          <p:nvPr/>
        </p:nvSpPr>
        <p:spPr>
          <a:xfrm>
            <a:off x="2956124" y="3893290"/>
            <a:ext cx="504081" cy="369332"/>
          </a:xfrm>
          <a:prstGeom prst="rect">
            <a:avLst/>
          </a:prstGeom>
          <a:noFill/>
        </p:spPr>
        <p:txBody>
          <a:bodyPr wrap="square">
            <a:spAutoFit/>
          </a:bodyPr>
          <a:lstStyle/>
          <a:p>
            <a:r>
              <a:rPr lang="es-CO" sz="1800" dirty="0" err="1">
                <a:latin typeface="Symbol" panose="05050102010706020507" pitchFamily="18" charset="2"/>
              </a:rPr>
              <a:t>e</a:t>
            </a:r>
            <a:r>
              <a:rPr lang="es-CO" sz="1800" baseline="-25000" dirty="0" err="1"/>
              <a:t>c</a:t>
            </a:r>
            <a:endParaRPr lang="es-CO" dirty="0"/>
          </a:p>
        </p:txBody>
      </p:sp>
      <p:grpSp>
        <p:nvGrpSpPr>
          <p:cNvPr id="140" name="Grupo 139">
            <a:extLst>
              <a:ext uri="{FF2B5EF4-FFF2-40B4-BE49-F238E27FC236}">
                <a16:creationId xmlns:a16="http://schemas.microsoft.com/office/drawing/2014/main" id="{64F82F4D-948B-9BBB-A447-D2FDAD6F9694}"/>
              </a:ext>
            </a:extLst>
          </p:cNvPr>
          <p:cNvGrpSpPr/>
          <p:nvPr/>
        </p:nvGrpSpPr>
        <p:grpSpPr>
          <a:xfrm rot="16200000">
            <a:off x="2546381" y="4355197"/>
            <a:ext cx="345440" cy="468267"/>
            <a:chOff x="4051120" y="4854474"/>
            <a:chExt cx="345440" cy="468267"/>
          </a:xfrm>
        </p:grpSpPr>
        <p:cxnSp>
          <p:nvCxnSpPr>
            <p:cNvPr id="135" name="Conector recto de flecha 134">
              <a:extLst>
                <a:ext uri="{FF2B5EF4-FFF2-40B4-BE49-F238E27FC236}">
                  <a16:creationId xmlns:a16="http://schemas.microsoft.com/office/drawing/2014/main" id="{AF4F40AE-F939-A166-0AEB-9B8859F7CB2A}"/>
                </a:ext>
              </a:extLst>
            </p:cNvPr>
            <p:cNvCxnSpPr/>
            <p:nvPr/>
          </p:nvCxnSpPr>
          <p:spPr>
            <a:xfrm flipH="1">
              <a:off x="4051120" y="5023021"/>
              <a:ext cx="34544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6" name="Conector recto de flecha 135">
              <a:extLst>
                <a:ext uri="{FF2B5EF4-FFF2-40B4-BE49-F238E27FC236}">
                  <a16:creationId xmlns:a16="http://schemas.microsoft.com/office/drawing/2014/main" id="{F012B5BE-FB1A-2886-6336-40484ECE4F43}"/>
                </a:ext>
              </a:extLst>
            </p:cNvPr>
            <p:cNvCxnSpPr/>
            <p:nvPr/>
          </p:nvCxnSpPr>
          <p:spPr>
            <a:xfrm flipH="1">
              <a:off x="4051120" y="4863164"/>
              <a:ext cx="34544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7" name="Conector recto de flecha 136">
              <a:extLst>
                <a:ext uri="{FF2B5EF4-FFF2-40B4-BE49-F238E27FC236}">
                  <a16:creationId xmlns:a16="http://schemas.microsoft.com/office/drawing/2014/main" id="{DF2FC243-232C-DCE9-9F52-39A305B9C942}"/>
                </a:ext>
              </a:extLst>
            </p:cNvPr>
            <p:cNvCxnSpPr/>
            <p:nvPr/>
          </p:nvCxnSpPr>
          <p:spPr>
            <a:xfrm flipH="1">
              <a:off x="4051120" y="5180501"/>
              <a:ext cx="34544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8" name="Conector recto 137">
              <a:extLst>
                <a:ext uri="{FF2B5EF4-FFF2-40B4-BE49-F238E27FC236}">
                  <a16:creationId xmlns:a16="http://schemas.microsoft.com/office/drawing/2014/main" id="{5E6DB900-3FB8-B83E-6F1E-C0CC211D149F}"/>
                </a:ext>
              </a:extLst>
            </p:cNvPr>
            <p:cNvCxnSpPr>
              <a:cxnSpLocks/>
            </p:cNvCxnSpPr>
            <p:nvPr/>
          </p:nvCxnSpPr>
          <p:spPr>
            <a:xfrm>
              <a:off x="4396560" y="4854474"/>
              <a:ext cx="0" cy="468267"/>
            </a:xfrm>
            <a:prstGeom prst="line">
              <a:avLst/>
            </a:prstGeom>
          </p:spPr>
          <p:style>
            <a:lnRef idx="2">
              <a:schemeClr val="accent1"/>
            </a:lnRef>
            <a:fillRef idx="0">
              <a:schemeClr val="accent1"/>
            </a:fillRef>
            <a:effectRef idx="1">
              <a:schemeClr val="accent1"/>
            </a:effectRef>
            <a:fontRef idx="minor">
              <a:schemeClr val="tx1"/>
            </a:fontRef>
          </p:style>
        </p:cxnSp>
        <p:cxnSp>
          <p:nvCxnSpPr>
            <p:cNvPr id="139" name="Conector recto de flecha 138">
              <a:extLst>
                <a:ext uri="{FF2B5EF4-FFF2-40B4-BE49-F238E27FC236}">
                  <a16:creationId xmlns:a16="http://schemas.microsoft.com/office/drawing/2014/main" id="{AFE5E0F4-1F4A-2D39-DB5E-E5896584FE9B}"/>
                </a:ext>
              </a:extLst>
            </p:cNvPr>
            <p:cNvCxnSpPr/>
            <p:nvPr/>
          </p:nvCxnSpPr>
          <p:spPr>
            <a:xfrm flipH="1">
              <a:off x="4051120" y="5322741"/>
              <a:ext cx="34544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cxnSp>
        <p:nvCxnSpPr>
          <p:cNvPr id="141" name="Conector recto de flecha 140">
            <a:extLst>
              <a:ext uri="{FF2B5EF4-FFF2-40B4-BE49-F238E27FC236}">
                <a16:creationId xmlns:a16="http://schemas.microsoft.com/office/drawing/2014/main" id="{63B8273D-9A1D-4D37-3A89-43CE686879CA}"/>
              </a:ext>
            </a:extLst>
          </p:cNvPr>
          <p:cNvCxnSpPr>
            <a:cxnSpLocks/>
          </p:cNvCxnSpPr>
          <p:nvPr/>
        </p:nvCxnSpPr>
        <p:spPr>
          <a:xfrm>
            <a:off x="2476046" y="4894113"/>
            <a:ext cx="531667"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43" name="CuadroTexto 142">
            <a:extLst>
              <a:ext uri="{FF2B5EF4-FFF2-40B4-BE49-F238E27FC236}">
                <a16:creationId xmlns:a16="http://schemas.microsoft.com/office/drawing/2014/main" id="{FFBB75AF-A600-693A-4206-D5D06D69DB3C}"/>
              </a:ext>
            </a:extLst>
          </p:cNvPr>
          <p:cNvSpPr txBox="1"/>
          <p:nvPr/>
        </p:nvSpPr>
        <p:spPr>
          <a:xfrm>
            <a:off x="2572402" y="4893983"/>
            <a:ext cx="260583" cy="400110"/>
          </a:xfrm>
          <a:prstGeom prst="rect">
            <a:avLst/>
          </a:prstGeom>
          <a:noFill/>
        </p:spPr>
        <p:txBody>
          <a:bodyPr wrap="square">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a</a:t>
            </a:r>
            <a:endParaRPr lang="es-CO" sz="2000" baseline="-25000" dirty="0">
              <a:latin typeface="Calibri" panose="020F0502020204030204" pitchFamily="34" charset="0"/>
              <a:ea typeface="Calibri" panose="020F0502020204030204" pitchFamily="34" charset="0"/>
              <a:cs typeface="Calibri" panose="020F0502020204030204" pitchFamily="34" charset="0"/>
            </a:endParaRPr>
          </a:p>
        </p:txBody>
      </p:sp>
      <p:cxnSp>
        <p:nvCxnSpPr>
          <p:cNvPr id="144" name="Conector recto de flecha 143">
            <a:extLst>
              <a:ext uri="{FF2B5EF4-FFF2-40B4-BE49-F238E27FC236}">
                <a16:creationId xmlns:a16="http://schemas.microsoft.com/office/drawing/2014/main" id="{B1FC1482-ADFF-CE8B-55B3-5DDE382C0430}"/>
              </a:ext>
            </a:extLst>
          </p:cNvPr>
          <p:cNvCxnSpPr>
            <a:cxnSpLocks/>
          </p:cNvCxnSpPr>
          <p:nvPr/>
        </p:nvCxnSpPr>
        <p:spPr>
          <a:xfrm>
            <a:off x="2719309" y="4287075"/>
            <a:ext cx="0" cy="47466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48" name="Conector recto 147">
            <a:extLst>
              <a:ext uri="{FF2B5EF4-FFF2-40B4-BE49-F238E27FC236}">
                <a16:creationId xmlns:a16="http://schemas.microsoft.com/office/drawing/2014/main" id="{70B82588-4DDB-5287-5935-573F65AD9B11}"/>
              </a:ext>
            </a:extLst>
          </p:cNvPr>
          <p:cNvCxnSpPr>
            <a:cxnSpLocks/>
          </p:cNvCxnSpPr>
          <p:nvPr/>
        </p:nvCxnSpPr>
        <p:spPr>
          <a:xfrm flipH="1">
            <a:off x="934442" y="4765633"/>
            <a:ext cx="2033522" cy="8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50" name="Conector recto de flecha 149">
            <a:extLst>
              <a:ext uri="{FF2B5EF4-FFF2-40B4-BE49-F238E27FC236}">
                <a16:creationId xmlns:a16="http://schemas.microsoft.com/office/drawing/2014/main" id="{6CEFAAF2-8452-C461-ED45-94679772827E}"/>
              </a:ext>
            </a:extLst>
          </p:cNvPr>
          <p:cNvCxnSpPr>
            <a:cxnSpLocks/>
          </p:cNvCxnSpPr>
          <p:nvPr/>
        </p:nvCxnSpPr>
        <p:spPr>
          <a:xfrm flipV="1">
            <a:off x="1123301" y="4437450"/>
            <a:ext cx="0" cy="33229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51" name="CuadroTexto 150">
            <a:extLst>
              <a:ext uri="{FF2B5EF4-FFF2-40B4-BE49-F238E27FC236}">
                <a16:creationId xmlns:a16="http://schemas.microsoft.com/office/drawing/2014/main" id="{085552AE-F79F-8A8F-D66B-BBCF4ACFABD1}"/>
              </a:ext>
            </a:extLst>
          </p:cNvPr>
          <p:cNvSpPr txBox="1"/>
          <p:nvPr/>
        </p:nvSpPr>
        <p:spPr>
          <a:xfrm>
            <a:off x="3002951" y="4367134"/>
            <a:ext cx="883916" cy="369332"/>
          </a:xfrm>
          <a:prstGeom prst="rect">
            <a:avLst/>
          </a:prstGeom>
          <a:noFill/>
        </p:spPr>
        <p:txBody>
          <a:bodyPr wrap="square">
            <a:spAutoFit/>
          </a:bodyPr>
          <a:lstStyle/>
          <a:p>
            <a:r>
              <a:rPr lang="es-CO" sz="1800" dirty="0"/>
              <a:t>0.85f’c</a:t>
            </a:r>
            <a:endParaRPr lang="es-CO" dirty="0"/>
          </a:p>
        </p:txBody>
      </p:sp>
      <p:sp>
        <p:nvSpPr>
          <p:cNvPr id="152" name="CuadroTexto 151">
            <a:extLst>
              <a:ext uri="{FF2B5EF4-FFF2-40B4-BE49-F238E27FC236}">
                <a16:creationId xmlns:a16="http://schemas.microsoft.com/office/drawing/2014/main" id="{8D8F1D63-0335-02E8-4693-BAD97E247820}"/>
              </a:ext>
            </a:extLst>
          </p:cNvPr>
          <p:cNvSpPr txBox="1"/>
          <p:nvPr/>
        </p:nvSpPr>
        <p:spPr>
          <a:xfrm>
            <a:off x="3002241" y="4649321"/>
            <a:ext cx="504081" cy="369332"/>
          </a:xfrm>
          <a:prstGeom prst="rect">
            <a:avLst/>
          </a:prstGeom>
          <a:noFill/>
        </p:spPr>
        <p:txBody>
          <a:bodyPr wrap="square">
            <a:spAutoFit/>
          </a:bodyPr>
          <a:lstStyle/>
          <a:p>
            <a:r>
              <a:rPr lang="es-CO" sz="1800" dirty="0"/>
              <a:t>f</a:t>
            </a:r>
            <a:r>
              <a:rPr lang="es-CO" sz="1800" baseline="-25000" dirty="0"/>
              <a:t>s1</a:t>
            </a:r>
            <a:endParaRPr lang="es-CO" dirty="0"/>
          </a:p>
        </p:txBody>
      </p:sp>
      <p:sp>
        <p:nvSpPr>
          <p:cNvPr id="153" name="CuadroTexto 152">
            <a:extLst>
              <a:ext uri="{FF2B5EF4-FFF2-40B4-BE49-F238E27FC236}">
                <a16:creationId xmlns:a16="http://schemas.microsoft.com/office/drawing/2014/main" id="{743F0092-A70B-CF03-B74D-BA51AB1B5D66}"/>
              </a:ext>
            </a:extLst>
          </p:cNvPr>
          <p:cNvSpPr txBox="1"/>
          <p:nvPr/>
        </p:nvSpPr>
        <p:spPr>
          <a:xfrm>
            <a:off x="1954795" y="4840275"/>
            <a:ext cx="504081" cy="369332"/>
          </a:xfrm>
          <a:prstGeom prst="rect">
            <a:avLst/>
          </a:prstGeom>
          <a:noFill/>
        </p:spPr>
        <p:txBody>
          <a:bodyPr wrap="square">
            <a:spAutoFit/>
          </a:bodyPr>
          <a:lstStyle/>
          <a:p>
            <a:r>
              <a:rPr lang="es-CO" sz="1800" dirty="0"/>
              <a:t>f</a:t>
            </a:r>
            <a:r>
              <a:rPr lang="es-CO" sz="1800" baseline="-25000" dirty="0"/>
              <a:t>s2</a:t>
            </a:r>
            <a:endParaRPr lang="es-CO" dirty="0"/>
          </a:p>
        </p:txBody>
      </p:sp>
      <p:sp>
        <p:nvSpPr>
          <p:cNvPr id="154" name="CuadroTexto 153">
            <a:extLst>
              <a:ext uri="{FF2B5EF4-FFF2-40B4-BE49-F238E27FC236}">
                <a16:creationId xmlns:a16="http://schemas.microsoft.com/office/drawing/2014/main" id="{E87C31CE-D1DC-9237-BDF4-A83E0C2B18C6}"/>
              </a:ext>
            </a:extLst>
          </p:cNvPr>
          <p:cNvSpPr txBox="1"/>
          <p:nvPr/>
        </p:nvSpPr>
        <p:spPr>
          <a:xfrm>
            <a:off x="1380147" y="4854110"/>
            <a:ext cx="504081" cy="369332"/>
          </a:xfrm>
          <a:prstGeom prst="rect">
            <a:avLst/>
          </a:prstGeom>
          <a:noFill/>
        </p:spPr>
        <p:txBody>
          <a:bodyPr wrap="square">
            <a:spAutoFit/>
          </a:bodyPr>
          <a:lstStyle/>
          <a:p>
            <a:r>
              <a:rPr lang="es-CO" sz="1800" dirty="0"/>
              <a:t>f</a:t>
            </a:r>
            <a:r>
              <a:rPr lang="es-CO" sz="1800" baseline="-25000" dirty="0"/>
              <a:t>s3</a:t>
            </a:r>
            <a:endParaRPr lang="es-CO" dirty="0"/>
          </a:p>
        </p:txBody>
      </p:sp>
      <p:sp>
        <p:nvSpPr>
          <p:cNvPr id="155" name="CuadroTexto 154">
            <a:extLst>
              <a:ext uri="{FF2B5EF4-FFF2-40B4-BE49-F238E27FC236}">
                <a16:creationId xmlns:a16="http://schemas.microsoft.com/office/drawing/2014/main" id="{952529C3-6C14-C9E2-9A6B-983E929AF907}"/>
              </a:ext>
            </a:extLst>
          </p:cNvPr>
          <p:cNvSpPr txBox="1"/>
          <p:nvPr/>
        </p:nvSpPr>
        <p:spPr>
          <a:xfrm>
            <a:off x="911034" y="4868780"/>
            <a:ext cx="504081" cy="369332"/>
          </a:xfrm>
          <a:prstGeom prst="rect">
            <a:avLst/>
          </a:prstGeom>
          <a:noFill/>
        </p:spPr>
        <p:txBody>
          <a:bodyPr wrap="square">
            <a:spAutoFit/>
          </a:bodyPr>
          <a:lstStyle/>
          <a:p>
            <a:r>
              <a:rPr lang="es-CO" sz="1800" dirty="0"/>
              <a:t>f</a:t>
            </a:r>
            <a:r>
              <a:rPr lang="es-CO" sz="1800" baseline="-25000" dirty="0"/>
              <a:t>s4</a:t>
            </a:r>
            <a:endParaRPr lang="es-CO" dirty="0"/>
          </a:p>
        </p:txBody>
      </p:sp>
      <p:cxnSp>
        <p:nvCxnSpPr>
          <p:cNvPr id="165" name="Conector recto de flecha 164">
            <a:extLst>
              <a:ext uri="{FF2B5EF4-FFF2-40B4-BE49-F238E27FC236}">
                <a16:creationId xmlns:a16="http://schemas.microsoft.com/office/drawing/2014/main" id="{B08AF11D-76FC-BDC7-475C-7399C14DCDCE}"/>
              </a:ext>
            </a:extLst>
          </p:cNvPr>
          <p:cNvCxnSpPr>
            <a:cxnSpLocks/>
          </p:cNvCxnSpPr>
          <p:nvPr/>
        </p:nvCxnSpPr>
        <p:spPr>
          <a:xfrm>
            <a:off x="2807576" y="5851219"/>
            <a:ext cx="0" cy="3988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7" name="Conector recto 166">
            <a:extLst>
              <a:ext uri="{FF2B5EF4-FFF2-40B4-BE49-F238E27FC236}">
                <a16:creationId xmlns:a16="http://schemas.microsoft.com/office/drawing/2014/main" id="{F89ED2BD-7068-C652-A7CC-D0F849034B94}"/>
              </a:ext>
            </a:extLst>
          </p:cNvPr>
          <p:cNvCxnSpPr>
            <a:cxnSpLocks/>
          </p:cNvCxnSpPr>
          <p:nvPr/>
        </p:nvCxnSpPr>
        <p:spPr>
          <a:xfrm flipH="1">
            <a:off x="1002420" y="6254783"/>
            <a:ext cx="2033522" cy="8223"/>
          </a:xfrm>
          <a:prstGeom prst="line">
            <a:avLst/>
          </a:prstGeom>
        </p:spPr>
        <p:style>
          <a:lnRef idx="2">
            <a:schemeClr val="accent1"/>
          </a:lnRef>
          <a:fillRef idx="0">
            <a:schemeClr val="accent1"/>
          </a:fillRef>
          <a:effectRef idx="1">
            <a:schemeClr val="accent1"/>
          </a:effectRef>
          <a:fontRef idx="minor">
            <a:schemeClr val="tx1"/>
          </a:fontRef>
        </p:style>
      </p:cxnSp>
      <p:sp>
        <p:nvSpPr>
          <p:cNvPr id="171" name="CuadroTexto 170">
            <a:extLst>
              <a:ext uri="{FF2B5EF4-FFF2-40B4-BE49-F238E27FC236}">
                <a16:creationId xmlns:a16="http://schemas.microsoft.com/office/drawing/2014/main" id="{B2ACB1D7-1F3D-C336-EF95-AAE10A7D6A1E}"/>
              </a:ext>
            </a:extLst>
          </p:cNvPr>
          <p:cNvSpPr txBox="1"/>
          <p:nvPr/>
        </p:nvSpPr>
        <p:spPr>
          <a:xfrm>
            <a:off x="2783901" y="5474288"/>
            <a:ext cx="504081" cy="369332"/>
          </a:xfrm>
          <a:prstGeom prst="rect">
            <a:avLst/>
          </a:prstGeom>
          <a:noFill/>
        </p:spPr>
        <p:txBody>
          <a:bodyPr wrap="square">
            <a:spAutoFit/>
          </a:bodyPr>
          <a:lstStyle/>
          <a:p>
            <a:r>
              <a:rPr lang="es-CO" sz="1800" dirty="0"/>
              <a:t>N</a:t>
            </a:r>
            <a:r>
              <a:rPr lang="es-CO" sz="1800" baseline="-25000" dirty="0"/>
              <a:t>s1</a:t>
            </a:r>
            <a:endParaRPr lang="es-CO" dirty="0"/>
          </a:p>
        </p:txBody>
      </p:sp>
      <p:sp>
        <p:nvSpPr>
          <p:cNvPr id="172" name="CuadroTexto 171">
            <a:extLst>
              <a:ext uri="{FF2B5EF4-FFF2-40B4-BE49-F238E27FC236}">
                <a16:creationId xmlns:a16="http://schemas.microsoft.com/office/drawing/2014/main" id="{99B409D2-71AE-2E13-AD84-A64A4F9D5998}"/>
              </a:ext>
            </a:extLst>
          </p:cNvPr>
          <p:cNvSpPr txBox="1"/>
          <p:nvPr/>
        </p:nvSpPr>
        <p:spPr>
          <a:xfrm>
            <a:off x="2022773" y="6329425"/>
            <a:ext cx="504081" cy="369332"/>
          </a:xfrm>
          <a:prstGeom prst="rect">
            <a:avLst/>
          </a:prstGeom>
          <a:noFill/>
        </p:spPr>
        <p:txBody>
          <a:bodyPr wrap="square">
            <a:spAutoFit/>
          </a:bodyPr>
          <a:lstStyle/>
          <a:p>
            <a:r>
              <a:rPr lang="es-CO" sz="1800" dirty="0"/>
              <a:t>N</a:t>
            </a:r>
            <a:r>
              <a:rPr lang="es-CO" sz="1800" baseline="-25000" dirty="0"/>
              <a:t>s2</a:t>
            </a:r>
            <a:endParaRPr lang="es-CO" dirty="0"/>
          </a:p>
        </p:txBody>
      </p:sp>
      <p:sp>
        <p:nvSpPr>
          <p:cNvPr id="173" name="CuadroTexto 172">
            <a:extLst>
              <a:ext uri="{FF2B5EF4-FFF2-40B4-BE49-F238E27FC236}">
                <a16:creationId xmlns:a16="http://schemas.microsoft.com/office/drawing/2014/main" id="{E0CB1E31-74B5-9012-0232-10EE502834F9}"/>
              </a:ext>
            </a:extLst>
          </p:cNvPr>
          <p:cNvSpPr txBox="1"/>
          <p:nvPr/>
        </p:nvSpPr>
        <p:spPr>
          <a:xfrm>
            <a:off x="1448125" y="6343260"/>
            <a:ext cx="504081" cy="369332"/>
          </a:xfrm>
          <a:prstGeom prst="rect">
            <a:avLst/>
          </a:prstGeom>
          <a:noFill/>
        </p:spPr>
        <p:txBody>
          <a:bodyPr wrap="square">
            <a:spAutoFit/>
          </a:bodyPr>
          <a:lstStyle/>
          <a:p>
            <a:r>
              <a:rPr lang="es-CO" sz="1800" dirty="0"/>
              <a:t>N</a:t>
            </a:r>
            <a:r>
              <a:rPr lang="es-CO" sz="1800" baseline="-25000" dirty="0"/>
              <a:t>s3</a:t>
            </a:r>
            <a:endParaRPr lang="es-CO" dirty="0"/>
          </a:p>
        </p:txBody>
      </p:sp>
      <p:sp>
        <p:nvSpPr>
          <p:cNvPr id="174" name="CuadroTexto 173">
            <a:extLst>
              <a:ext uri="{FF2B5EF4-FFF2-40B4-BE49-F238E27FC236}">
                <a16:creationId xmlns:a16="http://schemas.microsoft.com/office/drawing/2014/main" id="{E49FA2A4-6E85-4761-7089-9154F2099C58}"/>
              </a:ext>
            </a:extLst>
          </p:cNvPr>
          <p:cNvSpPr txBox="1"/>
          <p:nvPr/>
        </p:nvSpPr>
        <p:spPr>
          <a:xfrm>
            <a:off x="979012" y="6357930"/>
            <a:ext cx="504081" cy="369332"/>
          </a:xfrm>
          <a:prstGeom prst="rect">
            <a:avLst/>
          </a:prstGeom>
          <a:noFill/>
        </p:spPr>
        <p:txBody>
          <a:bodyPr wrap="square">
            <a:spAutoFit/>
          </a:bodyPr>
          <a:lstStyle/>
          <a:p>
            <a:r>
              <a:rPr lang="es-CO" sz="1800" dirty="0"/>
              <a:t>N</a:t>
            </a:r>
            <a:r>
              <a:rPr lang="es-CO" sz="1800" baseline="-25000" dirty="0"/>
              <a:t>s4</a:t>
            </a:r>
            <a:endParaRPr lang="es-CO" dirty="0"/>
          </a:p>
        </p:txBody>
      </p:sp>
      <p:cxnSp>
        <p:nvCxnSpPr>
          <p:cNvPr id="175" name="Conector recto de flecha 174">
            <a:extLst>
              <a:ext uri="{FF2B5EF4-FFF2-40B4-BE49-F238E27FC236}">
                <a16:creationId xmlns:a16="http://schemas.microsoft.com/office/drawing/2014/main" id="{E035A9FF-FC29-8F82-96E8-C4E4CA13E4BA}"/>
              </a:ext>
            </a:extLst>
          </p:cNvPr>
          <p:cNvCxnSpPr>
            <a:cxnSpLocks/>
          </p:cNvCxnSpPr>
          <p:nvPr/>
        </p:nvCxnSpPr>
        <p:spPr>
          <a:xfrm>
            <a:off x="2724709" y="5885509"/>
            <a:ext cx="0" cy="366620"/>
          </a:xfrm>
          <a:prstGeom prst="straightConnector1">
            <a:avLst/>
          </a:prstGeom>
          <a:ln w="28575">
            <a:solidFill>
              <a:schemeClr val="accent1"/>
            </a:solidFill>
            <a:tailEnd type="triangle"/>
          </a:ln>
        </p:spPr>
        <p:style>
          <a:lnRef idx="3">
            <a:schemeClr val="dk1"/>
          </a:lnRef>
          <a:fillRef idx="0">
            <a:schemeClr val="dk1"/>
          </a:fillRef>
          <a:effectRef idx="2">
            <a:schemeClr val="dk1"/>
          </a:effectRef>
          <a:fontRef idx="minor">
            <a:schemeClr val="tx1"/>
          </a:fontRef>
        </p:style>
      </p:cxnSp>
      <p:sp>
        <p:nvSpPr>
          <p:cNvPr id="177" name="CuadroTexto 176">
            <a:extLst>
              <a:ext uri="{FF2B5EF4-FFF2-40B4-BE49-F238E27FC236}">
                <a16:creationId xmlns:a16="http://schemas.microsoft.com/office/drawing/2014/main" id="{012CAC6C-037A-5CD6-14AC-180916F3E8C7}"/>
              </a:ext>
            </a:extLst>
          </p:cNvPr>
          <p:cNvSpPr txBox="1"/>
          <p:nvPr/>
        </p:nvSpPr>
        <p:spPr>
          <a:xfrm>
            <a:off x="2337404" y="5450276"/>
            <a:ext cx="504081" cy="369332"/>
          </a:xfrm>
          <a:prstGeom prst="rect">
            <a:avLst/>
          </a:prstGeom>
          <a:noFill/>
        </p:spPr>
        <p:txBody>
          <a:bodyPr wrap="square">
            <a:spAutoFit/>
          </a:bodyPr>
          <a:lstStyle/>
          <a:p>
            <a:r>
              <a:rPr lang="es-CO" sz="1800" dirty="0" err="1"/>
              <a:t>C</a:t>
            </a:r>
            <a:r>
              <a:rPr lang="es-CO" sz="1800" baseline="-25000" dirty="0" err="1"/>
              <a:t>c</a:t>
            </a:r>
            <a:endParaRPr lang="es-CO" dirty="0"/>
          </a:p>
        </p:txBody>
      </p:sp>
      <p:sp>
        <p:nvSpPr>
          <p:cNvPr id="178" name="CuadroTexto 177">
            <a:extLst>
              <a:ext uri="{FF2B5EF4-FFF2-40B4-BE49-F238E27FC236}">
                <a16:creationId xmlns:a16="http://schemas.microsoft.com/office/drawing/2014/main" id="{BDF1ADCC-6F3D-216E-82B3-A07FA76D2160}"/>
              </a:ext>
            </a:extLst>
          </p:cNvPr>
          <p:cNvSpPr txBox="1"/>
          <p:nvPr/>
        </p:nvSpPr>
        <p:spPr>
          <a:xfrm>
            <a:off x="2962243" y="5770654"/>
            <a:ext cx="576504" cy="400110"/>
          </a:xfrm>
          <a:prstGeom prst="rect">
            <a:avLst/>
          </a:prstGeom>
          <a:noFill/>
        </p:spPr>
        <p:txBody>
          <a:bodyPr wrap="square">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a:t>
            </a:r>
            <a:endParaRPr lang="es-CO" sz="2000" baseline="-25000" dirty="0">
              <a:latin typeface="Calibri" panose="020F0502020204030204" pitchFamily="34" charset="0"/>
              <a:ea typeface="Calibri" panose="020F0502020204030204" pitchFamily="34" charset="0"/>
              <a:cs typeface="Calibri" panose="020F0502020204030204" pitchFamily="34" charset="0"/>
            </a:endParaRPr>
          </a:p>
        </p:txBody>
      </p:sp>
      <p:sp>
        <p:nvSpPr>
          <p:cNvPr id="179" name="CuadroTexto 178">
            <a:extLst>
              <a:ext uri="{FF2B5EF4-FFF2-40B4-BE49-F238E27FC236}">
                <a16:creationId xmlns:a16="http://schemas.microsoft.com/office/drawing/2014/main" id="{448B2E4E-AE50-8E86-9CDB-7E97BB1E5B59}"/>
              </a:ext>
            </a:extLst>
          </p:cNvPr>
          <p:cNvSpPr txBox="1"/>
          <p:nvPr/>
        </p:nvSpPr>
        <p:spPr>
          <a:xfrm>
            <a:off x="603029" y="5770654"/>
            <a:ext cx="576504" cy="400110"/>
          </a:xfrm>
          <a:prstGeom prst="rect">
            <a:avLst/>
          </a:prstGeom>
          <a:noFill/>
        </p:spPr>
        <p:txBody>
          <a:bodyPr wrap="square">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a:t>
            </a:r>
            <a:endParaRPr lang="es-CO" sz="2000" baseline="-25000" dirty="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182" name="CuadroTexto 181">
                <a:extLst>
                  <a:ext uri="{FF2B5EF4-FFF2-40B4-BE49-F238E27FC236}">
                    <a16:creationId xmlns:a16="http://schemas.microsoft.com/office/drawing/2014/main" id="{BEFCD6EF-897E-E91F-9A3C-773CEC7CA8FF}"/>
                  </a:ext>
                </a:extLst>
              </p:cNvPr>
              <p:cNvSpPr txBox="1"/>
              <p:nvPr/>
            </p:nvSpPr>
            <p:spPr>
              <a:xfrm>
                <a:off x="7694925" y="1230147"/>
                <a:ext cx="1340623" cy="745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419" sz="2000" b="0" i="1" smtClean="0">
                              <a:latin typeface="Cambria Math" panose="02040503050406030204" pitchFamily="18" charset="0"/>
                            </a:rPr>
                          </m:ctrlPr>
                        </m:sSubPr>
                        <m:e>
                          <m:r>
                            <m:rPr>
                              <m:sty m:val="p"/>
                            </m:rPr>
                            <a:rPr lang="es-419" sz="2000" b="0" i="1" smtClean="0">
                              <a:latin typeface="Cambria Math" panose="02040503050406030204" pitchFamily="18" charset="0"/>
                            </a:rPr>
                            <m:t>N</m:t>
                          </m:r>
                        </m:e>
                        <m:sub>
                          <m:r>
                            <m:rPr>
                              <m:sty m:val="p"/>
                            </m:rPr>
                            <a:rPr lang="es-419" sz="2000" b="0" i="1" smtClean="0">
                              <a:latin typeface="Cambria Math" panose="02040503050406030204" pitchFamily="18" charset="0"/>
                            </a:rPr>
                            <m:t>n</m:t>
                          </m:r>
                        </m:sub>
                      </m:sSub>
                      <m:r>
                        <a:rPr lang="es-419" sz="2000" b="0" i="1" smtClean="0">
                          <a:latin typeface="Cambria Math" panose="02040503050406030204" pitchFamily="18" charset="0"/>
                        </a:rPr>
                        <m:t>=</m:t>
                      </m:r>
                      <m:nary>
                        <m:naryPr>
                          <m:chr m:val="∑"/>
                          <m:subHide m:val="on"/>
                          <m:supHide m:val="on"/>
                          <m:ctrlPr>
                            <a:rPr lang="es-CO" sz="2000" i="1" smtClean="0">
                              <a:latin typeface="Cambria Math" panose="02040503050406030204" pitchFamily="18" charset="0"/>
                            </a:rPr>
                          </m:ctrlPr>
                        </m:naryPr>
                        <m:sub/>
                        <m:sup/>
                        <m:e>
                          <m:r>
                            <m:rPr>
                              <m:sty m:val="p"/>
                            </m:rPr>
                            <a:rPr lang="es-419" sz="2000" b="0" i="1" smtClean="0">
                              <a:latin typeface="Cambria Math" panose="02040503050406030204" pitchFamily="18" charset="0"/>
                            </a:rPr>
                            <m:t>Fy</m:t>
                          </m:r>
                        </m:e>
                      </m:nary>
                    </m:oMath>
                  </m:oMathPara>
                </a14:m>
                <a:endParaRPr lang="es-CO" dirty="0"/>
              </a:p>
            </p:txBody>
          </p:sp>
        </mc:Choice>
        <mc:Fallback>
          <p:sp>
            <p:nvSpPr>
              <p:cNvPr id="182" name="CuadroTexto 181">
                <a:extLst>
                  <a:ext uri="{FF2B5EF4-FFF2-40B4-BE49-F238E27FC236}">
                    <a16:creationId xmlns:a16="http://schemas.microsoft.com/office/drawing/2014/main" id="{BEFCD6EF-897E-E91F-9A3C-773CEC7CA8FF}"/>
                  </a:ext>
                </a:extLst>
              </p:cNvPr>
              <p:cNvSpPr txBox="1">
                <a:spLocks noRot="1" noChangeAspect="1" noMove="1" noResize="1" noEditPoints="1" noAdjustHandles="1" noChangeArrowheads="1" noChangeShapeType="1" noTextEdit="1"/>
              </p:cNvSpPr>
              <p:nvPr/>
            </p:nvSpPr>
            <p:spPr>
              <a:xfrm>
                <a:off x="7694925" y="1230147"/>
                <a:ext cx="1340623" cy="745332"/>
              </a:xfrm>
              <a:prstGeom prst="rect">
                <a:avLst/>
              </a:prstGeom>
              <a:blipFill>
                <a:blip r:embed="rId4"/>
                <a:stretch>
                  <a:fillRect l="-21495" t="-145000" r="-21495" b="-200000"/>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83" name="CuadroTexto 182">
                <a:extLst>
                  <a:ext uri="{FF2B5EF4-FFF2-40B4-BE49-F238E27FC236}">
                    <a16:creationId xmlns:a16="http://schemas.microsoft.com/office/drawing/2014/main" id="{93813522-5779-75E4-BDAF-14AC0C775BD2}"/>
                  </a:ext>
                </a:extLst>
              </p:cNvPr>
              <p:cNvSpPr txBox="1"/>
              <p:nvPr/>
            </p:nvSpPr>
            <p:spPr>
              <a:xfrm>
                <a:off x="6437940" y="2059267"/>
                <a:ext cx="4612013"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419" sz="2000" b="0" i="1" smtClean="0">
                              <a:latin typeface="Cambria Math" panose="02040503050406030204" pitchFamily="18" charset="0"/>
                            </a:rPr>
                          </m:ctrlPr>
                        </m:sSubPr>
                        <m:e>
                          <m:r>
                            <m:rPr>
                              <m:sty m:val="p"/>
                            </m:rPr>
                            <a:rPr lang="es-419" sz="2000" b="0" i="1" smtClean="0">
                              <a:latin typeface="Cambria Math" panose="02040503050406030204" pitchFamily="18" charset="0"/>
                            </a:rPr>
                            <m:t>N</m:t>
                          </m:r>
                        </m:e>
                        <m:sub>
                          <m:r>
                            <m:rPr>
                              <m:sty m:val="p"/>
                            </m:rPr>
                            <a:rPr lang="es-419" sz="2000" b="0" i="1" smtClean="0">
                              <a:latin typeface="Cambria Math" panose="02040503050406030204" pitchFamily="18" charset="0"/>
                            </a:rPr>
                            <m:t>n</m:t>
                          </m:r>
                        </m:sub>
                      </m:sSub>
                      <m:r>
                        <a:rPr lang="es-419" sz="2000" b="0" i="1" smtClean="0">
                          <a:latin typeface="Cambria Math" panose="02040503050406030204" pitchFamily="18" charset="0"/>
                        </a:rPr>
                        <m:t>=</m:t>
                      </m:r>
                      <m:sSub>
                        <m:sSubPr>
                          <m:ctrlPr>
                            <a:rPr lang="es-419" sz="2000" b="0" i="1" smtClean="0">
                              <a:latin typeface="Cambria Math" panose="02040503050406030204" pitchFamily="18" charset="0"/>
                            </a:rPr>
                          </m:ctrlPr>
                        </m:sSubPr>
                        <m:e>
                          <m:sSub>
                            <m:sSubPr>
                              <m:ctrlPr>
                                <a:rPr lang="es-419" sz="2000" b="0" i="1" smtClean="0">
                                  <a:latin typeface="Cambria Math" panose="02040503050406030204" pitchFamily="18" charset="0"/>
                                </a:rPr>
                              </m:ctrlPr>
                            </m:sSubPr>
                            <m:e>
                              <m:r>
                                <m:rPr>
                                  <m:sty m:val="p"/>
                                </m:rPr>
                                <a:rPr lang="es-419" sz="2000" b="0" i="1" smtClean="0">
                                  <a:latin typeface="Cambria Math" panose="02040503050406030204" pitchFamily="18" charset="0"/>
                                </a:rPr>
                                <m:t>C</m:t>
                              </m:r>
                            </m:e>
                            <m:sub>
                              <m:r>
                                <m:rPr>
                                  <m:sty m:val="p"/>
                                </m:rPr>
                                <a:rPr lang="es-419" sz="2000" b="0" i="1" smtClean="0">
                                  <a:latin typeface="Cambria Math" panose="02040503050406030204" pitchFamily="18" charset="0"/>
                                </a:rPr>
                                <m:t>c</m:t>
                              </m:r>
                            </m:sub>
                          </m:sSub>
                          <m:r>
                            <a:rPr lang="es-419" sz="2000" b="0" i="1" smtClean="0">
                              <a:latin typeface="Cambria Math" panose="02040503050406030204" pitchFamily="18" charset="0"/>
                            </a:rPr>
                            <m:t>+</m:t>
                          </m:r>
                          <m:r>
                            <m:rPr>
                              <m:sty m:val="p"/>
                            </m:rPr>
                            <a:rPr lang="es-419" sz="2000" b="0" i="1" smtClean="0">
                              <a:latin typeface="Cambria Math" panose="02040503050406030204" pitchFamily="18" charset="0"/>
                            </a:rPr>
                            <m:t>N</m:t>
                          </m:r>
                        </m:e>
                        <m:sub>
                          <m:r>
                            <m:rPr>
                              <m:sty m:val="p"/>
                            </m:rPr>
                            <a:rPr lang="es-419" sz="2000" b="0" i="1" smtClean="0">
                              <a:latin typeface="Cambria Math" panose="02040503050406030204" pitchFamily="18" charset="0"/>
                            </a:rPr>
                            <m:t>s</m:t>
                          </m:r>
                          <m:r>
                            <a:rPr lang="es-419" sz="2000" b="0" i="1" smtClean="0">
                              <a:latin typeface="Cambria Math" panose="02040503050406030204" pitchFamily="18" charset="0"/>
                            </a:rPr>
                            <m:t>1</m:t>
                          </m:r>
                        </m:sub>
                      </m:sSub>
                      <m:r>
                        <a:rPr lang="es-419" sz="2000" b="0" i="1" smtClean="0">
                          <a:latin typeface="Cambria Math" panose="02040503050406030204" pitchFamily="18" charset="0"/>
                        </a:rPr>
                        <m:t>−</m:t>
                      </m:r>
                      <m:sSub>
                        <m:sSubPr>
                          <m:ctrlPr>
                            <a:rPr lang="es-419" sz="2000" i="1">
                              <a:latin typeface="Cambria Math" panose="02040503050406030204" pitchFamily="18" charset="0"/>
                            </a:rPr>
                          </m:ctrlPr>
                        </m:sSubPr>
                        <m:e>
                          <m:r>
                            <m:rPr>
                              <m:sty m:val="p"/>
                            </m:rPr>
                            <a:rPr lang="es-419" sz="2000" i="1">
                              <a:latin typeface="Cambria Math" panose="02040503050406030204" pitchFamily="18" charset="0"/>
                            </a:rPr>
                            <m:t>N</m:t>
                          </m:r>
                        </m:e>
                        <m:sub>
                          <m:r>
                            <m:rPr>
                              <m:sty m:val="p"/>
                            </m:rPr>
                            <a:rPr lang="es-419" sz="2000" i="1">
                              <a:latin typeface="Cambria Math" panose="02040503050406030204" pitchFamily="18" charset="0"/>
                            </a:rPr>
                            <m:t>s</m:t>
                          </m:r>
                          <m:r>
                            <a:rPr lang="es-419" sz="2000" b="0" i="1" smtClean="0">
                              <a:latin typeface="Cambria Math" panose="02040503050406030204" pitchFamily="18" charset="0"/>
                            </a:rPr>
                            <m:t>2</m:t>
                          </m:r>
                        </m:sub>
                      </m:sSub>
                      <m:sSub>
                        <m:sSubPr>
                          <m:ctrlPr>
                            <a:rPr lang="es-419" sz="2000" i="1">
                              <a:latin typeface="Cambria Math" panose="02040503050406030204" pitchFamily="18" charset="0"/>
                            </a:rPr>
                          </m:ctrlPr>
                        </m:sSubPr>
                        <m:e>
                          <m:r>
                            <a:rPr lang="es-419" sz="2000" b="0" i="1" smtClean="0">
                              <a:latin typeface="Cambria Math" panose="02040503050406030204" pitchFamily="18" charset="0"/>
                            </a:rPr>
                            <m:t>−</m:t>
                          </m:r>
                          <m:r>
                            <m:rPr>
                              <m:sty m:val="p"/>
                            </m:rPr>
                            <a:rPr lang="es-419" sz="2000" i="1">
                              <a:latin typeface="Cambria Math" panose="02040503050406030204" pitchFamily="18" charset="0"/>
                            </a:rPr>
                            <m:t>N</m:t>
                          </m:r>
                        </m:e>
                        <m:sub>
                          <m:r>
                            <m:rPr>
                              <m:sty m:val="p"/>
                            </m:rPr>
                            <a:rPr lang="es-419" sz="2000" i="1">
                              <a:latin typeface="Cambria Math" panose="02040503050406030204" pitchFamily="18" charset="0"/>
                            </a:rPr>
                            <m:t>s</m:t>
                          </m:r>
                          <m:r>
                            <a:rPr lang="es-419" sz="2000" b="0" i="1" smtClean="0">
                              <a:latin typeface="Cambria Math" panose="02040503050406030204" pitchFamily="18" charset="0"/>
                            </a:rPr>
                            <m:t>3</m:t>
                          </m:r>
                        </m:sub>
                      </m:sSub>
                      <m:sSub>
                        <m:sSubPr>
                          <m:ctrlPr>
                            <a:rPr lang="es-419" sz="2000" i="1">
                              <a:latin typeface="Cambria Math" panose="02040503050406030204" pitchFamily="18" charset="0"/>
                            </a:rPr>
                          </m:ctrlPr>
                        </m:sSubPr>
                        <m:e>
                          <m:r>
                            <a:rPr lang="es-419" sz="2000" b="0" i="1" smtClean="0">
                              <a:latin typeface="Cambria Math" panose="02040503050406030204" pitchFamily="18" charset="0"/>
                            </a:rPr>
                            <m:t>−</m:t>
                          </m:r>
                          <m:r>
                            <m:rPr>
                              <m:sty m:val="p"/>
                            </m:rPr>
                            <a:rPr lang="es-419" sz="2000" i="1">
                              <a:latin typeface="Cambria Math" panose="02040503050406030204" pitchFamily="18" charset="0"/>
                            </a:rPr>
                            <m:t>N</m:t>
                          </m:r>
                        </m:e>
                        <m:sub>
                          <m:r>
                            <m:rPr>
                              <m:sty m:val="p"/>
                            </m:rPr>
                            <a:rPr lang="es-419" sz="2000" i="1">
                              <a:latin typeface="Cambria Math" panose="02040503050406030204" pitchFamily="18" charset="0"/>
                            </a:rPr>
                            <m:t>s</m:t>
                          </m:r>
                          <m:r>
                            <a:rPr lang="es-419" sz="2000" b="0" i="1" smtClean="0">
                              <a:latin typeface="Cambria Math" panose="02040503050406030204" pitchFamily="18" charset="0"/>
                            </a:rPr>
                            <m:t>4</m:t>
                          </m:r>
                        </m:sub>
                      </m:sSub>
                    </m:oMath>
                  </m:oMathPara>
                </a14:m>
                <a:endParaRPr lang="es-CO" dirty="0"/>
              </a:p>
            </p:txBody>
          </p:sp>
        </mc:Choice>
        <mc:Fallback>
          <p:sp>
            <p:nvSpPr>
              <p:cNvPr id="183" name="CuadroTexto 182">
                <a:extLst>
                  <a:ext uri="{FF2B5EF4-FFF2-40B4-BE49-F238E27FC236}">
                    <a16:creationId xmlns:a16="http://schemas.microsoft.com/office/drawing/2014/main" id="{93813522-5779-75E4-BDAF-14AC0C775BD2}"/>
                  </a:ext>
                </a:extLst>
              </p:cNvPr>
              <p:cNvSpPr txBox="1">
                <a:spLocks noRot="1" noChangeAspect="1" noMove="1" noResize="1" noEditPoints="1" noAdjustHandles="1" noChangeArrowheads="1" noChangeShapeType="1" noTextEdit="1"/>
              </p:cNvSpPr>
              <p:nvPr/>
            </p:nvSpPr>
            <p:spPr>
              <a:xfrm>
                <a:off x="6437940" y="2059267"/>
                <a:ext cx="4612013" cy="307777"/>
              </a:xfrm>
              <a:prstGeom prst="rect">
                <a:avLst/>
              </a:prstGeom>
              <a:blipFill>
                <a:blip r:embed="rId5"/>
                <a:stretch>
                  <a:fillRect b="-16000"/>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84" name="CuadroTexto 183">
                <a:extLst>
                  <a:ext uri="{FF2B5EF4-FFF2-40B4-BE49-F238E27FC236}">
                    <a16:creationId xmlns:a16="http://schemas.microsoft.com/office/drawing/2014/main" id="{03060F39-79AA-226D-1862-CE1A982EEEA3}"/>
                  </a:ext>
                </a:extLst>
              </p:cNvPr>
              <p:cNvSpPr txBox="1"/>
              <p:nvPr/>
            </p:nvSpPr>
            <p:spPr>
              <a:xfrm>
                <a:off x="5498964" y="2468913"/>
                <a:ext cx="7073168"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419" sz="2000" b="0" i="1" smtClean="0">
                              <a:latin typeface="Cambria Math" panose="02040503050406030204" pitchFamily="18" charset="0"/>
                            </a:rPr>
                          </m:ctrlPr>
                        </m:sSubPr>
                        <m:e>
                          <m:r>
                            <m:rPr>
                              <m:sty m:val="p"/>
                            </m:rPr>
                            <a:rPr lang="es-419" sz="2000" b="0" i="1" smtClean="0">
                              <a:latin typeface="Cambria Math" panose="02040503050406030204" pitchFamily="18" charset="0"/>
                            </a:rPr>
                            <m:t>N</m:t>
                          </m:r>
                        </m:e>
                        <m:sub>
                          <m:r>
                            <m:rPr>
                              <m:sty m:val="p"/>
                            </m:rPr>
                            <a:rPr lang="es-419" sz="2000" b="0" i="1" smtClean="0">
                              <a:latin typeface="Cambria Math" panose="02040503050406030204" pitchFamily="18" charset="0"/>
                            </a:rPr>
                            <m:t>n</m:t>
                          </m:r>
                        </m:sub>
                      </m:sSub>
                      <m:r>
                        <a:rPr lang="es-419" sz="2000" b="0" i="1" smtClean="0">
                          <a:latin typeface="Cambria Math" panose="02040503050406030204" pitchFamily="18" charset="0"/>
                        </a:rPr>
                        <m:t>=</m:t>
                      </m:r>
                      <m:sSub>
                        <m:sSubPr>
                          <m:ctrlPr>
                            <a:rPr lang="es-419" sz="2000" b="0" i="1" smtClean="0">
                              <a:latin typeface="Cambria Math" panose="02040503050406030204" pitchFamily="18" charset="0"/>
                            </a:rPr>
                          </m:ctrlPr>
                        </m:sSubPr>
                        <m:e>
                          <m:r>
                            <a:rPr lang="es-419" sz="2000" b="0" i="1" smtClean="0">
                              <a:latin typeface="Cambria Math" panose="02040503050406030204" pitchFamily="18" charset="0"/>
                            </a:rPr>
                            <m:t>0.85</m:t>
                          </m:r>
                          <m:sSub>
                            <m:sSubPr>
                              <m:ctrlPr>
                                <a:rPr lang="es-419" sz="2000" b="0" i="1" smtClean="0">
                                  <a:latin typeface="Cambria Math" panose="02040503050406030204" pitchFamily="18" charset="0"/>
                                </a:rPr>
                              </m:ctrlPr>
                            </m:sSubPr>
                            <m:e>
                              <m:r>
                                <m:rPr>
                                  <m:sty m:val="p"/>
                                </m:rPr>
                                <a:rPr lang="es-419" sz="2000" b="0" i="1" smtClean="0">
                                  <a:latin typeface="Cambria Math" panose="02040503050406030204" pitchFamily="18" charset="0"/>
                                </a:rPr>
                                <m:t>f</m:t>
                              </m:r>
                              <m:r>
                                <a:rPr lang="es-419" sz="2000" b="0" i="1" smtClean="0">
                                  <a:latin typeface="Cambria Math" panose="02040503050406030204" pitchFamily="18" charset="0"/>
                                </a:rPr>
                                <m:t>′</m:t>
                              </m:r>
                            </m:e>
                            <m:sub>
                              <m:r>
                                <m:rPr>
                                  <m:sty m:val="p"/>
                                </m:rPr>
                                <a:rPr lang="es-419" sz="2000" b="0" i="1" smtClean="0">
                                  <a:latin typeface="Cambria Math" panose="02040503050406030204" pitchFamily="18" charset="0"/>
                                </a:rPr>
                                <m:t>c</m:t>
                              </m:r>
                            </m:sub>
                          </m:sSub>
                          <m:r>
                            <a:rPr lang="es-419" sz="2000" b="0" i="1" smtClean="0">
                              <a:latin typeface="Cambria Math" panose="02040503050406030204" pitchFamily="18" charset="0"/>
                            </a:rPr>
                            <m:t> </m:t>
                          </m:r>
                          <m:sSub>
                            <m:sSubPr>
                              <m:ctrlPr>
                                <a:rPr lang="es-419" sz="2000" b="0" i="1" smtClean="0">
                                  <a:latin typeface="Cambria Math" panose="02040503050406030204" pitchFamily="18" charset="0"/>
                                </a:rPr>
                              </m:ctrlPr>
                            </m:sSubPr>
                            <m:e>
                              <m:r>
                                <a:rPr lang="es-419" sz="2000" b="0" i="1" smtClean="0">
                                  <a:latin typeface="Cambria Math" panose="02040503050406030204" pitchFamily="18" charset="0"/>
                                  <a:ea typeface="Cambria Math" panose="02040503050406030204" pitchFamily="18" charset="0"/>
                                </a:rPr>
                                <m:t>𝛽</m:t>
                              </m:r>
                            </m:e>
                            <m:sub>
                              <m:r>
                                <a:rPr lang="es-419" sz="2000" b="0" i="1" smtClean="0">
                                  <a:latin typeface="Cambria Math" panose="02040503050406030204" pitchFamily="18" charset="0"/>
                                </a:rPr>
                                <m:t>1</m:t>
                              </m:r>
                            </m:sub>
                          </m:sSub>
                          <m:r>
                            <a:rPr lang="es-419" sz="2000" b="0" i="1" smtClean="0">
                              <a:latin typeface="Cambria Math" panose="02040503050406030204" pitchFamily="18" charset="0"/>
                            </a:rPr>
                            <m:t> </m:t>
                          </m:r>
                          <m:r>
                            <m:rPr>
                              <m:sty m:val="p"/>
                            </m:rPr>
                            <a:rPr lang="es-419" sz="2000" b="0" i="1" smtClean="0">
                              <a:latin typeface="Cambria Math" panose="02040503050406030204" pitchFamily="18" charset="0"/>
                            </a:rPr>
                            <m:t>c</m:t>
                          </m:r>
                          <m:r>
                            <a:rPr lang="es-419" sz="2000" b="0" i="1" smtClean="0">
                              <a:latin typeface="Cambria Math" panose="02040503050406030204" pitchFamily="18" charset="0"/>
                            </a:rPr>
                            <m:t> </m:t>
                          </m:r>
                          <m:r>
                            <m:rPr>
                              <m:sty m:val="p"/>
                            </m:rPr>
                            <a:rPr lang="es-419" sz="2000" b="0" i="1" smtClean="0">
                              <a:latin typeface="Cambria Math" panose="02040503050406030204" pitchFamily="18" charset="0"/>
                            </a:rPr>
                            <m:t>b</m:t>
                          </m:r>
                          <m:r>
                            <a:rPr lang="es-419" sz="2000" b="0" i="1" smtClean="0">
                              <a:latin typeface="Cambria Math" panose="02040503050406030204" pitchFamily="18" charset="0"/>
                            </a:rPr>
                            <m:t>+</m:t>
                          </m:r>
                          <m:r>
                            <m:rPr>
                              <m:sty m:val="p"/>
                            </m:rPr>
                            <a:rPr lang="es-419" sz="2000" b="0" i="1" smtClean="0">
                              <a:latin typeface="Cambria Math" panose="02040503050406030204" pitchFamily="18" charset="0"/>
                            </a:rPr>
                            <m:t>A</m:t>
                          </m:r>
                        </m:e>
                        <m:sub>
                          <m:r>
                            <m:rPr>
                              <m:sty m:val="p"/>
                            </m:rPr>
                            <a:rPr lang="es-419" sz="2000" b="0" i="1" smtClean="0">
                              <a:latin typeface="Cambria Math" panose="02040503050406030204" pitchFamily="18" charset="0"/>
                            </a:rPr>
                            <m:t>s</m:t>
                          </m:r>
                          <m:r>
                            <a:rPr lang="es-419" sz="2000" b="0" i="1" smtClean="0">
                              <a:latin typeface="Cambria Math" panose="02040503050406030204" pitchFamily="18" charset="0"/>
                            </a:rPr>
                            <m:t>1</m:t>
                          </m:r>
                        </m:sub>
                      </m:sSub>
                      <m:sSub>
                        <m:sSubPr>
                          <m:ctrlPr>
                            <a:rPr lang="es-419" sz="2000" b="0" i="1" smtClean="0">
                              <a:latin typeface="Cambria Math" panose="02040503050406030204" pitchFamily="18" charset="0"/>
                            </a:rPr>
                          </m:ctrlPr>
                        </m:sSubPr>
                        <m:e>
                          <m:r>
                            <m:rPr>
                              <m:sty m:val="p"/>
                            </m:rPr>
                            <a:rPr lang="es-419" sz="2000" b="0" i="1" smtClean="0">
                              <a:latin typeface="Cambria Math" panose="02040503050406030204" pitchFamily="18" charset="0"/>
                            </a:rPr>
                            <m:t>f</m:t>
                          </m:r>
                        </m:e>
                        <m:sub>
                          <m:r>
                            <m:rPr>
                              <m:sty m:val="p"/>
                            </m:rPr>
                            <a:rPr lang="es-419" sz="2000" b="0" i="1" smtClean="0">
                              <a:latin typeface="Cambria Math" panose="02040503050406030204" pitchFamily="18" charset="0"/>
                            </a:rPr>
                            <m:t>s</m:t>
                          </m:r>
                          <m:r>
                            <a:rPr lang="es-419" sz="2000" b="0" i="1" smtClean="0">
                              <a:latin typeface="Cambria Math" panose="02040503050406030204" pitchFamily="18" charset="0"/>
                            </a:rPr>
                            <m:t>1 </m:t>
                          </m:r>
                        </m:sub>
                      </m:sSub>
                      <m:r>
                        <a:rPr lang="es-419" sz="2000" b="0" i="1" smtClean="0">
                          <a:latin typeface="Cambria Math" panose="02040503050406030204" pitchFamily="18" charset="0"/>
                        </a:rPr>
                        <m:t>−</m:t>
                      </m:r>
                      <m:sSub>
                        <m:sSubPr>
                          <m:ctrlPr>
                            <a:rPr lang="es-419" sz="2000" i="1">
                              <a:latin typeface="Cambria Math" panose="02040503050406030204" pitchFamily="18" charset="0"/>
                            </a:rPr>
                          </m:ctrlPr>
                        </m:sSubPr>
                        <m:e>
                          <m:r>
                            <a:rPr lang="es-419" sz="2000" b="0" i="1" smtClean="0">
                              <a:latin typeface="Cambria Math" panose="02040503050406030204" pitchFamily="18" charset="0"/>
                            </a:rPr>
                            <m:t> </m:t>
                          </m:r>
                          <m:r>
                            <m:rPr>
                              <m:sty m:val="p"/>
                            </m:rPr>
                            <a:rPr lang="es-419" sz="2000" b="0" i="1" smtClean="0">
                              <a:latin typeface="Cambria Math" panose="02040503050406030204" pitchFamily="18" charset="0"/>
                            </a:rPr>
                            <m:t>A</m:t>
                          </m:r>
                        </m:e>
                        <m:sub>
                          <m:r>
                            <m:rPr>
                              <m:sty m:val="p"/>
                            </m:rPr>
                            <a:rPr lang="es-419" sz="2000" i="1">
                              <a:latin typeface="Cambria Math" panose="02040503050406030204" pitchFamily="18" charset="0"/>
                            </a:rPr>
                            <m:t>s</m:t>
                          </m:r>
                          <m:r>
                            <a:rPr lang="es-419" sz="2000" b="0" i="1" smtClean="0">
                              <a:latin typeface="Cambria Math" panose="02040503050406030204" pitchFamily="18" charset="0"/>
                            </a:rPr>
                            <m:t>2</m:t>
                          </m:r>
                        </m:sub>
                      </m:sSub>
                      <m:sSub>
                        <m:sSubPr>
                          <m:ctrlPr>
                            <a:rPr lang="es-419" sz="2000" i="1" smtClean="0">
                              <a:latin typeface="Cambria Math" panose="02040503050406030204" pitchFamily="18" charset="0"/>
                            </a:rPr>
                          </m:ctrlPr>
                        </m:sSubPr>
                        <m:e>
                          <m:r>
                            <m:rPr>
                              <m:sty m:val="p"/>
                            </m:rPr>
                            <a:rPr lang="es-419" sz="2000" b="0" i="1" smtClean="0">
                              <a:latin typeface="Cambria Math" panose="02040503050406030204" pitchFamily="18" charset="0"/>
                            </a:rPr>
                            <m:t>f</m:t>
                          </m:r>
                        </m:e>
                        <m:sub>
                          <m:r>
                            <m:rPr>
                              <m:sty m:val="p"/>
                            </m:rPr>
                            <a:rPr lang="es-419" sz="2000" b="0" i="1" smtClean="0">
                              <a:latin typeface="Cambria Math" panose="02040503050406030204" pitchFamily="18" charset="0"/>
                            </a:rPr>
                            <m:t>s</m:t>
                          </m:r>
                          <m:r>
                            <a:rPr lang="es-419" sz="2000" b="0" i="1" smtClean="0">
                              <a:latin typeface="Cambria Math" panose="02040503050406030204" pitchFamily="18" charset="0"/>
                            </a:rPr>
                            <m:t>2</m:t>
                          </m:r>
                        </m:sub>
                      </m:sSub>
                      <m:sSub>
                        <m:sSubPr>
                          <m:ctrlPr>
                            <a:rPr lang="es-419" sz="2000" i="1">
                              <a:latin typeface="Cambria Math" panose="02040503050406030204" pitchFamily="18" charset="0"/>
                            </a:rPr>
                          </m:ctrlPr>
                        </m:sSubPr>
                        <m:e>
                          <m:r>
                            <a:rPr lang="es-419" sz="2000" b="0" i="1" smtClean="0">
                              <a:latin typeface="Cambria Math" panose="02040503050406030204" pitchFamily="18" charset="0"/>
                            </a:rPr>
                            <m:t> − </m:t>
                          </m:r>
                          <m:r>
                            <m:rPr>
                              <m:sty m:val="p"/>
                            </m:rPr>
                            <a:rPr lang="es-419" sz="2000" b="0" i="1" smtClean="0">
                              <a:latin typeface="Cambria Math" panose="02040503050406030204" pitchFamily="18" charset="0"/>
                            </a:rPr>
                            <m:t>A</m:t>
                          </m:r>
                        </m:e>
                        <m:sub>
                          <m:r>
                            <m:rPr>
                              <m:sty m:val="p"/>
                            </m:rPr>
                            <a:rPr lang="es-419" sz="2000" i="1">
                              <a:latin typeface="Cambria Math" panose="02040503050406030204" pitchFamily="18" charset="0"/>
                            </a:rPr>
                            <m:t>s</m:t>
                          </m:r>
                          <m:r>
                            <a:rPr lang="es-419" sz="2000" b="0" i="1" smtClean="0">
                              <a:latin typeface="Cambria Math" panose="02040503050406030204" pitchFamily="18" charset="0"/>
                            </a:rPr>
                            <m:t>3</m:t>
                          </m:r>
                        </m:sub>
                      </m:sSub>
                      <m:sSub>
                        <m:sSubPr>
                          <m:ctrlPr>
                            <a:rPr lang="es-419" sz="2000" i="1" smtClean="0">
                              <a:latin typeface="Cambria Math" panose="02040503050406030204" pitchFamily="18" charset="0"/>
                            </a:rPr>
                          </m:ctrlPr>
                        </m:sSubPr>
                        <m:e>
                          <m:r>
                            <m:rPr>
                              <m:sty m:val="p"/>
                            </m:rPr>
                            <a:rPr lang="es-419" sz="2000" b="0" i="1" smtClean="0">
                              <a:latin typeface="Cambria Math" panose="02040503050406030204" pitchFamily="18" charset="0"/>
                            </a:rPr>
                            <m:t>f</m:t>
                          </m:r>
                        </m:e>
                        <m:sub>
                          <m:r>
                            <m:rPr>
                              <m:sty m:val="p"/>
                            </m:rPr>
                            <a:rPr lang="es-419" sz="2000" b="0" i="1" smtClean="0">
                              <a:latin typeface="Cambria Math" panose="02040503050406030204" pitchFamily="18" charset="0"/>
                            </a:rPr>
                            <m:t>s</m:t>
                          </m:r>
                          <m:r>
                            <a:rPr lang="es-419" sz="2000" b="0" i="1" smtClean="0">
                              <a:latin typeface="Cambria Math" panose="02040503050406030204" pitchFamily="18" charset="0"/>
                            </a:rPr>
                            <m:t>3</m:t>
                          </m:r>
                        </m:sub>
                      </m:sSub>
                      <m:r>
                        <a:rPr lang="es-419" sz="2000" b="0" i="1" smtClean="0">
                          <a:latin typeface="Cambria Math" panose="02040503050406030204" pitchFamily="18" charset="0"/>
                        </a:rPr>
                        <m:t> </m:t>
                      </m:r>
                      <m:sSub>
                        <m:sSubPr>
                          <m:ctrlPr>
                            <a:rPr lang="es-419" sz="2000" i="1">
                              <a:latin typeface="Cambria Math" panose="02040503050406030204" pitchFamily="18" charset="0"/>
                            </a:rPr>
                          </m:ctrlPr>
                        </m:sSubPr>
                        <m:e>
                          <m:r>
                            <a:rPr lang="es-419" sz="2000" b="0" i="1" smtClean="0">
                              <a:latin typeface="Cambria Math" panose="02040503050406030204" pitchFamily="18" charset="0"/>
                            </a:rPr>
                            <m:t>− </m:t>
                          </m:r>
                          <m:r>
                            <m:rPr>
                              <m:sty m:val="p"/>
                            </m:rPr>
                            <a:rPr lang="es-419" sz="2000" b="0" i="1" smtClean="0">
                              <a:latin typeface="Cambria Math" panose="02040503050406030204" pitchFamily="18" charset="0"/>
                            </a:rPr>
                            <m:t>A</m:t>
                          </m:r>
                        </m:e>
                        <m:sub>
                          <m:r>
                            <m:rPr>
                              <m:sty m:val="p"/>
                            </m:rPr>
                            <a:rPr lang="es-419" sz="2000" i="1">
                              <a:latin typeface="Cambria Math" panose="02040503050406030204" pitchFamily="18" charset="0"/>
                            </a:rPr>
                            <m:t>s</m:t>
                          </m:r>
                          <m:r>
                            <a:rPr lang="es-419" sz="2000" b="0" i="1" smtClean="0">
                              <a:latin typeface="Cambria Math" panose="02040503050406030204" pitchFamily="18" charset="0"/>
                            </a:rPr>
                            <m:t>4</m:t>
                          </m:r>
                        </m:sub>
                      </m:sSub>
                      <m:sSub>
                        <m:sSubPr>
                          <m:ctrlPr>
                            <a:rPr lang="es-419" sz="2000" i="1">
                              <a:latin typeface="Cambria Math" panose="02040503050406030204" pitchFamily="18" charset="0"/>
                            </a:rPr>
                          </m:ctrlPr>
                        </m:sSubPr>
                        <m:e>
                          <m:r>
                            <m:rPr>
                              <m:sty m:val="p"/>
                            </m:rPr>
                            <a:rPr lang="es-419" sz="2000" i="1">
                              <a:latin typeface="Cambria Math" panose="02040503050406030204" pitchFamily="18" charset="0"/>
                            </a:rPr>
                            <m:t>f</m:t>
                          </m:r>
                        </m:e>
                        <m:sub>
                          <m:r>
                            <m:rPr>
                              <m:sty m:val="p"/>
                            </m:rPr>
                            <a:rPr lang="es-419" sz="2000" i="1">
                              <a:latin typeface="Cambria Math" panose="02040503050406030204" pitchFamily="18" charset="0"/>
                            </a:rPr>
                            <m:t>s</m:t>
                          </m:r>
                          <m:r>
                            <a:rPr lang="es-419" sz="2000" b="0" i="1" smtClean="0">
                              <a:latin typeface="Cambria Math" panose="02040503050406030204" pitchFamily="18" charset="0"/>
                            </a:rPr>
                            <m:t>4</m:t>
                          </m:r>
                        </m:sub>
                      </m:sSub>
                    </m:oMath>
                  </m:oMathPara>
                </a14:m>
                <a:endParaRPr lang="es-CO" dirty="0"/>
              </a:p>
            </p:txBody>
          </p:sp>
        </mc:Choice>
        <mc:Fallback>
          <p:sp>
            <p:nvSpPr>
              <p:cNvPr id="184" name="CuadroTexto 183">
                <a:extLst>
                  <a:ext uri="{FF2B5EF4-FFF2-40B4-BE49-F238E27FC236}">
                    <a16:creationId xmlns:a16="http://schemas.microsoft.com/office/drawing/2014/main" id="{03060F39-79AA-226D-1862-CE1A982EEEA3}"/>
                  </a:ext>
                </a:extLst>
              </p:cNvPr>
              <p:cNvSpPr txBox="1">
                <a:spLocks noRot="1" noChangeAspect="1" noMove="1" noResize="1" noEditPoints="1" noAdjustHandles="1" noChangeArrowheads="1" noChangeShapeType="1" noTextEdit="1"/>
              </p:cNvSpPr>
              <p:nvPr/>
            </p:nvSpPr>
            <p:spPr>
              <a:xfrm>
                <a:off x="5498964" y="2468913"/>
                <a:ext cx="7073168" cy="307777"/>
              </a:xfrm>
              <a:prstGeom prst="rect">
                <a:avLst/>
              </a:prstGeom>
              <a:blipFill>
                <a:blip r:embed="rId6"/>
                <a:stretch>
                  <a:fillRect t="-8000" b="-40000"/>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85" name="CuadroTexto 184">
                <a:extLst>
                  <a:ext uri="{FF2B5EF4-FFF2-40B4-BE49-F238E27FC236}">
                    <a16:creationId xmlns:a16="http://schemas.microsoft.com/office/drawing/2014/main" id="{924A5B08-FBB8-46BF-38F8-8EDE0C579ED0}"/>
                  </a:ext>
                </a:extLst>
              </p:cNvPr>
              <p:cNvSpPr txBox="1"/>
              <p:nvPr/>
            </p:nvSpPr>
            <p:spPr>
              <a:xfrm>
                <a:off x="7816956" y="4044253"/>
                <a:ext cx="1537216" cy="745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419" sz="2000" b="0" i="1" smtClean="0">
                              <a:latin typeface="Cambria Math" panose="02040503050406030204" pitchFamily="18" charset="0"/>
                            </a:rPr>
                          </m:ctrlPr>
                        </m:sSubPr>
                        <m:e>
                          <m:r>
                            <m:rPr>
                              <m:sty m:val="p"/>
                            </m:rPr>
                            <a:rPr lang="es-419" sz="2000" b="0" i="1" smtClean="0">
                              <a:latin typeface="Cambria Math" panose="02040503050406030204" pitchFamily="18" charset="0"/>
                            </a:rPr>
                            <m:t>M</m:t>
                          </m:r>
                        </m:e>
                        <m:sub>
                          <m:r>
                            <m:rPr>
                              <m:sty m:val="p"/>
                            </m:rPr>
                            <a:rPr lang="es-419" sz="2000" b="0" i="1" smtClean="0">
                              <a:latin typeface="Cambria Math" panose="02040503050406030204" pitchFamily="18" charset="0"/>
                            </a:rPr>
                            <m:t>n</m:t>
                          </m:r>
                        </m:sub>
                      </m:sSub>
                      <m:r>
                        <a:rPr lang="es-419" sz="2000" b="0" i="1" smtClean="0">
                          <a:latin typeface="Cambria Math" panose="02040503050406030204" pitchFamily="18" charset="0"/>
                        </a:rPr>
                        <m:t>=</m:t>
                      </m:r>
                      <m:nary>
                        <m:naryPr>
                          <m:chr m:val="∑"/>
                          <m:subHide m:val="on"/>
                          <m:supHide m:val="on"/>
                          <m:ctrlPr>
                            <a:rPr lang="es-CO" sz="2000" i="1" smtClean="0">
                              <a:latin typeface="Cambria Math" panose="02040503050406030204" pitchFamily="18" charset="0"/>
                            </a:rPr>
                          </m:ctrlPr>
                        </m:naryPr>
                        <m:sub/>
                        <m:sup/>
                        <m:e>
                          <m:sSub>
                            <m:sSubPr>
                              <m:ctrlPr>
                                <a:rPr lang="es-CO" sz="2000" i="1" smtClean="0">
                                  <a:latin typeface="Cambria Math" panose="02040503050406030204" pitchFamily="18" charset="0"/>
                                </a:rPr>
                              </m:ctrlPr>
                            </m:sSubPr>
                            <m:e>
                              <m:r>
                                <m:rPr>
                                  <m:sty m:val="p"/>
                                </m:rPr>
                                <a:rPr lang="es-419" sz="2000" b="0" i="1" smtClean="0">
                                  <a:latin typeface="Cambria Math" panose="02040503050406030204" pitchFamily="18" charset="0"/>
                                </a:rPr>
                                <m:t>M</m:t>
                              </m:r>
                            </m:e>
                            <m:sub>
                              <m:r>
                                <m:rPr>
                                  <m:sty m:val="p"/>
                                </m:rPr>
                                <a:rPr lang="es-419" sz="2000" b="0" i="1" smtClean="0">
                                  <a:latin typeface="Cambria Math" panose="02040503050406030204" pitchFamily="18" charset="0"/>
                                </a:rPr>
                                <m:t>cp</m:t>
                              </m:r>
                            </m:sub>
                          </m:sSub>
                        </m:e>
                      </m:nary>
                    </m:oMath>
                  </m:oMathPara>
                </a14:m>
                <a:endParaRPr lang="es-CO" dirty="0"/>
              </a:p>
            </p:txBody>
          </p:sp>
        </mc:Choice>
        <mc:Fallback>
          <p:sp>
            <p:nvSpPr>
              <p:cNvPr id="185" name="CuadroTexto 184">
                <a:extLst>
                  <a:ext uri="{FF2B5EF4-FFF2-40B4-BE49-F238E27FC236}">
                    <a16:creationId xmlns:a16="http://schemas.microsoft.com/office/drawing/2014/main" id="{924A5B08-FBB8-46BF-38F8-8EDE0C579ED0}"/>
                  </a:ext>
                </a:extLst>
              </p:cNvPr>
              <p:cNvSpPr txBox="1">
                <a:spLocks noRot="1" noChangeAspect="1" noMove="1" noResize="1" noEditPoints="1" noAdjustHandles="1" noChangeArrowheads="1" noChangeShapeType="1" noTextEdit="1"/>
              </p:cNvSpPr>
              <p:nvPr/>
            </p:nvSpPr>
            <p:spPr>
              <a:xfrm>
                <a:off x="7816956" y="4044253"/>
                <a:ext cx="1537216" cy="745332"/>
              </a:xfrm>
              <a:prstGeom prst="rect">
                <a:avLst/>
              </a:prstGeom>
              <a:blipFill>
                <a:blip r:embed="rId7"/>
                <a:stretch>
                  <a:fillRect l="-17213" t="-145000" r="-9016" b="-200000"/>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86" name="CuadroTexto 185">
                <a:extLst>
                  <a:ext uri="{FF2B5EF4-FFF2-40B4-BE49-F238E27FC236}">
                    <a16:creationId xmlns:a16="http://schemas.microsoft.com/office/drawing/2014/main" id="{87CE04C1-1995-7870-BE77-79843A0C17A9}"/>
                  </a:ext>
                </a:extLst>
              </p:cNvPr>
              <p:cNvSpPr txBox="1"/>
              <p:nvPr/>
            </p:nvSpPr>
            <p:spPr>
              <a:xfrm>
                <a:off x="6307185" y="4778164"/>
                <a:ext cx="4825629" cy="9821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419" sz="2000" i="1" smtClean="0">
                              <a:latin typeface="Cambria Math" panose="02040503050406030204" pitchFamily="18" charset="0"/>
                            </a:rPr>
                          </m:ctrlPr>
                        </m:sSubPr>
                        <m:e>
                          <m:r>
                            <m:rPr>
                              <m:sty m:val="p"/>
                            </m:rPr>
                            <a:rPr lang="es-419" sz="2000" i="1">
                              <a:latin typeface="Cambria Math" panose="02040503050406030204" pitchFamily="18" charset="0"/>
                            </a:rPr>
                            <m:t>M</m:t>
                          </m:r>
                        </m:e>
                        <m:sub>
                          <m:r>
                            <m:rPr>
                              <m:sty m:val="p"/>
                            </m:rPr>
                            <a:rPr lang="es-419" sz="2000" i="1">
                              <a:latin typeface="Cambria Math" panose="02040503050406030204" pitchFamily="18" charset="0"/>
                            </a:rPr>
                            <m:t>n</m:t>
                          </m:r>
                        </m:sub>
                      </m:sSub>
                      <m:r>
                        <a:rPr lang="es-419" sz="2000" b="0" i="1" smtClean="0">
                          <a:latin typeface="Cambria Math" panose="02040503050406030204" pitchFamily="18" charset="0"/>
                        </a:rPr>
                        <m:t>=</m:t>
                      </m:r>
                      <m:sSub>
                        <m:sSubPr>
                          <m:ctrlPr>
                            <a:rPr lang="es-419" sz="2000" b="0" i="1" smtClean="0">
                              <a:latin typeface="Cambria Math" panose="02040503050406030204" pitchFamily="18" charset="0"/>
                            </a:rPr>
                          </m:ctrlPr>
                        </m:sSubPr>
                        <m:e>
                          <m:sSub>
                            <m:sSubPr>
                              <m:ctrlPr>
                                <a:rPr lang="es-419" sz="2000" b="0" i="1" smtClean="0">
                                  <a:latin typeface="Cambria Math" panose="02040503050406030204" pitchFamily="18" charset="0"/>
                                </a:rPr>
                              </m:ctrlPr>
                            </m:sSubPr>
                            <m:e>
                              <m:r>
                                <m:rPr>
                                  <m:sty m:val="p"/>
                                </m:rPr>
                                <a:rPr lang="es-419" sz="2000" b="0" i="1" smtClean="0">
                                  <a:latin typeface="Cambria Math" panose="02040503050406030204" pitchFamily="18" charset="0"/>
                                </a:rPr>
                                <m:t>C</m:t>
                              </m:r>
                            </m:e>
                            <m:sub>
                              <m:r>
                                <m:rPr>
                                  <m:sty m:val="p"/>
                                </m:rPr>
                                <a:rPr lang="es-419" sz="2000" b="0" i="1" smtClean="0">
                                  <a:latin typeface="Cambria Math" panose="02040503050406030204" pitchFamily="18" charset="0"/>
                                </a:rPr>
                                <m:t>c</m:t>
                              </m:r>
                            </m:sub>
                          </m:sSub>
                          <m:d>
                            <m:dPr>
                              <m:ctrlPr>
                                <a:rPr lang="es-419" sz="2000" b="0" i="1" smtClean="0">
                                  <a:latin typeface="Cambria Math" panose="02040503050406030204" pitchFamily="18" charset="0"/>
                                </a:rPr>
                              </m:ctrlPr>
                            </m:dPr>
                            <m:e>
                              <m:acc>
                                <m:accPr>
                                  <m:chr m:val="̅"/>
                                  <m:ctrlPr>
                                    <a:rPr lang="es-419" sz="2000" b="0" i="1" smtClean="0">
                                      <a:latin typeface="Cambria Math" panose="02040503050406030204" pitchFamily="18" charset="0"/>
                                    </a:rPr>
                                  </m:ctrlPr>
                                </m:accPr>
                                <m:e>
                                  <m:r>
                                    <m:rPr>
                                      <m:sty m:val="p"/>
                                    </m:rPr>
                                    <a:rPr lang="es-419" sz="2000" b="0" i="1" smtClean="0">
                                      <a:latin typeface="Cambria Math" panose="02040503050406030204" pitchFamily="18" charset="0"/>
                                    </a:rPr>
                                    <m:t>y</m:t>
                                  </m:r>
                                </m:e>
                              </m:acc>
                              <m:r>
                                <a:rPr lang="es-419" sz="2000" b="0" i="1" smtClean="0">
                                  <a:latin typeface="Cambria Math" panose="02040503050406030204" pitchFamily="18" charset="0"/>
                                </a:rPr>
                                <m:t>−</m:t>
                              </m:r>
                              <m:f>
                                <m:fPr>
                                  <m:type m:val="skw"/>
                                  <m:ctrlPr>
                                    <a:rPr lang="es-419" sz="2000" b="0" i="1" smtClean="0">
                                      <a:latin typeface="Cambria Math" panose="02040503050406030204" pitchFamily="18" charset="0"/>
                                    </a:rPr>
                                  </m:ctrlPr>
                                </m:fPr>
                                <m:num>
                                  <m:r>
                                    <m:rPr>
                                      <m:sty m:val="p"/>
                                    </m:rPr>
                                    <a:rPr lang="es-419" sz="2000" b="0" i="1" smtClean="0">
                                      <a:latin typeface="Cambria Math" panose="02040503050406030204" pitchFamily="18" charset="0"/>
                                    </a:rPr>
                                    <m:t>a</m:t>
                                  </m:r>
                                </m:num>
                                <m:den>
                                  <m:r>
                                    <a:rPr lang="es-419" sz="2000" b="0" i="1" smtClean="0">
                                      <a:latin typeface="Cambria Math" panose="02040503050406030204" pitchFamily="18" charset="0"/>
                                    </a:rPr>
                                    <m:t>2</m:t>
                                  </m:r>
                                </m:den>
                              </m:f>
                            </m:e>
                          </m:d>
                          <m:r>
                            <a:rPr lang="es-419" sz="2000" b="0" i="1" smtClean="0">
                              <a:latin typeface="Cambria Math" panose="02040503050406030204" pitchFamily="18" charset="0"/>
                            </a:rPr>
                            <m:t>+</m:t>
                          </m:r>
                          <m:r>
                            <m:rPr>
                              <m:sty m:val="p"/>
                            </m:rPr>
                            <a:rPr lang="es-419" sz="2000" b="0" i="1" smtClean="0">
                              <a:latin typeface="Cambria Math" panose="02040503050406030204" pitchFamily="18" charset="0"/>
                            </a:rPr>
                            <m:t>N</m:t>
                          </m:r>
                        </m:e>
                        <m:sub>
                          <m:r>
                            <m:rPr>
                              <m:sty m:val="p"/>
                            </m:rPr>
                            <a:rPr lang="es-419" sz="2000" b="0" i="1" smtClean="0">
                              <a:latin typeface="Cambria Math" panose="02040503050406030204" pitchFamily="18" charset="0"/>
                            </a:rPr>
                            <m:t>s</m:t>
                          </m:r>
                          <m:r>
                            <a:rPr lang="es-419" sz="2000" b="0" i="1" smtClean="0">
                              <a:latin typeface="Cambria Math" panose="02040503050406030204" pitchFamily="18" charset="0"/>
                            </a:rPr>
                            <m:t>1</m:t>
                          </m:r>
                        </m:sub>
                      </m:sSub>
                      <m:d>
                        <m:dPr>
                          <m:ctrlPr>
                            <a:rPr lang="es-419" sz="2000" i="1">
                              <a:latin typeface="Cambria Math" panose="02040503050406030204" pitchFamily="18" charset="0"/>
                            </a:rPr>
                          </m:ctrlPr>
                        </m:dPr>
                        <m:e>
                          <m:acc>
                            <m:accPr>
                              <m:chr m:val="̅"/>
                              <m:ctrlPr>
                                <a:rPr lang="es-419" sz="2000" i="1">
                                  <a:latin typeface="Cambria Math" panose="02040503050406030204" pitchFamily="18" charset="0"/>
                                </a:rPr>
                              </m:ctrlPr>
                            </m:accPr>
                            <m:e>
                              <m:r>
                                <m:rPr>
                                  <m:sty m:val="p"/>
                                </m:rPr>
                                <a:rPr lang="es-419" sz="2000" i="1">
                                  <a:latin typeface="Cambria Math" panose="02040503050406030204" pitchFamily="18" charset="0"/>
                                </a:rPr>
                                <m:t>y</m:t>
                              </m:r>
                            </m:e>
                          </m:acc>
                          <m:r>
                            <a:rPr lang="es-419" sz="2000" i="1">
                              <a:latin typeface="Cambria Math" panose="02040503050406030204" pitchFamily="18" charset="0"/>
                            </a:rPr>
                            <m:t>−</m:t>
                          </m:r>
                          <m:sSub>
                            <m:sSubPr>
                              <m:ctrlPr>
                                <a:rPr lang="es-419" sz="2000" i="1" smtClean="0">
                                  <a:latin typeface="Cambria Math" panose="02040503050406030204" pitchFamily="18" charset="0"/>
                                </a:rPr>
                              </m:ctrlPr>
                            </m:sSubPr>
                            <m:e>
                              <m:r>
                                <m:rPr>
                                  <m:sty m:val="p"/>
                                </m:rPr>
                                <a:rPr lang="es-419" sz="2000" b="0" i="1" smtClean="0">
                                  <a:latin typeface="Cambria Math" panose="02040503050406030204" pitchFamily="18" charset="0"/>
                                </a:rPr>
                                <m:t>d</m:t>
                              </m:r>
                            </m:e>
                            <m:sub>
                              <m:r>
                                <a:rPr lang="es-419" sz="2000" b="0" i="1" smtClean="0">
                                  <a:latin typeface="Cambria Math" panose="02040503050406030204" pitchFamily="18" charset="0"/>
                                </a:rPr>
                                <m:t>1</m:t>
                              </m:r>
                            </m:sub>
                          </m:sSub>
                        </m:e>
                      </m:d>
                      <m:r>
                        <a:rPr lang="es-419" sz="2000" b="0" i="1" smtClean="0">
                          <a:latin typeface="Cambria Math" panose="02040503050406030204" pitchFamily="18" charset="0"/>
                        </a:rPr>
                        <m:t>−</m:t>
                      </m:r>
                      <m:sSub>
                        <m:sSubPr>
                          <m:ctrlPr>
                            <a:rPr lang="es-419" sz="2000" i="1">
                              <a:latin typeface="Cambria Math" panose="02040503050406030204" pitchFamily="18" charset="0"/>
                            </a:rPr>
                          </m:ctrlPr>
                        </m:sSubPr>
                        <m:e>
                          <m:r>
                            <m:rPr>
                              <m:sty m:val="p"/>
                            </m:rPr>
                            <a:rPr lang="es-419" sz="2000" i="1">
                              <a:latin typeface="Cambria Math" panose="02040503050406030204" pitchFamily="18" charset="0"/>
                            </a:rPr>
                            <m:t>N</m:t>
                          </m:r>
                        </m:e>
                        <m:sub>
                          <m:r>
                            <m:rPr>
                              <m:sty m:val="p"/>
                            </m:rPr>
                            <a:rPr lang="es-419" sz="2000" i="1">
                              <a:latin typeface="Cambria Math" panose="02040503050406030204" pitchFamily="18" charset="0"/>
                            </a:rPr>
                            <m:t>s</m:t>
                          </m:r>
                          <m:r>
                            <a:rPr lang="es-419" sz="2000" b="0" i="1" smtClean="0">
                              <a:latin typeface="Cambria Math" panose="02040503050406030204" pitchFamily="18" charset="0"/>
                            </a:rPr>
                            <m:t>2</m:t>
                          </m:r>
                        </m:sub>
                      </m:sSub>
                      <m:d>
                        <m:dPr>
                          <m:ctrlPr>
                            <a:rPr lang="es-419" sz="2000" i="1">
                              <a:latin typeface="Cambria Math" panose="02040503050406030204" pitchFamily="18" charset="0"/>
                            </a:rPr>
                          </m:ctrlPr>
                        </m:dPr>
                        <m:e>
                          <m:acc>
                            <m:accPr>
                              <m:chr m:val="̅"/>
                              <m:ctrlPr>
                                <a:rPr lang="es-419" sz="2000" i="1">
                                  <a:latin typeface="Cambria Math" panose="02040503050406030204" pitchFamily="18" charset="0"/>
                                </a:rPr>
                              </m:ctrlPr>
                            </m:accPr>
                            <m:e>
                              <m:r>
                                <m:rPr>
                                  <m:sty m:val="p"/>
                                </m:rPr>
                                <a:rPr lang="es-419" sz="2000" i="1">
                                  <a:latin typeface="Cambria Math" panose="02040503050406030204" pitchFamily="18" charset="0"/>
                                </a:rPr>
                                <m:t>y</m:t>
                              </m:r>
                            </m:e>
                          </m:acc>
                          <m:r>
                            <a:rPr lang="es-419" sz="2000" i="1">
                              <a:latin typeface="Cambria Math" panose="02040503050406030204" pitchFamily="18" charset="0"/>
                            </a:rPr>
                            <m:t>−</m:t>
                          </m:r>
                          <m:sSub>
                            <m:sSubPr>
                              <m:ctrlPr>
                                <a:rPr lang="es-419" sz="2000" i="1">
                                  <a:latin typeface="Cambria Math" panose="02040503050406030204" pitchFamily="18" charset="0"/>
                                </a:rPr>
                              </m:ctrlPr>
                            </m:sSubPr>
                            <m:e>
                              <m:r>
                                <m:rPr>
                                  <m:sty m:val="p"/>
                                </m:rPr>
                                <a:rPr lang="es-419" sz="2000" i="1">
                                  <a:latin typeface="Cambria Math" panose="02040503050406030204" pitchFamily="18" charset="0"/>
                                </a:rPr>
                                <m:t>d</m:t>
                              </m:r>
                            </m:e>
                            <m:sub>
                              <m:r>
                                <a:rPr lang="es-419" sz="2000" b="0" i="1" smtClean="0">
                                  <a:latin typeface="Cambria Math" panose="02040503050406030204" pitchFamily="18" charset="0"/>
                                </a:rPr>
                                <m:t>2</m:t>
                              </m:r>
                            </m:sub>
                          </m:sSub>
                        </m:e>
                      </m:d>
                      <m:sSub>
                        <m:sSubPr>
                          <m:ctrlPr>
                            <a:rPr lang="es-419" sz="2000" i="1">
                              <a:latin typeface="Cambria Math" panose="02040503050406030204" pitchFamily="18" charset="0"/>
                            </a:rPr>
                          </m:ctrlPr>
                        </m:sSubPr>
                        <m:e>
                          <m:r>
                            <a:rPr lang="es-419" sz="2000" b="0" i="1" smtClean="0">
                              <a:latin typeface="Cambria Math" panose="02040503050406030204" pitchFamily="18" charset="0"/>
                            </a:rPr>
                            <m:t>−</m:t>
                          </m:r>
                          <m:r>
                            <m:rPr>
                              <m:sty m:val="p"/>
                            </m:rPr>
                            <a:rPr lang="es-419" sz="2000" i="1">
                              <a:latin typeface="Cambria Math" panose="02040503050406030204" pitchFamily="18" charset="0"/>
                            </a:rPr>
                            <m:t>N</m:t>
                          </m:r>
                        </m:e>
                        <m:sub>
                          <m:r>
                            <m:rPr>
                              <m:sty m:val="p"/>
                            </m:rPr>
                            <a:rPr lang="es-419" sz="2000" i="1">
                              <a:latin typeface="Cambria Math" panose="02040503050406030204" pitchFamily="18" charset="0"/>
                            </a:rPr>
                            <m:t>s</m:t>
                          </m:r>
                          <m:r>
                            <a:rPr lang="es-419" sz="2000" b="0" i="1" smtClean="0">
                              <a:latin typeface="Cambria Math" panose="02040503050406030204" pitchFamily="18" charset="0"/>
                            </a:rPr>
                            <m:t>3</m:t>
                          </m:r>
                        </m:sub>
                      </m:sSub>
                      <m:d>
                        <m:dPr>
                          <m:ctrlPr>
                            <a:rPr lang="es-419" sz="2000" i="1">
                              <a:latin typeface="Cambria Math" panose="02040503050406030204" pitchFamily="18" charset="0"/>
                            </a:rPr>
                          </m:ctrlPr>
                        </m:dPr>
                        <m:e>
                          <m:acc>
                            <m:accPr>
                              <m:chr m:val="̅"/>
                              <m:ctrlPr>
                                <a:rPr lang="es-419" sz="2000" i="1">
                                  <a:latin typeface="Cambria Math" panose="02040503050406030204" pitchFamily="18" charset="0"/>
                                </a:rPr>
                              </m:ctrlPr>
                            </m:accPr>
                            <m:e>
                              <m:r>
                                <m:rPr>
                                  <m:sty m:val="p"/>
                                </m:rPr>
                                <a:rPr lang="es-419" sz="2000" i="1">
                                  <a:latin typeface="Cambria Math" panose="02040503050406030204" pitchFamily="18" charset="0"/>
                                </a:rPr>
                                <m:t>y</m:t>
                              </m:r>
                            </m:e>
                          </m:acc>
                          <m:r>
                            <a:rPr lang="es-419" sz="2000" i="1">
                              <a:latin typeface="Cambria Math" panose="02040503050406030204" pitchFamily="18" charset="0"/>
                            </a:rPr>
                            <m:t>−</m:t>
                          </m:r>
                          <m:sSub>
                            <m:sSubPr>
                              <m:ctrlPr>
                                <a:rPr lang="es-419" sz="2000" i="1">
                                  <a:latin typeface="Cambria Math" panose="02040503050406030204" pitchFamily="18" charset="0"/>
                                </a:rPr>
                              </m:ctrlPr>
                            </m:sSubPr>
                            <m:e>
                              <m:r>
                                <m:rPr>
                                  <m:sty m:val="p"/>
                                </m:rPr>
                                <a:rPr lang="es-419" sz="2000" i="1">
                                  <a:latin typeface="Cambria Math" panose="02040503050406030204" pitchFamily="18" charset="0"/>
                                </a:rPr>
                                <m:t>d</m:t>
                              </m:r>
                            </m:e>
                            <m:sub>
                              <m:r>
                                <a:rPr lang="es-419" sz="2000" b="0" i="1" smtClean="0">
                                  <a:latin typeface="Cambria Math" panose="02040503050406030204" pitchFamily="18" charset="0"/>
                                </a:rPr>
                                <m:t>3</m:t>
                              </m:r>
                            </m:sub>
                          </m:sSub>
                        </m:e>
                      </m:d>
                      <m:sSub>
                        <m:sSubPr>
                          <m:ctrlPr>
                            <a:rPr lang="es-419" sz="2000" i="1">
                              <a:latin typeface="Cambria Math" panose="02040503050406030204" pitchFamily="18" charset="0"/>
                            </a:rPr>
                          </m:ctrlPr>
                        </m:sSubPr>
                        <m:e>
                          <m:r>
                            <a:rPr lang="es-419" sz="2000" b="0" i="1" smtClean="0">
                              <a:latin typeface="Cambria Math" panose="02040503050406030204" pitchFamily="18" charset="0"/>
                            </a:rPr>
                            <m:t>−</m:t>
                          </m:r>
                          <m:r>
                            <m:rPr>
                              <m:sty m:val="p"/>
                            </m:rPr>
                            <a:rPr lang="es-419" sz="2000" i="1">
                              <a:latin typeface="Cambria Math" panose="02040503050406030204" pitchFamily="18" charset="0"/>
                            </a:rPr>
                            <m:t>N</m:t>
                          </m:r>
                        </m:e>
                        <m:sub>
                          <m:r>
                            <m:rPr>
                              <m:sty m:val="p"/>
                            </m:rPr>
                            <a:rPr lang="es-419" sz="2000" i="1">
                              <a:latin typeface="Cambria Math" panose="02040503050406030204" pitchFamily="18" charset="0"/>
                            </a:rPr>
                            <m:t>s</m:t>
                          </m:r>
                          <m:r>
                            <a:rPr lang="es-419" sz="2000" b="0" i="1" smtClean="0">
                              <a:latin typeface="Cambria Math" panose="02040503050406030204" pitchFamily="18" charset="0"/>
                            </a:rPr>
                            <m:t>4</m:t>
                          </m:r>
                        </m:sub>
                      </m:sSub>
                      <m:d>
                        <m:dPr>
                          <m:ctrlPr>
                            <a:rPr lang="es-419" sz="2000" i="1">
                              <a:latin typeface="Cambria Math" panose="02040503050406030204" pitchFamily="18" charset="0"/>
                            </a:rPr>
                          </m:ctrlPr>
                        </m:dPr>
                        <m:e>
                          <m:acc>
                            <m:accPr>
                              <m:chr m:val="̅"/>
                              <m:ctrlPr>
                                <a:rPr lang="es-419" sz="2000" i="1">
                                  <a:latin typeface="Cambria Math" panose="02040503050406030204" pitchFamily="18" charset="0"/>
                                </a:rPr>
                              </m:ctrlPr>
                            </m:accPr>
                            <m:e>
                              <m:r>
                                <m:rPr>
                                  <m:sty m:val="p"/>
                                </m:rPr>
                                <a:rPr lang="es-419" sz="2000" i="1">
                                  <a:latin typeface="Cambria Math" panose="02040503050406030204" pitchFamily="18" charset="0"/>
                                </a:rPr>
                                <m:t>y</m:t>
                              </m:r>
                            </m:e>
                          </m:acc>
                          <m:r>
                            <a:rPr lang="es-419" sz="2000" i="1">
                              <a:latin typeface="Cambria Math" panose="02040503050406030204" pitchFamily="18" charset="0"/>
                            </a:rPr>
                            <m:t>−</m:t>
                          </m:r>
                          <m:sSub>
                            <m:sSubPr>
                              <m:ctrlPr>
                                <a:rPr lang="es-419" sz="2000" i="1">
                                  <a:latin typeface="Cambria Math" panose="02040503050406030204" pitchFamily="18" charset="0"/>
                                </a:rPr>
                              </m:ctrlPr>
                            </m:sSubPr>
                            <m:e>
                              <m:r>
                                <m:rPr>
                                  <m:sty m:val="p"/>
                                </m:rPr>
                                <a:rPr lang="es-419" sz="2000" i="1">
                                  <a:latin typeface="Cambria Math" panose="02040503050406030204" pitchFamily="18" charset="0"/>
                                </a:rPr>
                                <m:t>d</m:t>
                              </m:r>
                            </m:e>
                            <m:sub>
                              <m:r>
                                <a:rPr lang="es-419" sz="2000" b="0" i="1" smtClean="0">
                                  <a:latin typeface="Cambria Math" panose="02040503050406030204" pitchFamily="18" charset="0"/>
                                </a:rPr>
                                <m:t>4</m:t>
                              </m:r>
                            </m:sub>
                          </m:sSub>
                        </m:e>
                      </m:d>
                    </m:oMath>
                  </m:oMathPara>
                </a14:m>
                <a:endParaRPr lang="es-CO" sz="2000" dirty="0"/>
              </a:p>
            </p:txBody>
          </p:sp>
        </mc:Choice>
        <mc:Fallback>
          <p:sp>
            <p:nvSpPr>
              <p:cNvPr id="186" name="CuadroTexto 185">
                <a:extLst>
                  <a:ext uri="{FF2B5EF4-FFF2-40B4-BE49-F238E27FC236}">
                    <a16:creationId xmlns:a16="http://schemas.microsoft.com/office/drawing/2014/main" id="{87CE04C1-1995-7870-BE77-79843A0C17A9}"/>
                  </a:ext>
                </a:extLst>
              </p:cNvPr>
              <p:cNvSpPr txBox="1">
                <a:spLocks noRot="1" noChangeAspect="1" noMove="1" noResize="1" noEditPoints="1" noAdjustHandles="1" noChangeArrowheads="1" noChangeShapeType="1" noTextEdit="1"/>
              </p:cNvSpPr>
              <p:nvPr/>
            </p:nvSpPr>
            <p:spPr>
              <a:xfrm>
                <a:off x="6307185" y="4778164"/>
                <a:ext cx="4825629" cy="982192"/>
              </a:xfrm>
              <a:prstGeom prst="rect">
                <a:avLst/>
              </a:prstGeom>
              <a:blipFill>
                <a:blip r:embed="rId8"/>
                <a:stretch>
                  <a:fillRect l="-525" t="-37179" b="-71795"/>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87" name="CuadroTexto 186">
                <a:extLst>
                  <a:ext uri="{FF2B5EF4-FFF2-40B4-BE49-F238E27FC236}">
                    <a16:creationId xmlns:a16="http://schemas.microsoft.com/office/drawing/2014/main" id="{FD1AD402-4817-704B-D660-9C3B9C70AD67}"/>
                  </a:ext>
                </a:extLst>
              </p:cNvPr>
              <p:cNvSpPr txBox="1"/>
              <p:nvPr/>
            </p:nvSpPr>
            <p:spPr>
              <a:xfrm>
                <a:off x="6520807" y="5918826"/>
                <a:ext cx="4556756" cy="8386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419" sz="2000" i="1" smtClean="0">
                              <a:latin typeface="Cambria Math" panose="02040503050406030204" pitchFamily="18" charset="0"/>
                            </a:rPr>
                          </m:ctrlPr>
                        </m:sSubPr>
                        <m:e>
                          <m:r>
                            <m:rPr>
                              <m:sty m:val="p"/>
                            </m:rPr>
                            <a:rPr lang="es-419" sz="2000" i="1">
                              <a:latin typeface="Cambria Math" panose="02040503050406030204" pitchFamily="18" charset="0"/>
                            </a:rPr>
                            <m:t>M</m:t>
                          </m:r>
                        </m:e>
                        <m:sub>
                          <m:r>
                            <m:rPr>
                              <m:sty m:val="p"/>
                            </m:rPr>
                            <a:rPr lang="es-419" sz="2000" i="1">
                              <a:latin typeface="Cambria Math" panose="02040503050406030204" pitchFamily="18" charset="0"/>
                            </a:rPr>
                            <m:t>n</m:t>
                          </m:r>
                        </m:sub>
                      </m:sSub>
                      <m:r>
                        <a:rPr lang="es-419" sz="2000" b="0" i="1" smtClean="0">
                          <a:latin typeface="Cambria Math" panose="02040503050406030204" pitchFamily="18" charset="0"/>
                        </a:rPr>
                        <m:t>=</m:t>
                      </m:r>
                      <m:sSub>
                        <m:sSubPr>
                          <m:ctrlPr>
                            <a:rPr lang="es-419" sz="2000" i="1">
                              <a:latin typeface="Cambria Math" panose="02040503050406030204" pitchFamily="18" charset="0"/>
                            </a:rPr>
                          </m:ctrlPr>
                        </m:sSubPr>
                        <m:e>
                          <m:r>
                            <m:rPr>
                              <m:sty m:val="p"/>
                            </m:rPr>
                            <a:rPr lang="es-419" sz="2000" i="1">
                              <a:latin typeface="Cambria Math" panose="02040503050406030204" pitchFamily="18" charset="0"/>
                            </a:rPr>
                            <m:t>C</m:t>
                          </m:r>
                        </m:e>
                        <m:sub>
                          <m:r>
                            <m:rPr>
                              <m:sty m:val="p"/>
                            </m:rPr>
                            <a:rPr lang="es-419" sz="2000" i="1">
                              <a:latin typeface="Cambria Math" panose="02040503050406030204" pitchFamily="18" charset="0"/>
                            </a:rPr>
                            <m:t>c</m:t>
                          </m:r>
                        </m:sub>
                      </m:sSub>
                      <m:d>
                        <m:dPr>
                          <m:ctrlPr>
                            <a:rPr lang="es-419" sz="2000" i="1">
                              <a:latin typeface="Cambria Math" panose="02040503050406030204" pitchFamily="18" charset="0"/>
                            </a:rPr>
                          </m:ctrlPr>
                        </m:dPr>
                        <m:e>
                          <m:acc>
                            <m:accPr>
                              <m:chr m:val="̅"/>
                              <m:ctrlPr>
                                <a:rPr lang="es-419" sz="2000" i="1">
                                  <a:latin typeface="Cambria Math" panose="02040503050406030204" pitchFamily="18" charset="0"/>
                                </a:rPr>
                              </m:ctrlPr>
                            </m:accPr>
                            <m:e>
                              <m:r>
                                <m:rPr>
                                  <m:sty m:val="p"/>
                                </m:rPr>
                                <a:rPr lang="es-419" sz="2000" i="1">
                                  <a:latin typeface="Cambria Math" panose="02040503050406030204" pitchFamily="18" charset="0"/>
                                </a:rPr>
                                <m:t>y</m:t>
                              </m:r>
                            </m:e>
                          </m:acc>
                          <m:r>
                            <a:rPr lang="es-419" sz="2000" i="1">
                              <a:latin typeface="Cambria Math" panose="02040503050406030204" pitchFamily="18" charset="0"/>
                            </a:rPr>
                            <m:t>−</m:t>
                          </m:r>
                          <m:f>
                            <m:fPr>
                              <m:type m:val="skw"/>
                              <m:ctrlPr>
                                <a:rPr lang="es-419" sz="2000" i="1">
                                  <a:latin typeface="Cambria Math" panose="02040503050406030204" pitchFamily="18" charset="0"/>
                                </a:rPr>
                              </m:ctrlPr>
                            </m:fPr>
                            <m:num>
                              <m:r>
                                <m:rPr>
                                  <m:sty m:val="p"/>
                                </m:rPr>
                                <a:rPr lang="es-419" sz="2000" i="1">
                                  <a:latin typeface="Cambria Math" panose="02040503050406030204" pitchFamily="18" charset="0"/>
                                </a:rPr>
                                <m:t>a</m:t>
                              </m:r>
                            </m:num>
                            <m:den>
                              <m:r>
                                <a:rPr lang="es-419" sz="2000" i="1">
                                  <a:latin typeface="Cambria Math" panose="02040503050406030204" pitchFamily="18" charset="0"/>
                                </a:rPr>
                                <m:t>2</m:t>
                              </m:r>
                            </m:den>
                          </m:f>
                        </m:e>
                      </m:d>
                      <m:r>
                        <a:rPr lang="es-419" sz="2000" i="1">
                          <a:latin typeface="Cambria Math" panose="02040503050406030204" pitchFamily="18" charset="0"/>
                        </a:rPr>
                        <m:t>+</m:t>
                      </m:r>
                      <m:nary>
                        <m:naryPr>
                          <m:chr m:val="∑"/>
                          <m:ctrlPr>
                            <a:rPr lang="es-419" sz="2000" i="1">
                              <a:latin typeface="Cambria Math" panose="02040503050406030204" pitchFamily="18" charset="0"/>
                            </a:rPr>
                          </m:ctrlPr>
                        </m:naryPr>
                        <m:sub>
                          <m:r>
                            <m:rPr>
                              <m:sty m:val="p"/>
                              <m:brk m:alnAt="23"/>
                            </m:rPr>
                            <a:rPr lang="es-419" sz="2000" i="1">
                              <a:latin typeface="Cambria Math" panose="02040503050406030204" pitchFamily="18" charset="0"/>
                            </a:rPr>
                            <m:t>i</m:t>
                          </m:r>
                          <m:r>
                            <a:rPr lang="es-419" sz="2000" i="1">
                              <a:latin typeface="Cambria Math" panose="02040503050406030204" pitchFamily="18" charset="0"/>
                            </a:rPr>
                            <m:t>=1</m:t>
                          </m:r>
                        </m:sub>
                        <m:sup>
                          <m:r>
                            <m:rPr>
                              <m:sty m:val="p"/>
                            </m:rPr>
                            <a:rPr lang="es-419" sz="2000" i="1">
                              <a:latin typeface="Cambria Math" panose="02040503050406030204" pitchFamily="18" charset="0"/>
                            </a:rPr>
                            <m:t>n</m:t>
                          </m:r>
                        </m:sup>
                        <m:e>
                          <m:sSub>
                            <m:sSubPr>
                              <m:ctrlPr>
                                <a:rPr lang="es-419" sz="2000" i="1" smtClean="0">
                                  <a:latin typeface="Cambria Math" panose="02040503050406030204" pitchFamily="18" charset="0"/>
                                </a:rPr>
                              </m:ctrlPr>
                            </m:sSubPr>
                            <m:e>
                              <m:r>
                                <m:rPr>
                                  <m:sty m:val="p"/>
                                </m:rPr>
                                <a:rPr lang="es-419" sz="2000" b="0" i="1" smtClean="0">
                                  <a:latin typeface="Cambria Math" panose="02040503050406030204" pitchFamily="18" charset="0"/>
                                </a:rPr>
                                <m:t>f</m:t>
                              </m:r>
                            </m:e>
                            <m:sub>
                              <m:r>
                                <m:rPr>
                                  <m:sty m:val="p"/>
                                </m:rPr>
                                <a:rPr lang="es-419" sz="2000" b="0" i="1" smtClean="0">
                                  <a:latin typeface="Cambria Math" panose="02040503050406030204" pitchFamily="18" charset="0"/>
                                </a:rPr>
                                <m:t>si</m:t>
                              </m:r>
                            </m:sub>
                          </m:sSub>
                          <m:r>
                            <a:rPr lang="es-419" sz="2000" b="0" i="1" smtClean="0">
                              <a:latin typeface="Cambria Math" panose="02040503050406030204" pitchFamily="18" charset="0"/>
                            </a:rPr>
                            <m:t> </m:t>
                          </m:r>
                          <m:sSub>
                            <m:sSubPr>
                              <m:ctrlPr>
                                <a:rPr lang="es-419" sz="2000" b="0" i="1" smtClean="0">
                                  <a:latin typeface="Cambria Math" panose="02040503050406030204" pitchFamily="18" charset="0"/>
                                </a:rPr>
                              </m:ctrlPr>
                            </m:sSubPr>
                            <m:e>
                              <m:r>
                                <m:rPr>
                                  <m:sty m:val="p"/>
                                </m:rPr>
                                <a:rPr lang="es-419" sz="2000" b="0" i="1" smtClean="0">
                                  <a:latin typeface="Cambria Math" panose="02040503050406030204" pitchFamily="18" charset="0"/>
                                </a:rPr>
                                <m:t>A</m:t>
                              </m:r>
                            </m:e>
                            <m:sub>
                              <m:r>
                                <m:rPr>
                                  <m:sty m:val="p"/>
                                </m:rPr>
                                <a:rPr lang="es-419" sz="2000" b="0" i="1" smtClean="0">
                                  <a:latin typeface="Cambria Math" panose="02040503050406030204" pitchFamily="18" charset="0"/>
                                </a:rPr>
                                <m:t>si</m:t>
                              </m:r>
                            </m:sub>
                          </m:sSub>
                          <m:r>
                            <a:rPr lang="es-419" sz="2000" b="0" i="1" smtClean="0">
                              <a:latin typeface="Cambria Math" panose="02040503050406030204" pitchFamily="18" charset="0"/>
                            </a:rPr>
                            <m:t> </m:t>
                          </m:r>
                          <m:d>
                            <m:dPr>
                              <m:ctrlPr>
                                <a:rPr lang="es-419" sz="2000" i="1">
                                  <a:latin typeface="Cambria Math" panose="02040503050406030204" pitchFamily="18" charset="0"/>
                                </a:rPr>
                              </m:ctrlPr>
                            </m:dPr>
                            <m:e>
                              <m:acc>
                                <m:accPr>
                                  <m:chr m:val="̅"/>
                                  <m:ctrlPr>
                                    <a:rPr lang="es-419" sz="2000" i="1">
                                      <a:latin typeface="Cambria Math" panose="02040503050406030204" pitchFamily="18" charset="0"/>
                                    </a:rPr>
                                  </m:ctrlPr>
                                </m:accPr>
                                <m:e>
                                  <m:r>
                                    <m:rPr>
                                      <m:sty m:val="p"/>
                                    </m:rPr>
                                    <a:rPr lang="es-419" sz="2000" i="1">
                                      <a:latin typeface="Cambria Math" panose="02040503050406030204" pitchFamily="18" charset="0"/>
                                    </a:rPr>
                                    <m:t>y</m:t>
                                  </m:r>
                                </m:e>
                              </m:acc>
                              <m:r>
                                <a:rPr lang="es-419" sz="2000" i="1">
                                  <a:latin typeface="Cambria Math" panose="02040503050406030204" pitchFamily="18" charset="0"/>
                                </a:rPr>
                                <m:t>−</m:t>
                              </m:r>
                              <m:sSub>
                                <m:sSubPr>
                                  <m:ctrlPr>
                                    <a:rPr lang="es-419" sz="2000" i="1">
                                      <a:latin typeface="Cambria Math" panose="02040503050406030204" pitchFamily="18" charset="0"/>
                                    </a:rPr>
                                  </m:ctrlPr>
                                </m:sSubPr>
                                <m:e>
                                  <m:r>
                                    <m:rPr>
                                      <m:sty m:val="p"/>
                                    </m:rPr>
                                    <a:rPr lang="es-419" sz="2000" i="1">
                                      <a:latin typeface="Cambria Math" panose="02040503050406030204" pitchFamily="18" charset="0"/>
                                    </a:rPr>
                                    <m:t>d</m:t>
                                  </m:r>
                                </m:e>
                                <m:sub>
                                  <m:r>
                                    <m:rPr>
                                      <m:sty m:val="p"/>
                                    </m:rPr>
                                    <a:rPr lang="es-419" sz="2000" b="0" i="1" smtClean="0">
                                      <a:latin typeface="Cambria Math" panose="02040503050406030204" pitchFamily="18" charset="0"/>
                                    </a:rPr>
                                    <m:t>i</m:t>
                                  </m:r>
                                </m:sub>
                              </m:sSub>
                            </m:e>
                          </m:d>
                        </m:e>
                      </m:nary>
                    </m:oMath>
                  </m:oMathPara>
                </a14:m>
                <a:endParaRPr lang="es-CO" sz="2000" dirty="0"/>
              </a:p>
            </p:txBody>
          </p:sp>
        </mc:Choice>
        <mc:Fallback>
          <p:sp>
            <p:nvSpPr>
              <p:cNvPr id="187" name="CuadroTexto 186">
                <a:extLst>
                  <a:ext uri="{FF2B5EF4-FFF2-40B4-BE49-F238E27FC236}">
                    <a16:creationId xmlns:a16="http://schemas.microsoft.com/office/drawing/2014/main" id="{FD1AD402-4817-704B-D660-9C3B9C70AD67}"/>
                  </a:ext>
                </a:extLst>
              </p:cNvPr>
              <p:cNvSpPr txBox="1">
                <a:spLocks noRot="1" noChangeAspect="1" noMove="1" noResize="1" noEditPoints="1" noAdjustHandles="1" noChangeArrowheads="1" noChangeShapeType="1" noTextEdit="1"/>
              </p:cNvSpPr>
              <p:nvPr/>
            </p:nvSpPr>
            <p:spPr>
              <a:xfrm>
                <a:off x="6520807" y="5918826"/>
                <a:ext cx="4556756" cy="838628"/>
              </a:xfrm>
              <a:prstGeom prst="rect">
                <a:avLst/>
              </a:prstGeom>
              <a:blipFill>
                <a:blip r:embed="rId9"/>
                <a:stretch>
                  <a:fillRect t="-120896" b="-179104"/>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88" name="CuadroTexto 187">
                <a:extLst>
                  <a:ext uri="{FF2B5EF4-FFF2-40B4-BE49-F238E27FC236}">
                    <a16:creationId xmlns:a16="http://schemas.microsoft.com/office/drawing/2014/main" id="{F072483E-8C55-75EF-928F-BB2C096457DE}"/>
                  </a:ext>
                </a:extLst>
              </p:cNvPr>
              <p:cNvSpPr txBox="1"/>
              <p:nvPr/>
            </p:nvSpPr>
            <p:spPr>
              <a:xfrm>
                <a:off x="6111101" y="2933101"/>
                <a:ext cx="4708891" cy="8386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419" sz="2000" i="1" smtClean="0">
                              <a:latin typeface="Cambria Math" panose="02040503050406030204" pitchFamily="18" charset="0"/>
                            </a:rPr>
                          </m:ctrlPr>
                        </m:sSubPr>
                        <m:e>
                          <m:r>
                            <m:rPr>
                              <m:sty m:val="p"/>
                            </m:rPr>
                            <a:rPr lang="es-419" sz="2000" b="0" i="1" smtClean="0">
                              <a:latin typeface="Cambria Math" panose="02040503050406030204" pitchFamily="18" charset="0"/>
                            </a:rPr>
                            <m:t>N</m:t>
                          </m:r>
                        </m:e>
                        <m:sub>
                          <m:r>
                            <m:rPr>
                              <m:sty m:val="p"/>
                            </m:rPr>
                            <a:rPr lang="es-419" sz="2000" i="1">
                              <a:latin typeface="Cambria Math" panose="02040503050406030204" pitchFamily="18" charset="0"/>
                            </a:rPr>
                            <m:t>n</m:t>
                          </m:r>
                        </m:sub>
                      </m:sSub>
                      <m:r>
                        <a:rPr lang="es-419" sz="2000" b="0" i="1" smtClean="0">
                          <a:latin typeface="Cambria Math" panose="02040503050406030204" pitchFamily="18" charset="0"/>
                        </a:rPr>
                        <m:t>=</m:t>
                      </m:r>
                      <m:sSub>
                        <m:sSubPr>
                          <m:ctrlPr>
                            <a:rPr lang="es-419" sz="2000" i="1">
                              <a:latin typeface="Cambria Math" panose="02040503050406030204" pitchFamily="18" charset="0"/>
                            </a:rPr>
                          </m:ctrlPr>
                        </m:sSubPr>
                        <m:e>
                          <m:r>
                            <m:rPr>
                              <m:sty m:val="p"/>
                            </m:rPr>
                            <a:rPr lang="es-419" sz="2000" i="1">
                              <a:latin typeface="Cambria Math" panose="02040503050406030204" pitchFamily="18" charset="0"/>
                            </a:rPr>
                            <m:t>C</m:t>
                          </m:r>
                        </m:e>
                        <m:sub>
                          <m:r>
                            <m:rPr>
                              <m:sty m:val="p"/>
                            </m:rPr>
                            <a:rPr lang="es-419" sz="2000" i="1">
                              <a:latin typeface="Cambria Math" panose="02040503050406030204" pitchFamily="18" charset="0"/>
                            </a:rPr>
                            <m:t>c</m:t>
                          </m:r>
                        </m:sub>
                      </m:sSub>
                      <m:r>
                        <a:rPr lang="es-419" sz="2000" i="1">
                          <a:latin typeface="Cambria Math" panose="02040503050406030204" pitchFamily="18" charset="0"/>
                        </a:rPr>
                        <m:t>+</m:t>
                      </m:r>
                      <m:nary>
                        <m:naryPr>
                          <m:chr m:val="∑"/>
                          <m:ctrlPr>
                            <a:rPr lang="es-419" sz="2000" i="1">
                              <a:latin typeface="Cambria Math" panose="02040503050406030204" pitchFamily="18" charset="0"/>
                            </a:rPr>
                          </m:ctrlPr>
                        </m:naryPr>
                        <m:sub>
                          <m:r>
                            <m:rPr>
                              <m:sty m:val="p"/>
                              <m:brk m:alnAt="23"/>
                            </m:rPr>
                            <a:rPr lang="es-419" sz="2000" i="1">
                              <a:latin typeface="Cambria Math" panose="02040503050406030204" pitchFamily="18" charset="0"/>
                            </a:rPr>
                            <m:t>i</m:t>
                          </m:r>
                          <m:r>
                            <a:rPr lang="es-419" sz="2000" i="1">
                              <a:latin typeface="Cambria Math" panose="02040503050406030204" pitchFamily="18" charset="0"/>
                            </a:rPr>
                            <m:t>=1</m:t>
                          </m:r>
                        </m:sub>
                        <m:sup>
                          <m:r>
                            <m:rPr>
                              <m:sty m:val="p"/>
                            </m:rPr>
                            <a:rPr lang="es-419" sz="2000" i="1">
                              <a:latin typeface="Cambria Math" panose="02040503050406030204" pitchFamily="18" charset="0"/>
                            </a:rPr>
                            <m:t>n</m:t>
                          </m:r>
                        </m:sup>
                        <m:e>
                          <m:sSub>
                            <m:sSubPr>
                              <m:ctrlPr>
                                <a:rPr lang="es-419" sz="2000" i="1" smtClean="0">
                                  <a:latin typeface="Cambria Math" panose="02040503050406030204" pitchFamily="18" charset="0"/>
                                </a:rPr>
                              </m:ctrlPr>
                            </m:sSubPr>
                            <m:e>
                              <m:r>
                                <m:rPr>
                                  <m:sty m:val="p"/>
                                </m:rPr>
                                <a:rPr lang="es-419" sz="2000" b="0" i="1" smtClean="0">
                                  <a:latin typeface="Cambria Math" panose="02040503050406030204" pitchFamily="18" charset="0"/>
                                </a:rPr>
                                <m:t>f</m:t>
                              </m:r>
                            </m:e>
                            <m:sub>
                              <m:r>
                                <m:rPr>
                                  <m:sty m:val="p"/>
                                </m:rPr>
                                <a:rPr lang="es-419" sz="2000" b="0" i="1" smtClean="0">
                                  <a:latin typeface="Cambria Math" panose="02040503050406030204" pitchFamily="18" charset="0"/>
                                </a:rPr>
                                <m:t>si</m:t>
                              </m:r>
                            </m:sub>
                          </m:sSub>
                          <m:r>
                            <a:rPr lang="es-419" sz="2000" b="0" i="1" smtClean="0">
                              <a:latin typeface="Cambria Math" panose="02040503050406030204" pitchFamily="18" charset="0"/>
                            </a:rPr>
                            <m:t> </m:t>
                          </m:r>
                          <m:sSub>
                            <m:sSubPr>
                              <m:ctrlPr>
                                <a:rPr lang="es-419" sz="2000" b="0" i="1" smtClean="0">
                                  <a:latin typeface="Cambria Math" panose="02040503050406030204" pitchFamily="18" charset="0"/>
                                </a:rPr>
                              </m:ctrlPr>
                            </m:sSubPr>
                            <m:e>
                              <m:r>
                                <m:rPr>
                                  <m:sty m:val="p"/>
                                </m:rPr>
                                <a:rPr lang="es-419" sz="2000" b="0" i="1" smtClean="0">
                                  <a:latin typeface="Cambria Math" panose="02040503050406030204" pitchFamily="18" charset="0"/>
                                </a:rPr>
                                <m:t>A</m:t>
                              </m:r>
                            </m:e>
                            <m:sub>
                              <m:r>
                                <m:rPr>
                                  <m:sty m:val="p"/>
                                </m:rPr>
                                <a:rPr lang="es-419" sz="2000" b="0" i="1" smtClean="0">
                                  <a:latin typeface="Cambria Math" panose="02040503050406030204" pitchFamily="18" charset="0"/>
                                </a:rPr>
                                <m:t>si</m:t>
                              </m:r>
                            </m:sub>
                          </m:sSub>
                          <m:r>
                            <a:rPr lang="es-419" sz="2000" b="0" i="1" smtClean="0">
                              <a:latin typeface="Cambria Math" panose="02040503050406030204" pitchFamily="18" charset="0"/>
                            </a:rPr>
                            <m:t> </m:t>
                          </m:r>
                        </m:e>
                      </m:nary>
                    </m:oMath>
                  </m:oMathPara>
                </a14:m>
                <a:endParaRPr lang="es-CO" sz="2000" dirty="0"/>
              </a:p>
            </p:txBody>
          </p:sp>
        </mc:Choice>
        <mc:Fallback>
          <p:sp>
            <p:nvSpPr>
              <p:cNvPr id="188" name="CuadroTexto 187">
                <a:extLst>
                  <a:ext uri="{FF2B5EF4-FFF2-40B4-BE49-F238E27FC236}">
                    <a16:creationId xmlns:a16="http://schemas.microsoft.com/office/drawing/2014/main" id="{F072483E-8C55-75EF-928F-BB2C096457DE}"/>
                  </a:ext>
                </a:extLst>
              </p:cNvPr>
              <p:cNvSpPr txBox="1">
                <a:spLocks noRot="1" noChangeAspect="1" noMove="1" noResize="1" noEditPoints="1" noAdjustHandles="1" noChangeArrowheads="1" noChangeShapeType="1" noTextEdit="1"/>
              </p:cNvSpPr>
              <p:nvPr/>
            </p:nvSpPr>
            <p:spPr>
              <a:xfrm>
                <a:off x="6111101" y="2933101"/>
                <a:ext cx="4708891" cy="838628"/>
              </a:xfrm>
              <a:prstGeom prst="rect">
                <a:avLst/>
              </a:prstGeom>
              <a:blipFill>
                <a:blip r:embed="rId10"/>
                <a:stretch>
                  <a:fillRect t="-117647" b="-176471"/>
                </a:stretch>
              </a:blipFill>
            </p:spPr>
            <p:txBody>
              <a:bodyPr/>
              <a:lstStyle/>
              <a:p>
                <a:r>
                  <a:rPr lang="es-CO">
                    <a:noFill/>
                  </a:rPr>
                  <a:t> </a:t>
                </a:r>
              </a:p>
            </p:txBody>
          </p:sp>
        </mc:Fallback>
      </mc:AlternateContent>
      <p:sp>
        <p:nvSpPr>
          <p:cNvPr id="189" name="Rectángulo 188">
            <a:extLst>
              <a:ext uri="{FF2B5EF4-FFF2-40B4-BE49-F238E27FC236}">
                <a16:creationId xmlns:a16="http://schemas.microsoft.com/office/drawing/2014/main" id="{C40B0396-5FB9-5C1F-1F6D-7856A725DE2F}"/>
              </a:ext>
            </a:extLst>
          </p:cNvPr>
          <p:cNvSpPr/>
          <p:nvPr/>
        </p:nvSpPr>
        <p:spPr>
          <a:xfrm>
            <a:off x="7157076" y="2888397"/>
            <a:ext cx="2616942" cy="91714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0" name="Rectángulo 189">
            <a:extLst>
              <a:ext uri="{FF2B5EF4-FFF2-40B4-BE49-F238E27FC236}">
                <a16:creationId xmlns:a16="http://schemas.microsoft.com/office/drawing/2014/main" id="{E8EC4F7E-C21F-6210-F8E1-7AF6543376EE}"/>
              </a:ext>
            </a:extLst>
          </p:cNvPr>
          <p:cNvSpPr/>
          <p:nvPr/>
        </p:nvSpPr>
        <p:spPr>
          <a:xfrm>
            <a:off x="6437940" y="5864043"/>
            <a:ext cx="4694880" cy="97396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7" name="Conector recto de flecha 6">
            <a:extLst>
              <a:ext uri="{FF2B5EF4-FFF2-40B4-BE49-F238E27FC236}">
                <a16:creationId xmlns:a16="http://schemas.microsoft.com/office/drawing/2014/main" id="{9A1E0A36-229B-762E-A961-9747D2B55BFD}"/>
              </a:ext>
            </a:extLst>
          </p:cNvPr>
          <p:cNvCxnSpPr>
            <a:cxnSpLocks/>
          </p:cNvCxnSpPr>
          <p:nvPr/>
        </p:nvCxnSpPr>
        <p:spPr>
          <a:xfrm flipV="1">
            <a:off x="1568918" y="4423183"/>
            <a:ext cx="0" cy="33229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ector recto de flecha 7">
            <a:extLst>
              <a:ext uri="{FF2B5EF4-FFF2-40B4-BE49-F238E27FC236}">
                <a16:creationId xmlns:a16="http://schemas.microsoft.com/office/drawing/2014/main" id="{53EC2703-5C48-9BFE-329F-232F93088C9B}"/>
              </a:ext>
            </a:extLst>
          </p:cNvPr>
          <p:cNvCxnSpPr>
            <a:cxnSpLocks/>
          </p:cNvCxnSpPr>
          <p:nvPr/>
        </p:nvCxnSpPr>
        <p:spPr>
          <a:xfrm flipV="1">
            <a:off x="2196402" y="4423183"/>
            <a:ext cx="0" cy="33229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ector recto de flecha 8">
            <a:extLst>
              <a:ext uri="{FF2B5EF4-FFF2-40B4-BE49-F238E27FC236}">
                <a16:creationId xmlns:a16="http://schemas.microsoft.com/office/drawing/2014/main" id="{7D982150-947E-A314-D450-88C8823F8A44}"/>
              </a:ext>
            </a:extLst>
          </p:cNvPr>
          <p:cNvCxnSpPr>
            <a:cxnSpLocks/>
          </p:cNvCxnSpPr>
          <p:nvPr/>
        </p:nvCxnSpPr>
        <p:spPr>
          <a:xfrm flipV="1">
            <a:off x="1137892" y="5918826"/>
            <a:ext cx="0" cy="33229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ector recto de flecha 13">
            <a:extLst>
              <a:ext uri="{FF2B5EF4-FFF2-40B4-BE49-F238E27FC236}">
                <a16:creationId xmlns:a16="http://schemas.microsoft.com/office/drawing/2014/main" id="{9BA1C053-F6E1-46FF-3512-B8F1CAC24143}"/>
              </a:ext>
            </a:extLst>
          </p:cNvPr>
          <p:cNvCxnSpPr>
            <a:cxnSpLocks/>
          </p:cNvCxnSpPr>
          <p:nvPr/>
        </p:nvCxnSpPr>
        <p:spPr>
          <a:xfrm flipV="1">
            <a:off x="1583509" y="5912179"/>
            <a:ext cx="0" cy="33229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ector recto de flecha 26">
            <a:extLst>
              <a:ext uri="{FF2B5EF4-FFF2-40B4-BE49-F238E27FC236}">
                <a16:creationId xmlns:a16="http://schemas.microsoft.com/office/drawing/2014/main" id="{667097F4-5DE3-BE84-95A9-8DF0CA72B920}"/>
              </a:ext>
            </a:extLst>
          </p:cNvPr>
          <p:cNvCxnSpPr>
            <a:cxnSpLocks/>
          </p:cNvCxnSpPr>
          <p:nvPr/>
        </p:nvCxnSpPr>
        <p:spPr>
          <a:xfrm flipV="1">
            <a:off x="2210993" y="5912179"/>
            <a:ext cx="0" cy="33229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1531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4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4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4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4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4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5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5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5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5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5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5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6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6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7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7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7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7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7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77"/>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78"/>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79"/>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9"/>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4"/>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2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82"/>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83"/>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84"/>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8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89"/>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85"/>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186"/>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87"/>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P spid="130" grpId="0"/>
      <p:bldP spid="131" grpId="0"/>
      <p:bldP spid="132" grpId="0"/>
      <p:bldP spid="133" grpId="0"/>
      <p:bldP spid="134" grpId="0"/>
      <p:bldP spid="143" grpId="0"/>
      <p:bldP spid="151" grpId="0"/>
      <p:bldP spid="152" grpId="0"/>
      <p:bldP spid="153" grpId="0"/>
      <p:bldP spid="154" grpId="0"/>
      <p:bldP spid="155" grpId="0"/>
      <p:bldP spid="171" grpId="0"/>
      <p:bldP spid="172" grpId="0"/>
      <p:bldP spid="173" grpId="0"/>
      <p:bldP spid="174" grpId="0"/>
      <p:bldP spid="177" grpId="0"/>
      <p:bldP spid="178" grpId="0"/>
      <p:bldP spid="179" grpId="0"/>
      <p:bldP spid="182" grpId="0"/>
      <p:bldP spid="183" grpId="0"/>
      <p:bldP spid="184" grpId="0"/>
      <p:bldP spid="185" grpId="0"/>
      <p:bldP spid="186" grpId="0"/>
      <p:bldP spid="187" grpId="0"/>
      <p:bldP spid="188" grpId="0"/>
      <p:bldP spid="189" grpId="0" animBg="1"/>
      <p:bldP spid="19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BDF99-94C6-2C07-42D0-3DB37F0AA8D8}"/>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AEDFA7BA-7769-3175-BBC8-CBF3ADBAADA7}"/>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A93A96A2-A25E-4570-6A40-7A780F307820}"/>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78563D53-4FD5-B7F5-2379-C8261E3292E1}"/>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051FEB81-3454-6214-9CA8-B3DB537A754D}"/>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Diagrama de interacción</a:t>
            </a:r>
          </a:p>
        </p:txBody>
      </p:sp>
      <p:sp>
        <p:nvSpPr>
          <p:cNvPr id="9" name="CuadroTexto 8">
            <a:extLst>
              <a:ext uri="{FF2B5EF4-FFF2-40B4-BE49-F238E27FC236}">
                <a16:creationId xmlns:a16="http://schemas.microsoft.com/office/drawing/2014/main" id="{A79A6284-E5DB-B7C6-1C43-E21CC419DC26}"/>
              </a:ext>
            </a:extLst>
          </p:cNvPr>
          <p:cNvSpPr txBox="1"/>
          <p:nvPr/>
        </p:nvSpPr>
        <p:spPr>
          <a:xfrm>
            <a:off x="297179" y="1661785"/>
            <a:ext cx="3784286" cy="4832092"/>
          </a:xfrm>
          <a:prstGeom prst="rect">
            <a:avLst/>
          </a:prstGeom>
          <a:noFill/>
        </p:spPr>
        <p:txBody>
          <a:bodyPr wrap="square">
            <a:spAutoFit/>
          </a:bodyPr>
          <a:lstStyle/>
          <a:p>
            <a:r>
              <a:rPr lang="es-CO" sz="2200" dirty="0"/>
              <a:t>Para construir el diagrama de interacción es necesario evaluar diferentes condiciones de falla para el elemento, entre ellas el caso cuando el elemento está solicitado a carga axial tanto de compresión como de tracción, así como cuando está solicitado simultáneamente a carga axial y a momento flector para diferentes profundidades del eje neutro</a:t>
            </a:r>
          </a:p>
        </p:txBody>
      </p:sp>
      <p:pic>
        <p:nvPicPr>
          <p:cNvPr id="6" name="Imagen 5">
            <a:extLst>
              <a:ext uri="{FF2B5EF4-FFF2-40B4-BE49-F238E27FC236}">
                <a16:creationId xmlns:a16="http://schemas.microsoft.com/office/drawing/2014/main" id="{3A75B123-CFDA-C982-7CF3-67F46030963B}"/>
              </a:ext>
            </a:extLst>
          </p:cNvPr>
          <p:cNvPicPr>
            <a:picLocks noChangeAspect="1"/>
          </p:cNvPicPr>
          <p:nvPr/>
        </p:nvPicPr>
        <p:blipFill>
          <a:blip r:embed="rId4"/>
          <a:stretch>
            <a:fillRect/>
          </a:stretch>
        </p:blipFill>
        <p:spPr>
          <a:xfrm>
            <a:off x="6096000" y="1661784"/>
            <a:ext cx="5022076" cy="4533271"/>
          </a:xfrm>
          <a:prstGeom prst="rect">
            <a:avLst/>
          </a:prstGeom>
        </p:spPr>
      </p:pic>
    </p:spTree>
    <p:extLst>
      <p:ext uri="{BB962C8B-B14F-4D97-AF65-F5344CB8AC3E}">
        <p14:creationId xmlns:p14="http://schemas.microsoft.com/office/powerpoint/2010/main" val="17329228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F9148-E099-397A-C34E-A4F9378A8F72}"/>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9160D5DB-BB85-B73D-A380-0E3BF221BB7F}"/>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222343F9-532B-85A2-60E8-8AB49E0E167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35AD4450-651D-7F35-803D-47D2DF0F1C7C}"/>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BAD24CD2-F014-AA1D-6868-79A1E4C82D6A}"/>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Ejemplo</a:t>
            </a:r>
          </a:p>
        </p:txBody>
      </p:sp>
      <p:sp>
        <p:nvSpPr>
          <p:cNvPr id="4" name="Rectángulo 3">
            <a:extLst>
              <a:ext uri="{FF2B5EF4-FFF2-40B4-BE49-F238E27FC236}">
                <a16:creationId xmlns:a16="http://schemas.microsoft.com/office/drawing/2014/main" id="{E4F84391-55E2-0117-65D7-EE08BA00ADA9}"/>
              </a:ext>
            </a:extLst>
          </p:cNvPr>
          <p:cNvSpPr/>
          <p:nvPr/>
        </p:nvSpPr>
        <p:spPr>
          <a:xfrm>
            <a:off x="861742" y="2847323"/>
            <a:ext cx="1449238" cy="2061713"/>
          </a:xfrm>
          <a:prstGeom prst="rect">
            <a:avLst/>
          </a:prstGeom>
          <a:solidFill>
            <a:schemeClr val="dk1">
              <a:alpha val="2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s-CO"/>
          </a:p>
        </p:txBody>
      </p:sp>
      <p:sp>
        <p:nvSpPr>
          <p:cNvPr id="6" name="Elipse 5">
            <a:extLst>
              <a:ext uri="{FF2B5EF4-FFF2-40B4-BE49-F238E27FC236}">
                <a16:creationId xmlns:a16="http://schemas.microsoft.com/office/drawing/2014/main" id="{E89DDBAC-F178-EDA1-6B55-C9A6404593B1}"/>
              </a:ext>
            </a:extLst>
          </p:cNvPr>
          <p:cNvSpPr/>
          <p:nvPr/>
        </p:nvSpPr>
        <p:spPr>
          <a:xfrm>
            <a:off x="1030629" y="4660119"/>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Elipse 6">
            <a:extLst>
              <a:ext uri="{FF2B5EF4-FFF2-40B4-BE49-F238E27FC236}">
                <a16:creationId xmlns:a16="http://schemas.microsoft.com/office/drawing/2014/main" id="{8D83CF84-4641-2D50-2BDA-B9DD36E70190}"/>
              </a:ext>
            </a:extLst>
          </p:cNvPr>
          <p:cNvSpPr/>
          <p:nvPr/>
        </p:nvSpPr>
        <p:spPr>
          <a:xfrm>
            <a:off x="2069440" y="4660119"/>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Rectángulo 7">
            <a:extLst>
              <a:ext uri="{FF2B5EF4-FFF2-40B4-BE49-F238E27FC236}">
                <a16:creationId xmlns:a16="http://schemas.microsoft.com/office/drawing/2014/main" id="{215990A6-F6B6-3BB2-EBA4-DCF45EAD3BF9}"/>
              </a:ext>
            </a:extLst>
          </p:cNvPr>
          <p:cNvSpPr/>
          <p:nvPr/>
        </p:nvSpPr>
        <p:spPr>
          <a:xfrm>
            <a:off x="998126" y="2968442"/>
            <a:ext cx="1209040" cy="1832761"/>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CO"/>
          </a:p>
        </p:txBody>
      </p:sp>
      <p:sp>
        <p:nvSpPr>
          <p:cNvPr id="10" name="Elipse 9">
            <a:extLst>
              <a:ext uri="{FF2B5EF4-FFF2-40B4-BE49-F238E27FC236}">
                <a16:creationId xmlns:a16="http://schemas.microsoft.com/office/drawing/2014/main" id="{34C2A7A8-CD69-6BDD-ACCC-F419223EDB5E}"/>
              </a:ext>
            </a:extLst>
          </p:cNvPr>
          <p:cNvSpPr/>
          <p:nvPr/>
        </p:nvSpPr>
        <p:spPr>
          <a:xfrm>
            <a:off x="1558717" y="4660119"/>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Elipse 10">
            <a:extLst>
              <a:ext uri="{FF2B5EF4-FFF2-40B4-BE49-F238E27FC236}">
                <a16:creationId xmlns:a16="http://schemas.microsoft.com/office/drawing/2014/main" id="{5D7772C7-BCB6-3211-E5D6-947E2D79A737}"/>
              </a:ext>
            </a:extLst>
          </p:cNvPr>
          <p:cNvSpPr/>
          <p:nvPr/>
        </p:nvSpPr>
        <p:spPr>
          <a:xfrm>
            <a:off x="1025396" y="3003424"/>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Elipse 11">
            <a:extLst>
              <a:ext uri="{FF2B5EF4-FFF2-40B4-BE49-F238E27FC236}">
                <a16:creationId xmlns:a16="http://schemas.microsoft.com/office/drawing/2014/main" id="{73678F29-62E6-FBBD-8568-8E878D8EC100}"/>
              </a:ext>
            </a:extLst>
          </p:cNvPr>
          <p:cNvSpPr/>
          <p:nvPr/>
        </p:nvSpPr>
        <p:spPr>
          <a:xfrm>
            <a:off x="2064207" y="3003424"/>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 name="Elipse 12">
            <a:extLst>
              <a:ext uri="{FF2B5EF4-FFF2-40B4-BE49-F238E27FC236}">
                <a16:creationId xmlns:a16="http://schemas.microsoft.com/office/drawing/2014/main" id="{458E2D62-06FB-BB4B-F056-7D69EC8CFF45}"/>
              </a:ext>
            </a:extLst>
          </p:cNvPr>
          <p:cNvSpPr/>
          <p:nvPr/>
        </p:nvSpPr>
        <p:spPr>
          <a:xfrm>
            <a:off x="1561295" y="3003424"/>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5" name="Conector recto 14">
            <a:extLst>
              <a:ext uri="{FF2B5EF4-FFF2-40B4-BE49-F238E27FC236}">
                <a16:creationId xmlns:a16="http://schemas.microsoft.com/office/drawing/2014/main" id="{0AC1364A-A125-258F-9706-1C3003B34C36}"/>
              </a:ext>
            </a:extLst>
          </p:cNvPr>
          <p:cNvCxnSpPr/>
          <p:nvPr/>
        </p:nvCxnSpPr>
        <p:spPr>
          <a:xfrm flipH="1">
            <a:off x="1960115" y="3110160"/>
            <a:ext cx="247051" cy="33624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6" name="Conector recto 15">
            <a:extLst>
              <a:ext uri="{FF2B5EF4-FFF2-40B4-BE49-F238E27FC236}">
                <a16:creationId xmlns:a16="http://schemas.microsoft.com/office/drawing/2014/main" id="{34B38E8A-1C00-0A22-66DB-72995923DB21}"/>
              </a:ext>
            </a:extLst>
          </p:cNvPr>
          <p:cNvCxnSpPr/>
          <p:nvPr/>
        </p:nvCxnSpPr>
        <p:spPr>
          <a:xfrm flipH="1">
            <a:off x="1822389" y="2976975"/>
            <a:ext cx="247051" cy="33624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9" name="Elipse 18">
            <a:extLst>
              <a:ext uri="{FF2B5EF4-FFF2-40B4-BE49-F238E27FC236}">
                <a16:creationId xmlns:a16="http://schemas.microsoft.com/office/drawing/2014/main" id="{D878B7FC-5E6C-9D95-6067-4FA374FD36B2}"/>
              </a:ext>
            </a:extLst>
          </p:cNvPr>
          <p:cNvSpPr/>
          <p:nvPr/>
        </p:nvSpPr>
        <p:spPr>
          <a:xfrm>
            <a:off x="1026643" y="4185709"/>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Elipse 19">
            <a:extLst>
              <a:ext uri="{FF2B5EF4-FFF2-40B4-BE49-F238E27FC236}">
                <a16:creationId xmlns:a16="http://schemas.microsoft.com/office/drawing/2014/main" id="{D220C518-C736-6FB2-52FF-0048BEB8058D}"/>
              </a:ext>
            </a:extLst>
          </p:cNvPr>
          <p:cNvSpPr/>
          <p:nvPr/>
        </p:nvSpPr>
        <p:spPr>
          <a:xfrm>
            <a:off x="2065454" y="4185709"/>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3" name="Elipse 22">
            <a:extLst>
              <a:ext uri="{FF2B5EF4-FFF2-40B4-BE49-F238E27FC236}">
                <a16:creationId xmlns:a16="http://schemas.microsoft.com/office/drawing/2014/main" id="{BABA9494-C651-51DA-1DE0-826E0697267D}"/>
              </a:ext>
            </a:extLst>
          </p:cNvPr>
          <p:cNvSpPr/>
          <p:nvPr/>
        </p:nvSpPr>
        <p:spPr>
          <a:xfrm>
            <a:off x="1012200" y="358812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6" name="Elipse 25">
            <a:extLst>
              <a:ext uri="{FF2B5EF4-FFF2-40B4-BE49-F238E27FC236}">
                <a16:creationId xmlns:a16="http://schemas.microsoft.com/office/drawing/2014/main" id="{ACE80D83-8194-85E5-B940-27BFE2D5EA52}"/>
              </a:ext>
            </a:extLst>
          </p:cNvPr>
          <p:cNvSpPr/>
          <p:nvPr/>
        </p:nvSpPr>
        <p:spPr>
          <a:xfrm>
            <a:off x="2066720" y="3588122"/>
            <a:ext cx="120770" cy="116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8" name="CuadroTexto 27">
            <a:extLst>
              <a:ext uri="{FF2B5EF4-FFF2-40B4-BE49-F238E27FC236}">
                <a16:creationId xmlns:a16="http://schemas.microsoft.com/office/drawing/2014/main" id="{016529F9-2F8B-81ED-3D22-2727423BC712}"/>
              </a:ext>
            </a:extLst>
          </p:cNvPr>
          <p:cNvSpPr txBox="1"/>
          <p:nvPr/>
        </p:nvSpPr>
        <p:spPr>
          <a:xfrm>
            <a:off x="281939" y="1451809"/>
            <a:ext cx="10275357" cy="830997"/>
          </a:xfrm>
          <a:prstGeom prst="rect">
            <a:avLst/>
          </a:prstGeom>
          <a:noFill/>
        </p:spPr>
        <p:txBody>
          <a:bodyPr wrap="square">
            <a:spAutoFit/>
          </a:bodyPr>
          <a:lstStyle/>
          <a:p>
            <a:r>
              <a:rPr lang="es-CO" sz="2400" dirty="0"/>
              <a:t>Calcular el diagrama de interacción para la siguiente columna de la figura, si </a:t>
            </a:r>
            <a:r>
              <a:rPr lang="es-CO" sz="2400" dirty="0" err="1"/>
              <a:t>f´c</a:t>
            </a:r>
            <a:r>
              <a:rPr lang="es-CO" sz="2400" dirty="0"/>
              <a:t>=21 </a:t>
            </a:r>
            <a:r>
              <a:rPr lang="es-CO" sz="2400" dirty="0" err="1"/>
              <a:t>Mpa</a:t>
            </a:r>
            <a:r>
              <a:rPr lang="es-CO" sz="2400" dirty="0"/>
              <a:t> y </a:t>
            </a:r>
            <a:r>
              <a:rPr lang="es-CO" sz="2400" dirty="0" err="1"/>
              <a:t>fy</a:t>
            </a:r>
            <a:r>
              <a:rPr lang="es-CO" sz="2400" dirty="0"/>
              <a:t>= 420 MPa</a:t>
            </a:r>
          </a:p>
        </p:txBody>
      </p:sp>
      <p:sp>
        <p:nvSpPr>
          <p:cNvPr id="29" name="CuadroTexto 28">
            <a:extLst>
              <a:ext uri="{FF2B5EF4-FFF2-40B4-BE49-F238E27FC236}">
                <a16:creationId xmlns:a16="http://schemas.microsoft.com/office/drawing/2014/main" id="{68ED77E9-112A-EE4E-C1D9-8FDE79C743A3}"/>
              </a:ext>
            </a:extLst>
          </p:cNvPr>
          <p:cNvSpPr txBox="1"/>
          <p:nvPr/>
        </p:nvSpPr>
        <p:spPr>
          <a:xfrm>
            <a:off x="0" y="3670775"/>
            <a:ext cx="636352" cy="400110"/>
          </a:xfrm>
          <a:prstGeom prst="rect">
            <a:avLst/>
          </a:prstGeom>
          <a:noFill/>
        </p:spPr>
        <p:txBody>
          <a:bodyPr wrap="square">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500</a:t>
            </a:r>
          </a:p>
        </p:txBody>
      </p:sp>
      <p:cxnSp>
        <p:nvCxnSpPr>
          <p:cNvPr id="30" name="Conector recto de flecha 29">
            <a:extLst>
              <a:ext uri="{FF2B5EF4-FFF2-40B4-BE49-F238E27FC236}">
                <a16:creationId xmlns:a16="http://schemas.microsoft.com/office/drawing/2014/main" id="{8E930C36-12A2-AC6B-7B21-B631F3346EFE}"/>
              </a:ext>
            </a:extLst>
          </p:cNvPr>
          <p:cNvCxnSpPr/>
          <p:nvPr/>
        </p:nvCxnSpPr>
        <p:spPr>
          <a:xfrm flipV="1">
            <a:off x="636352" y="2839974"/>
            <a:ext cx="0" cy="2061713"/>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31" name="Conector recto de flecha 30">
            <a:extLst>
              <a:ext uri="{FF2B5EF4-FFF2-40B4-BE49-F238E27FC236}">
                <a16:creationId xmlns:a16="http://schemas.microsoft.com/office/drawing/2014/main" id="{CCCD22B9-B752-50EA-F7E8-64C63365E873}"/>
              </a:ext>
            </a:extLst>
          </p:cNvPr>
          <p:cNvCxnSpPr>
            <a:cxnSpLocks/>
          </p:cNvCxnSpPr>
          <p:nvPr/>
        </p:nvCxnSpPr>
        <p:spPr>
          <a:xfrm flipH="1">
            <a:off x="861742" y="5244817"/>
            <a:ext cx="1449238" cy="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sp>
        <p:nvSpPr>
          <p:cNvPr id="32" name="CuadroTexto 31">
            <a:extLst>
              <a:ext uri="{FF2B5EF4-FFF2-40B4-BE49-F238E27FC236}">
                <a16:creationId xmlns:a16="http://schemas.microsoft.com/office/drawing/2014/main" id="{B17DCA9D-4549-2A92-ADE6-E9BDD5F92F69}"/>
              </a:ext>
            </a:extLst>
          </p:cNvPr>
          <p:cNvSpPr txBox="1"/>
          <p:nvPr/>
        </p:nvSpPr>
        <p:spPr>
          <a:xfrm>
            <a:off x="1296857" y="5244817"/>
            <a:ext cx="772583" cy="400110"/>
          </a:xfrm>
          <a:prstGeom prst="rect">
            <a:avLst/>
          </a:prstGeom>
          <a:noFill/>
        </p:spPr>
        <p:txBody>
          <a:bodyPr wrap="square">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400</a:t>
            </a:r>
            <a:endParaRPr lang="es-CO" sz="2000" baseline="-25000" dirty="0">
              <a:latin typeface="Calibri" panose="020F0502020204030204" pitchFamily="34" charset="0"/>
              <a:ea typeface="Calibri" panose="020F0502020204030204" pitchFamily="34" charset="0"/>
              <a:cs typeface="Calibri" panose="020F0502020204030204" pitchFamily="34" charset="0"/>
            </a:endParaRPr>
          </a:p>
        </p:txBody>
      </p:sp>
      <p:sp>
        <p:nvSpPr>
          <p:cNvPr id="33" name="CuadroTexto 32">
            <a:extLst>
              <a:ext uri="{FF2B5EF4-FFF2-40B4-BE49-F238E27FC236}">
                <a16:creationId xmlns:a16="http://schemas.microsoft.com/office/drawing/2014/main" id="{83A653AB-81DB-830A-F219-62CF73FAB6B3}"/>
              </a:ext>
            </a:extLst>
          </p:cNvPr>
          <p:cNvSpPr txBox="1"/>
          <p:nvPr/>
        </p:nvSpPr>
        <p:spPr>
          <a:xfrm>
            <a:off x="2489814" y="4861011"/>
            <a:ext cx="772583" cy="400110"/>
          </a:xfrm>
          <a:prstGeom prst="rect">
            <a:avLst/>
          </a:prstGeom>
          <a:noFill/>
        </p:spPr>
        <p:txBody>
          <a:bodyPr wrap="square">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3#8</a:t>
            </a:r>
            <a:endParaRPr lang="es-CO" sz="2000" baseline="-25000" dirty="0">
              <a:latin typeface="Calibri" panose="020F0502020204030204" pitchFamily="34" charset="0"/>
              <a:ea typeface="Calibri" panose="020F0502020204030204" pitchFamily="34" charset="0"/>
              <a:cs typeface="Calibri" panose="020F0502020204030204" pitchFamily="34" charset="0"/>
            </a:endParaRPr>
          </a:p>
        </p:txBody>
      </p:sp>
      <p:cxnSp>
        <p:nvCxnSpPr>
          <p:cNvPr id="34" name="Conector recto de flecha 33">
            <a:extLst>
              <a:ext uri="{FF2B5EF4-FFF2-40B4-BE49-F238E27FC236}">
                <a16:creationId xmlns:a16="http://schemas.microsoft.com/office/drawing/2014/main" id="{3F3C2393-D1B6-8A41-4DE8-CFC5B89D1BA5}"/>
              </a:ext>
            </a:extLst>
          </p:cNvPr>
          <p:cNvCxnSpPr>
            <a:cxnSpLocks/>
            <a:endCxn id="33" idx="1"/>
          </p:cNvCxnSpPr>
          <p:nvPr/>
        </p:nvCxnSpPr>
        <p:spPr>
          <a:xfrm>
            <a:off x="2102409" y="4752170"/>
            <a:ext cx="387405" cy="3088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CuadroTexto 34">
            <a:extLst>
              <a:ext uri="{FF2B5EF4-FFF2-40B4-BE49-F238E27FC236}">
                <a16:creationId xmlns:a16="http://schemas.microsoft.com/office/drawing/2014/main" id="{72DB8F0C-159D-FC95-5A3F-6FD2B118D30B}"/>
              </a:ext>
            </a:extLst>
          </p:cNvPr>
          <p:cNvSpPr txBox="1"/>
          <p:nvPr/>
        </p:nvSpPr>
        <p:spPr>
          <a:xfrm>
            <a:off x="2506328" y="2682647"/>
            <a:ext cx="772583" cy="400110"/>
          </a:xfrm>
          <a:prstGeom prst="rect">
            <a:avLst/>
          </a:prstGeom>
          <a:noFill/>
        </p:spPr>
        <p:txBody>
          <a:bodyPr wrap="square">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3#8</a:t>
            </a:r>
            <a:endParaRPr lang="es-CO" sz="2000" baseline="-25000" dirty="0">
              <a:latin typeface="Calibri" panose="020F0502020204030204" pitchFamily="34" charset="0"/>
              <a:ea typeface="Calibri" panose="020F0502020204030204" pitchFamily="34" charset="0"/>
              <a:cs typeface="Calibri" panose="020F0502020204030204" pitchFamily="34" charset="0"/>
            </a:endParaRPr>
          </a:p>
        </p:txBody>
      </p:sp>
      <p:sp>
        <p:nvSpPr>
          <p:cNvPr id="36" name="CuadroTexto 35">
            <a:extLst>
              <a:ext uri="{FF2B5EF4-FFF2-40B4-BE49-F238E27FC236}">
                <a16:creationId xmlns:a16="http://schemas.microsoft.com/office/drawing/2014/main" id="{6BA25893-D703-E6B3-AF06-02FE4CA6A163}"/>
              </a:ext>
            </a:extLst>
          </p:cNvPr>
          <p:cNvSpPr txBox="1"/>
          <p:nvPr/>
        </p:nvSpPr>
        <p:spPr>
          <a:xfrm>
            <a:off x="2536369" y="3744062"/>
            <a:ext cx="772583" cy="400110"/>
          </a:xfrm>
          <a:prstGeom prst="rect">
            <a:avLst/>
          </a:prstGeom>
          <a:noFill/>
        </p:spPr>
        <p:txBody>
          <a:bodyPr wrap="square">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4#7</a:t>
            </a:r>
            <a:endParaRPr lang="es-CO" sz="2000" baseline="-25000" dirty="0">
              <a:latin typeface="Calibri" panose="020F0502020204030204" pitchFamily="34" charset="0"/>
              <a:ea typeface="Calibri" panose="020F0502020204030204" pitchFamily="34" charset="0"/>
              <a:cs typeface="Calibri" panose="020F0502020204030204" pitchFamily="34" charset="0"/>
            </a:endParaRPr>
          </a:p>
        </p:txBody>
      </p:sp>
      <p:cxnSp>
        <p:nvCxnSpPr>
          <p:cNvPr id="37" name="Conector recto de flecha 36">
            <a:extLst>
              <a:ext uri="{FF2B5EF4-FFF2-40B4-BE49-F238E27FC236}">
                <a16:creationId xmlns:a16="http://schemas.microsoft.com/office/drawing/2014/main" id="{225627F0-C45D-2075-4739-E5299CCE9255}"/>
              </a:ext>
            </a:extLst>
          </p:cNvPr>
          <p:cNvCxnSpPr>
            <a:cxnSpLocks/>
          </p:cNvCxnSpPr>
          <p:nvPr/>
        </p:nvCxnSpPr>
        <p:spPr>
          <a:xfrm>
            <a:off x="2206695" y="3635221"/>
            <a:ext cx="387405" cy="3088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Conector recto de flecha 37">
            <a:extLst>
              <a:ext uri="{FF2B5EF4-FFF2-40B4-BE49-F238E27FC236}">
                <a16:creationId xmlns:a16="http://schemas.microsoft.com/office/drawing/2014/main" id="{95D62F3C-5654-5CE7-44A1-CD536E8B6EB0}"/>
              </a:ext>
            </a:extLst>
          </p:cNvPr>
          <p:cNvCxnSpPr>
            <a:cxnSpLocks/>
          </p:cNvCxnSpPr>
          <p:nvPr/>
        </p:nvCxnSpPr>
        <p:spPr>
          <a:xfrm flipV="1">
            <a:off x="2174288" y="4077876"/>
            <a:ext cx="419812" cy="2020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Conector recto de flecha 40">
            <a:extLst>
              <a:ext uri="{FF2B5EF4-FFF2-40B4-BE49-F238E27FC236}">
                <a16:creationId xmlns:a16="http://schemas.microsoft.com/office/drawing/2014/main" id="{F7010032-853E-7223-8629-1B7345D4C8C4}"/>
              </a:ext>
            </a:extLst>
          </p:cNvPr>
          <p:cNvCxnSpPr>
            <a:cxnSpLocks/>
          </p:cNvCxnSpPr>
          <p:nvPr/>
        </p:nvCxnSpPr>
        <p:spPr>
          <a:xfrm flipV="1">
            <a:off x="2086516" y="2904967"/>
            <a:ext cx="419812" cy="2020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80397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3553D-7E5D-8816-CED5-3048D37302F5}"/>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97BFD127-F628-542E-D4BE-B6A2D40A5A2F}"/>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28B2259A-E7C3-7F4F-0483-F0D6E1CED68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862AF669-00C9-766D-EA41-76731C354B6C}"/>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2599E6B7-E0D4-C35B-F995-0FDC4385F227}"/>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Diagrama de interacción</a:t>
            </a:r>
          </a:p>
        </p:txBody>
      </p:sp>
      <p:pic>
        <p:nvPicPr>
          <p:cNvPr id="10" name="Imagen 9">
            <a:extLst>
              <a:ext uri="{FF2B5EF4-FFF2-40B4-BE49-F238E27FC236}">
                <a16:creationId xmlns:a16="http://schemas.microsoft.com/office/drawing/2014/main" id="{D986E8FE-82AC-B6F2-5AE4-3174BC48BE09}"/>
              </a:ext>
            </a:extLst>
          </p:cNvPr>
          <p:cNvPicPr>
            <a:picLocks noChangeAspect="1"/>
          </p:cNvPicPr>
          <p:nvPr/>
        </p:nvPicPr>
        <p:blipFill>
          <a:blip r:embed="rId4"/>
          <a:stretch>
            <a:fillRect/>
          </a:stretch>
        </p:blipFill>
        <p:spPr>
          <a:xfrm>
            <a:off x="5523922" y="1494381"/>
            <a:ext cx="6668078" cy="4816257"/>
          </a:xfrm>
          <a:prstGeom prst="rect">
            <a:avLst/>
          </a:prstGeom>
        </p:spPr>
      </p:pic>
      <p:pic>
        <p:nvPicPr>
          <p:cNvPr id="11" name="image29.png">
            <a:extLst>
              <a:ext uri="{FF2B5EF4-FFF2-40B4-BE49-F238E27FC236}">
                <a16:creationId xmlns:a16="http://schemas.microsoft.com/office/drawing/2014/main" id="{D4E4250D-47BD-AA09-0D1C-01D2522270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2048" y="2194559"/>
            <a:ext cx="5437824" cy="3776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3769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E8CD1-4430-C48C-6D2D-795F66464D87}"/>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D7C2C989-B725-BD8E-5502-FF43A5B9DE12}"/>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C034ADE9-2C2D-B172-5A11-7532EFD1CE6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60DABAD7-3261-44C0-1714-0DB1F0DB0A71}"/>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0A6275AE-0717-A016-EA57-F57735CA1D2F}"/>
              </a:ext>
            </a:extLst>
          </p:cNvPr>
          <p:cNvSpPr txBox="1"/>
          <p:nvPr/>
        </p:nvSpPr>
        <p:spPr>
          <a:xfrm>
            <a:off x="3467100" y="1851720"/>
            <a:ext cx="5257800" cy="3046988"/>
          </a:xfrm>
          <a:prstGeom prst="rect">
            <a:avLst/>
          </a:prstGeom>
          <a:noFill/>
        </p:spPr>
        <p:txBody>
          <a:bodyPr wrap="square">
            <a:spAutoFit/>
          </a:bodyPr>
          <a:lstStyle/>
          <a:p>
            <a:pPr algn="ctr"/>
            <a:r>
              <a:rPr lang="es-CO" sz="4800" b="1" dirty="0"/>
              <a:t>CARGA AXIAL</a:t>
            </a:r>
          </a:p>
          <a:p>
            <a:pPr algn="ctr"/>
            <a:r>
              <a:rPr lang="es-CO" sz="4800" b="1" dirty="0"/>
              <a:t>COMPRESIÓN</a:t>
            </a:r>
          </a:p>
          <a:p>
            <a:pPr algn="ctr"/>
            <a:r>
              <a:rPr lang="es-CO" sz="4800" b="1" dirty="0"/>
              <a:t>Y FLEXION BIAXIAL</a:t>
            </a:r>
          </a:p>
        </p:txBody>
      </p:sp>
    </p:spTree>
    <p:extLst>
      <p:ext uri="{BB962C8B-B14F-4D97-AF65-F5344CB8AC3E}">
        <p14:creationId xmlns:p14="http://schemas.microsoft.com/office/powerpoint/2010/main" val="30854175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48EC3-DF2C-EC74-36A5-71E285E6023E}"/>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B9290421-966A-18E8-E602-50CF53327EF0}"/>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79A87496-59C8-BA10-09E7-7F85B0BD00B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25146003-F3B8-5E11-25D5-D2623848DF47}"/>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F2F47B31-D276-C3B2-841E-7AFA87A70E87}"/>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Flexión Biaxial</a:t>
            </a:r>
          </a:p>
        </p:txBody>
      </p:sp>
      <p:pic>
        <p:nvPicPr>
          <p:cNvPr id="6" name="Imagen 5">
            <a:extLst>
              <a:ext uri="{FF2B5EF4-FFF2-40B4-BE49-F238E27FC236}">
                <a16:creationId xmlns:a16="http://schemas.microsoft.com/office/drawing/2014/main" id="{1FF259E6-64AD-7F7F-CB3B-88BF03FB16A4}"/>
              </a:ext>
            </a:extLst>
          </p:cNvPr>
          <p:cNvPicPr>
            <a:picLocks noChangeAspect="1"/>
          </p:cNvPicPr>
          <p:nvPr/>
        </p:nvPicPr>
        <p:blipFill>
          <a:blip r:embed="rId4"/>
          <a:stretch>
            <a:fillRect/>
          </a:stretch>
        </p:blipFill>
        <p:spPr>
          <a:xfrm rot="5400000">
            <a:off x="4320884" y="-882723"/>
            <a:ext cx="5728962" cy="9414416"/>
          </a:xfrm>
          <a:prstGeom prst="rect">
            <a:avLst/>
          </a:prstGeom>
        </p:spPr>
      </p:pic>
      <p:sp>
        <p:nvSpPr>
          <p:cNvPr id="7" name="CuadroTexto 6">
            <a:extLst>
              <a:ext uri="{FF2B5EF4-FFF2-40B4-BE49-F238E27FC236}">
                <a16:creationId xmlns:a16="http://schemas.microsoft.com/office/drawing/2014/main" id="{15C02121-3777-2680-201A-D6CC5C58DBAB}"/>
              </a:ext>
            </a:extLst>
          </p:cNvPr>
          <p:cNvSpPr txBox="1"/>
          <p:nvPr/>
        </p:nvSpPr>
        <p:spPr>
          <a:xfrm>
            <a:off x="-251792" y="6440772"/>
            <a:ext cx="2379642" cy="317590"/>
          </a:xfrm>
          <a:prstGeom prst="rect">
            <a:avLst/>
          </a:prstGeom>
          <a:noFill/>
        </p:spPr>
        <p:txBody>
          <a:bodyPr wrap="square" rtlCol="0">
            <a:spAutoFit/>
          </a:bodyPr>
          <a:lstStyle/>
          <a:p>
            <a:pPr algn="r"/>
            <a:r>
              <a:rPr lang="es-CO" sz="1400" dirty="0"/>
              <a:t>Fuente: Park &amp; </a:t>
            </a:r>
            <a:r>
              <a:rPr lang="es-CO" sz="1400" dirty="0" err="1"/>
              <a:t>Paulay</a:t>
            </a:r>
            <a:endParaRPr lang="es-CO" sz="1400" dirty="0"/>
          </a:p>
        </p:txBody>
      </p:sp>
    </p:spTree>
    <p:extLst>
      <p:ext uri="{BB962C8B-B14F-4D97-AF65-F5344CB8AC3E}">
        <p14:creationId xmlns:p14="http://schemas.microsoft.com/office/powerpoint/2010/main" val="21417927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4234C-2914-54D5-ED64-ED1FD14FB3CB}"/>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C349A69D-F851-7692-BC63-704BD6F33D85}"/>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49161D51-59CC-D116-1AB0-9435E9CE6AC9}"/>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851A44E8-C249-2D34-0B15-475073514058}"/>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10B7F6EE-47D2-2696-3B0F-44D99047192A}"/>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Flexión Biaxial</a:t>
            </a:r>
          </a:p>
        </p:txBody>
      </p:sp>
      <p:pic>
        <p:nvPicPr>
          <p:cNvPr id="7" name="Imagen 6">
            <a:extLst>
              <a:ext uri="{FF2B5EF4-FFF2-40B4-BE49-F238E27FC236}">
                <a16:creationId xmlns:a16="http://schemas.microsoft.com/office/drawing/2014/main" id="{2775C671-6C08-E3C8-67A8-EB0084F5FCC7}"/>
              </a:ext>
            </a:extLst>
          </p:cNvPr>
          <p:cNvPicPr>
            <a:picLocks noChangeAspect="1"/>
          </p:cNvPicPr>
          <p:nvPr/>
        </p:nvPicPr>
        <p:blipFill>
          <a:blip r:embed="rId4"/>
          <a:stretch>
            <a:fillRect/>
          </a:stretch>
        </p:blipFill>
        <p:spPr>
          <a:xfrm>
            <a:off x="3689497" y="1494381"/>
            <a:ext cx="8253265" cy="4835361"/>
          </a:xfrm>
          <a:prstGeom prst="rect">
            <a:avLst/>
          </a:prstGeom>
        </p:spPr>
      </p:pic>
      <p:sp>
        <p:nvSpPr>
          <p:cNvPr id="8" name="CuadroTexto 7">
            <a:extLst>
              <a:ext uri="{FF2B5EF4-FFF2-40B4-BE49-F238E27FC236}">
                <a16:creationId xmlns:a16="http://schemas.microsoft.com/office/drawing/2014/main" id="{9D4EFEFE-763C-79D4-27FC-C0EF011F4CEE}"/>
              </a:ext>
            </a:extLst>
          </p:cNvPr>
          <p:cNvSpPr txBox="1"/>
          <p:nvPr/>
        </p:nvSpPr>
        <p:spPr>
          <a:xfrm>
            <a:off x="-251792" y="6440772"/>
            <a:ext cx="2379642" cy="317590"/>
          </a:xfrm>
          <a:prstGeom prst="rect">
            <a:avLst/>
          </a:prstGeom>
          <a:noFill/>
        </p:spPr>
        <p:txBody>
          <a:bodyPr wrap="square" rtlCol="0">
            <a:spAutoFit/>
          </a:bodyPr>
          <a:lstStyle/>
          <a:p>
            <a:pPr algn="r"/>
            <a:r>
              <a:rPr lang="es-CO" sz="1400" dirty="0"/>
              <a:t>Fuente: Park &amp; </a:t>
            </a:r>
            <a:r>
              <a:rPr lang="es-CO" sz="1400" dirty="0" err="1"/>
              <a:t>Paulay</a:t>
            </a:r>
            <a:endParaRPr lang="es-CO" sz="1400" dirty="0"/>
          </a:p>
        </p:txBody>
      </p:sp>
    </p:spTree>
    <p:extLst>
      <p:ext uri="{BB962C8B-B14F-4D97-AF65-F5344CB8AC3E}">
        <p14:creationId xmlns:p14="http://schemas.microsoft.com/office/powerpoint/2010/main" val="35308024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DB15A-58BF-648C-6963-F0CD14DA8514}"/>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D9206481-3DA4-B2A8-9D8E-0B651245A05D}"/>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6D564680-0120-592F-FFB6-443B9823708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8746FC48-80C2-A783-7801-5A8A624BB739}"/>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4B1CEAE7-57CB-DE61-02AD-9E733D0623E6}"/>
              </a:ext>
            </a:extLst>
          </p:cNvPr>
          <p:cNvSpPr txBox="1"/>
          <p:nvPr/>
        </p:nvSpPr>
        <p:spPr>
          <a:xfrm>
            <a:off x="0" y="960004"/>
            <a:ext cx="8162931" cy="1200329"/>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ECUACIONES DE INTERACCIÓN</a:t>
            </a:r>
          </a:p>
          <a:p>
            <a:r>
              <a:rPr lang="es-CO" sz="2400" b="1" dirty="0">
                <a:latin typeface="Calibri" panose="020F0502020204030204" pitchFamily="34" charset="0"/>
                <a:ea typeface="Calibri" panose="020F0502020204030204" pitchFamily="34" charset="0"/>
                <a:cs typeface="Calibri" panose="020F0502020204030204" pitchFamily="34" charset="0"/>
              </a:rPr>
              <a:t>Se acercan a la superficie de interacción</a:t>
            </a:r>
          </a:p>
          <a:p>
            <a:r>
              <a:rPr lang="es-CO" sz="2400" b="1" dirty="0">
                <a:latin typeface="Calibri" panose="020F0502020204030204" pitchFamily="34" charset="0"/>
                <a:ea typeface="Calibri" panose="020F0502020204030204" pitchFamily="34" charset="0"/>
                <a:cs typeface="Calibri" panose="020F0502020204030204" pitchFamily="34" charset="0"/>
              </a:rPr>
              <a:t>1. Bresler </a:t>
            </a:r>
          </a:p>
        </p:txBody>
      </p:sp>
      <mc:AlternateContent xmlns:mc="http://schemas.openxmlformats.org/markup-compatibility/2006">
        <mc:Choice xmlns:a14="http://schemas.microsoft.com/office/drawing/2010/main" Requires="a14">
          <p:sp>
            <p:nvSpPr>
              <p:cNvPr id="4" name="5 Objeto">
                <a:extLst>
                  <a:ext uri="{FF2B5EF4-FFF2-40B4-BE49-F238E27FC236}">
                    <a16:creationId xmlns:a16="http://schemas.microsoft.com/office/drawing/2014/main" id="{A75668D0-CBF9-9DCE-0CC0-48637E0BEE34}"/>
                  </a:ext>
                </a:extLst>
              </p:cNvPr>
              <p:cNvSpPr txBox="1"/>
              <p:nvPr/>
            </p:nvSpPr>
            <p:spPr bwMode="auto">
              <a:xfrm>
                <a:off x="2810556" y="2837996"/>
                <a:ext cx="6950301" cy="990600"/>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d>
                        <m:dPr>
                          <m:begChr m:val="["/>
                          <m:endChr m:val="]"/>
                          <m:ctrlPr>
                            <a:rPr lang="es-CO" sz="2400" i="1">
                              <a:solidFill>
                                <a:srgbClr val="000000"/>
                              </a:solidFill>
                              <a:latin typeface="Cambria Math" panose="02040503050406030204" pitchFamily="18" charset="0"/>
                            </a:rPr>
                          </m:ctrlPr>
                        </m:dPr>
                        <m:e>
                          <m:f>
                            <m:fPr>
                              <m:ctrlPr>
                                <a:rPr lang="es-CO" sz="2400" i="1">
                                  <a:solidFill>
                                    <a:srgbClr val="000000"/>
                                  </a:solidFill>
                                  <a:latin typeface="Cambria Math" panose="02040503050406030204" pitchFamily="18" charset="0"/>
                                </a:rPr>
                              </m:ctrlPr>
                            </m:fPr>
                            <m:num>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𝑃</m:t>
                                  </m:r>
                                </m:e>
                                <m:sub>
                                  <m:r>
                                    <a:rPr lang="es-CO" sz="2400" i="1">
                                      <a:solidFill>
                                        <a:srgbClr val="000000"/>
                                      </a:solidFill>
                                      <a:latin typeface="Cambria Math" panose="02040503050406030204" pitchFamily="18" charset="0"/>
                                    </a:rPr>
                                    <m:t>𝑢</m:t>
                                  </m:r>
                                </m:sub>
                              </m:sSub>
                              <m:r>
                                <a:rPr lang="es-CO" sz="2400" i="1">
                                  <a:solidFill>
                                    <a:srgbClr val="000000"/>
                                  </a:solidFill>
                                  <a:latin typeface="Cambria Math" panose="02040503050406030204" pitchFamily="18" charset="0"/>
                                </a:rPr>
                                <m:t>−</m:t>
                              </m:r>
                              <m:r>
                                <a:rPr lang="es-CO" sz="2400" i="1">
                                  <a:solidFill>
                                    <a:srgbClr val="000000"/>
                                  </a:solidFill>
                                  <a:latin typeface="Cambria Math" panose="02040503050406030204" pitchFamily="18" charset="0"/>
                                </a:rPr>
                                <m:t>𝜑</m:t>
                              </m:r>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𝑃</m:t>
                                  </m:r>
                                </m:e>
                                <m:sub>
                                  <m:r>
                                    <a:rPr lang="es-CO" sz="2400" i="1">
                                      <a:solidFill>
                                        <a:srgbClr val="000000"/>
                                      </a:solidFill>
                                      <a:latin typeface="Cambria Math" panose="02040503050406030204" pitchFamily="18" charset="0"/>
                                    </a:rPr>
                                    <m:t>𝑏</m:t>
                                  </m:r>
                                </m:sub>
                              </m:sSub>
                            </m:num>
                            <m:den>
                              <m:r>
                                <a:rPr lang="es-CO" sz="2400" i="1">
                                  <a:solidFill>
                                    <a:srgbClr val="000000"/>
                                  </a:solidFill>
                                  <a:latin typeface="Cambria Math" panose="02040503050406030204" pitchFamily="18" charset="0"/>
                                </a:rPr>
                                <m:t>𝜑</m:t>
                              </m:r>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𝑃</m:t>
                                  </m:r>
                                </m:e>
                                <m:sub>
                                  <m:r>
                                    <a:rPr lang="es-CO" sz="2400" i="1">
                                      <a:solidFill>
                                        <a:srgbClr val="000000"/>
                                      </a:solidFill>
                                      <a:latin typeface="Cambria Math" panose="02040503050406030204" pitchFamily="18" charset="0"/>
                                    </a:rPr>
                                    <m:t>𝑜</m:t>
                                  </m:r>
                                </m:sub>
                              </m:sSub>
                              <m:r>
                                <a:rPr lang="es-CO" sz="2400" i="1">
                                  <a:solidFill>
                                    <a:srgbClr val="000000"/>
                                  </a:solidFill>
                                  <a:latin typeface="Cambria Math" panose="02040503050406030204" pitchFamily="18" charset="0"/>
                                </a:rPr>
                                <m:t>−</m:t>
                              </m:r>
                              <m:r>
                                <a:rPr lang="es-CO" sz="2400" i="1">
                                  <a:solidFill>
                                    <a:srgbClr val="000000"/>
                                  </a:solidFill>
                                  <a:latin typeface="Cambria Math" panose="02040503050406030204" pitchFamily="18" charset="0"/>
                                </a:rPr>
                                <m:t>𝜑</m:t>
                              </m:r>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𝑃</m:t>
                                  </m:r>
                                </m:e>
                                <m:sub>
                                  <m:r>
                                    <a:rPr lang="es-CO" sz="2400" i="1">
                                      <a:solidFill>
                                        <a:srgbClr val="000000"/>
                                      </a:solidFill>
                                      <a:latin typeface="Cambria Math" panose="02040503050406030204" pitchFamily="18" charset="0"/>
                                    </a:rPr>
                                    <m:t>𝑏</m:t>
                                  </m:r>
                                </m:sub>
                              </m:sSub>
                            </m:den>
                          </m:f>
                        </m:e>
                      </m:d>
                      <m:r>
                        <a:rPr lang="es-CO" sz="2400" i="1">
                          <a:solidFill>
                            <a:srgbClr val="000000"/>
                          </a:solidFill>
                          <a:latin typeface="Cambria Math" panose="02040503050406030204" pitchFamily="18" charset="0"/>
                        </a:rPr>
                        <m:t>+</m:t>
                      </m:r>
                      <m:sSup>
                        <m:sSupPr>
                          <m:ctrlPr>
                            <a:rPr lang="es-CO" sz="2400" i="1">
                              <a:solidFill>
                                <a:srgbClr val="000000"/>
                              </a:solidFill>
                              <a:latin typeface="Cambria Math" panose="02040503050406030204" pitchFamily="18" charset="0"/>
                            </a:rPr>
                          </m:ctrlPr>
                        </m:sSupPr>
                        <m:e>
                          <m:d>
                            <m:dPr>
                              <m:begChr m:val="["/>
                              <m:endChr m:val="]"/>
                              <m:ctrlPr>
                                <a:rPr lang="es-CO" sz="2400" i="1">
                                  <a:solidFill>
                                    <a:srgbClr val="000000"/>
                                  </a:solidFill>
                                  <a:latin typeface="Cambria Math" panose="02040503050406030204" pitchFamily="18" charset="0"/>
                                </a:rPr>
                              </m:ctrlPr>
                            </m:dPr>
                            <m:e>
                              <m:f>
                                <m:fPr>
                                  <m:ctrlPr>
                                    <a:rPr lang="es-CO" sz="2400" i="1">
                                      <a:solidFill>
                                        <a:srgbClr val="000000"/>
                                      </a:solidFill>
                                      <a:latin typeface="Cambria Math" panose="02040503050406030204" pitchFamily="18" charset="0"/>
                                    </a:rPr>
                                  </m:ctrlPr>
                                </m:fPr>
                                <m:num>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𝑀</m:t>
                                      </m:r>
                                    </m:e>
                                    <m:sub>
                                      <m:r>
                                        <a:rPr lang="es-CO" sz="2400" i="1">
                                          <a:solidFill>
                                            <a:srgbClr val="000000"/>
                                          </a:solidFill>
                                          <a:latin typeface="Cambria Math" panose="02040503050406030204" pitchFamily="18" charset="0"/>
                                        </a:rPr>
                                        <m:t>𝑢𝑥</m:t>
                                      </m:r>
                                    </m:sub>
                                  </m:sSub>
                                </m:num>
                                <m:den>
                                  <m:r>
                                    <a:rPr lang="es-CO" sz="2400" i="1">
                                      <a:solidFill>
                                        <a:srgbClr val="000000"/>
                                      </a:solidFill>
                                      <a:latin typeface="Cambria Math" panose="02040503050406030204" pitchFamily="18" charset="0"/>
                                    </a:rPr>
                                    <m:t>𝜑</m:t>
                                  </m:r>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𝑀</m:t>
                                      </m:r>
                                    </m:e>
                                    <m:sub>
                                      <m:r>
                                        <a:rPr lang="es-CO" sz="2400" i="1">
                                          <a:solidFill>
                                            <a:srgbClr val="000000"/>
                                          </a:solidFill>
                                          <a:latin typeface="Cambria Math" panose="02040503050406030204" pitchFamily="18" charset="0"/>
                                        </a:rPr>
                                        <m:t>𝑏𝑥</m:t>
                                      </m:r>
                                    </m:sub>
                                  </m:sSub>
                                </m:den>
                              </m:f>
                            </m:e>
                          </m:d>
                        </m:e>
                        <m:sup>
                          <m:r>
                            <a:rPr lang="es-CO" sz="2400" i="1">
                              <a:solidFill>
                                <a:srgbClr val="000000"/>
                              </a:solidFill>
                              <a:latin typeface="Cambria Math" panose="02040503050406030204" pitchFamily="18" charset="0"/>
                            </a:rPr>
                            <m:t>1.5</m:t>
                          </m:r>
                        </m:sup>
                      </m:sSup>
                      <m:r>
                        <a:rPr lang="es-CO" sz="2400" i="1">
                          <a:solidFill>
                            <a:srgbClr val="000000"/>
                          </a:solidFill>
                          <a:latin typeface="Cambria Math" panose="02040503050406030204" pitchFamily="18" charset="0"/>
                        </a:rPr>
                        <m:t>+</m:t>
                      </m:r>
                      <m:sSup>
                        <m:sSupPr>
                          <m:ctrlPr>
                            <a:rPr lang="es-CO" sz="2400" i="1">
                              <a:solidFill>
                                <a:srgbClr val="000000"/>
                              </a:solidFill>
                              <a:latin typeface="Cambria Math" panose="02040503050406030204" pitchFamily="18" charset="0"/>
                            </a:rPr>
                          </m:ctrlPr>
                        </m:sSupPr>
                        <m:e>
                          <m:d>
                            <m:dPr>
                              <m:begChr m:val="["/>
                              <m:endChr m:val="]"/>
                              <m:ctrlPr>
                                <a:rPr lang="es-CO" sz="2400" i="1">
                                  <a:solidFill>
                                    <a:srgbClr val="000000"/>
                                  </a:solidFill>
                                  <a:latin typeface="Cambria Math" panose="02040503050406030204" pitchFamily="18" charset="0"/>
                                </a:rPr>
                              </m:ctrlPr>
                            </m:dPr>
                            <m:e>
                              <m:f>
                                <m:fPr>
                                  <m:ctrlPr>
                                    <a:rPr lang="es-CO" sz="2400" i="1">
                                      <a:solidFill>
                                        <a:srgbClr val="000000"/>
                                      </a:solidFill>
                                      <a:latin typeface="Cambria Math" panose="02040503050406030204" pitchFamily="18" charset="0"/>
                                    </a:rPr>
                                  </m:ctrlPr>
                                </m:fPr>
                                <m:num>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𝑀</m:t>
                                      </m:r>
                                    </m:e>
                                    <m:sub>
                                      <m:r>
                                        <a:rPr lang="es-CO" sz="2400" i="1">
                                          <a:solidFill>
                                            <a:srgbClr val="000000"/>
                                          </a:solidFill>
                                          <a:latin typeface="Cambria Math" panose="02040503050406030204" pitchFamily="18" charset="0"/>
                                        </a:rPr>
                                        <m:t>𝑢𝑦</m:t>
                                      </m:r>
                                    </m:sub>
                                  </m:sSub>
                                </m:num>
                                <m:den>
                                  <m:r>
                                    <a:rPr lang="es-CO" sz="2400" i="1">
                                      <a:solidFill>
                                        <a:srgbClr val="000000"/>
                                      </a:solidFill>
                                      <a:latin typeface="Cambria Math" panose="02040503050406030204" pitchFamily="18" charset="0"/>
                                    </a:rPr>
                                    <m:t>𝜑</m:t>
                                  </m:r>
                                  <m:r>
                                    <a:rPr lang="es-CO" sz="2400" i="1">
                                      <a:solidFill>
                                        <a:srgbClr val="000000"/>
                                      </a:solidFill>
                                      <a:latin typeface="Cambria Math" panose="02040503050406030204" pitchFamily="18" charset="0"/>
                                    </a:rPr>
                                    <m:t>𝑀𝑏𝑦</m:t>
                                  </m:r>
                                </m:den>
                              </m:f>
                            </m:e>
                          </m:d>
                        </m:e>
                        <m:sup>
                          <m:r>
                            <a:rPr lang="es-CO" sz="2400" i="1">
                              <a:solidFill>
                                <a:srgbClr val="000000"/>
                              </a:solidFill>
                              <a:latin typeface="Cambria Math" panose="02040503050406030204" pitchFamily="18" charset="0"/>
                            </a:rPr>
                            <m:t>1.5</m:t>
                          </m:r>
                        </m:sup>
                      </m:sSup>
                      <m:r>
                        <a:rPr lang="es-CO" sz="2400" i="1">
                          <a:solidFill>
                            <a:srgbClr val="000000"/>
                          </a:solidFill>
                          <a:latin typeface="Cambria Math" panose="02040503050406030204" pitchFamily="18" charset="0"/>
                          <a:ea typeface="Cambria Math" panose="02040503050406030204" pitchFamily="18" charset="0"/>
                        </a:rPr>
                        <m:t>&lt;</m:t>
                      </m:r>
                      <m:r>
                        <a:rPr lang="es-419" sz="2400" b="0" i="1" smtClean="0">
                          <a:solidFill>
                            <a:srgbClr val="000000"/>
                          </a:solidFill>
                          <a:latin typeface="Cambria Math" panose="02040503050406030204" pitchFamily="18" charset="0"/>
                          <a:ea typeface="Cambria Math" panose="02040503050406030204" pitchFamily="18" charset="0"/>
                        </a:rPr>
                        <m:t> </m:t>
                      </m:r>
                      <m:r>
                        <a:rPr lang="es-CO" sz="2400" i="1">
                          <a:solidFill>
                            <a:srgbClr val="000000"/>
                          </a:solidFill>
                          <a:latin typeface="Cambria Math" panose="02040503050406030204" pitchFamily="18" charset="0"/>
                        </a:rPr>
                        <m:t>1</m:t>
                      </m:r>
                    </m:oMath>
                  </m:oMathPara>
                </a14:m>
                <a:endParaRPr lang="es-CO" dirty="0"/>
              </a:p>
            </p:txBody>
          </p:sp>
        </mc:Choice>
        <mc:Fallback>
          <p:sp>
            <p:nvSpPr>
              <p:cNvPr id="4" name="5 Objeto">
                <a:extLst>
                  <a:ext uri="{FF2B5EF4-FFF2-40B4-BE49-F238E27FC236}">
                    <a16:creationId xmlns:a16="http://schemas.microsoft.com/office/drawing/2014/main" id="{A75668D0-CBF9-9DCE-0CC0-48637E0BEE34}"/>
                  </a:ext>
                </a:extLst>
              </p:cNvPr>
              <p:cNvSpPr txBox="1">
                <a:spLocks noRot="1" noChangeAspect="1" noMove="1" noResize="1" noEditPoints="1" noAdjustHandles="1" noChangeArrowheads="1" noChangeShapeType="1" noTextEdit="1"/>
              </p:cNvSpPr>
              <p:nvPr/>
            </p:nvSpPr>
            <p:spPr bwMode="auto">
              <a:xfrm>
                <a:off x="2810556" y="2837996"/>
                <a:ext cx="6950301" cy="990600"/>
              </a:xfrm>
              <a:prstGeom prst="rect">
                <a:avLst/>
              </a:prstGeom>
              <a:blipFill>
                <a:blip r:embed="rId4"/>
                <a:stretch>
                  <a:fillRect b="-3797"/>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0" name="1 Objeto">
                <a:extLst>
                  <a:ext uri="{FF2B5EF4-FFF2-40B4-BE49-F238E27FC236}">
                    <a16:creationId xmlns:a16="http://schemas.microsoft.com/office/drawing/2014/main" id="{1894869E-A853-DA9C-635E-3878C57D1577}"/>
                  </a:ext>
                </a:extLst>
              </p:cNvPr>
              <p:cNvSpPr txBox="1"/>
              <p:nvPr/>
            </p:nvSpPr>
            <p:spPr bwMode="auto">
              <a:xfrm>
                <a:off x="2810556" y="4118958"/>
                <a:ext cx="5501255" cy="49530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𝑃</m:t>
                          </m:r>
                        </m:e>
                        <m:sub>
                          <m:r>
                            <a:rPr lang="es-CO" sz="2400" i="1">
                              <a:solidFill>
                                <a:srgbClr val="000000"/>
                              </a:solidFill>
                              <a:latin typeface="Cambria Math" panose="02040503050406030204" pitchFamily="18" charset="0"/>
                            </a:rPr>
                            <m:t>𝑜</m:t>
                          </m:r>
                        </m:sub>
                      </m:sSub>
                      <m:r>
                        <a:rPr lang="es-CO" sz="2400" i="1">
                          <a:solidFill>
                            <a:srgbClr val="000000"/>
                          </a:solidFill>
                          <a:latin typeface="Cambria Math" panose="02040503050406030204" pitchFamily="18" charset="0"/>
                        </a:rPr>
                        <m:t>=0.85</m:t>
                      </m:r>
                      <m:r>
                        <a:rPr lang="es-CO" sz="2400" i="1">
                          <a:solidFill>
                            <a:srgbClr val="000000"/>
                          </a:solidFill>
                          <a:latin typeface="Cambria Math" panose="02040503050406030204" pitchFamily="18" charset="0"/>
                        </a:rPr>
                        <m:t>𝑓</m:t>
                      </m:r>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m:t>
                          </m:r>
                        </m:e>
                        <m:sub>
                          <m:r>
                            <a:rPr lang="es-CO" sz="2400" i="1">
                              <a:solidFill>
                                <a:srgbClr val="000000"/>
                              </a:solidFill>
                              <a:latin typeface="Cambria Math" panose="02040503050406030204" pitchFamily="18" charset="0"/>
                            </a:rPr>
                            <m:t>𝑐</m:t>
                          </m:r>
                        </m:sub>
                      </m:sSub>
                      <m:r>
                        <a:rPr lang="es-CO" sz="2400" i="1">
                          <a:solidFill>
                            <a:srgbClr val="000000"/>
                          </a:solidFill>
                          <a:latin typeface="Cambria Math" panose="02040503050406030204" pitchFamily="18" charset="0"/>
                        </a:rPr>
                        <m:t>(</m:t>
                      </m:r>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𝐴</m:t>
                          </m:r>
                        </m:e>
                        <m:sub>
                          <m:r>
                            <a:rPr lang="es-CO" sz="2400" i="1">
                              <a:solidFill>
                                <a:srgbClr val="000000"/>
                              </a:solidFill>
                              <a:latin typeface="Cambria Math" panose="02040503050406030204" pitchFamily="18" charset="0"/>
                            </a:rPr>
                            <m:t>𝑔</m:t>
                          </m:r>
                        </m:sub>
                      </m:sSub>
                      <m:r>
                        <a:rPr lang="es-CO" sz="2400" i="1">
                          <a:solidFill>
                            <a:srgbClr val="000000"/>
                          </a:solidFill>
                          <a:latin typeface="Cambria Math" panose="02040503050406030204" pitchFamily="18" charset="0"/>
                        </a:rPr>
                        <m:t>−</m:t>
                      </m:r>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𝐴</m:t>
                          </m:r>
                        </m:e>
                        <m:sub>
                          <m:r>
                            <a:rPr lang="es-CO" sz="2400" i="1">
                              <a:solidFill>
                                <a:srgbClr val="000000"/>
                              </a:solidFill>
                              <a:latin typeface="Cambria Math" panose="02040503050406030204" pitchFamily="18" charset="0"/>
                            </a:rPr>
                            <m:t>𝑠𝑡</m:t>
                          </m:r>
                        </m:sub>
                      </m:sSub>
                      <m:r>
                        <a:rPr lang="es-CO" sz="2400" i="1">
                          <a:solidFill>
                            <a:srgbClr val="000000"/>
                          </a:solidFill>
                          <a:latin typeface="Cambria Math" panose="02040503050406030204" pitchFamily="18" charset="0"/>
                        </a:rPr>
                        <m:t>)+</m:t>
                      </m:r>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𝐴</m:t>
                          </m:r>
                        </m:e>
                        <m:sub>
                          <m:r>
                            <a:rPr lang="es-CO" sz="2400" i="1">
                              <a:solidFill>
                                <a:srgbClr val="000000"/>
                              </a:solidFill>
                              <a:latin typeface="Cambria Math" panose="02040503050406030204" pitchFamily="18" charset="0"/>
                            </a:rPr>
                            <m:t>𝑠𝑡</m:t>
                          </m:r>
                        </m:sub>
                      </m:sSub>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𝑓</m:t>
                          </m:r>
                        </m:e>
                        <m:sub>
                          <m:r>
                            <a:rPr lang="es-CO" sz="2400" i="1">
                              <a:solidFill>
                                <a:srgbClr val="000000"/>
                              </a:solidFill>
                              <a:latin typeface="Cambria Math" panose="02040503050406030204" pitchFamily="18" charset="0"/>
                            </a:rPr>
                            <m:t>𝑦</m:t>
                          </m:r>
                        </m:sub>
                      </m:sSub>
                    </m:oMath>
                  </m:oMathPara>
                </a14:m>
                <a:endParaRPr lang="es-CO" sz="2400" dirty="0"/>
              </a:p>
            </p:txBody>
          </p:sp>
        </mc:Choice>
        <mc:Fallback>
          <p:sp>
            <p:nvSpPr>
              <p:cNvPr id="10" name="1 Objeto">
                <a:extLst>
                  <a:ext uri="{FF2B5EF4-FFF2-40B4-BE49-F238E27FC236}">
                    <a16:creationId xmlns:a16="http://schemas.microsoft.com/office/drawing/2014/main" id="{1894869E-A853-DA9C-635E-3878C57D1577}"/>
                  </a:ext>
                </a:extLst>
              </p:cNvPr>
              <p:cNvSpPr txBox="1">
                <a:spLocks noRot="1" noChangeAspect="1" noMove="1" noResize="1" noEditPoints="1" noAdjustHandles="1" noChangeArrowheads="1" noChangeShapeType="1" noTextEdit="1"/>
              </p:cNvSpPr>
              <p:nvPr/>
            </p:nvSpPr>
            <p:spPr bwMode="auto">
              <a:xfrm>
                <a:off x="2810556" y="4118958"/>
                <a:ext cx="5501255" cy="495300"/>
              </a:xfrm>
              <a:prstGeom prst="rect">
                <a:avLst/>
              </a:prstGeom>
              <a:blipFill>
                <a:blip r:embed="rId5"/>
                <a:stretch>
                  <a:fillRect l="-230" b="-10000"/>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3" name="5 Objeto">
                <a:extLst>
                  <a:ext uri="{FF2B5EF4-FFF2-40B4-BE49-F238E27FC236}">
                    <a16:creationId xmlns:a16="http://schemas.microsoft.com/office/drawing/2014/main" id="{D6793709-4830-7B72-457E-46B7FF4191EE}"/>
                  </a:ext>
                </a:extLst>
              </p:cNvPr>
              <p:cNvSpPr txBox="1"/>
              <p:nvPr/>
            </p:nvSpPr>
            <p:spPr bwMode="auto">
              <a:xfrm>
                <a:off x="2917031" y="4904620"/>
                <a:ext cx="3055598" cy="496888"/>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𝑃</m:t>
                          </m:r>
                        </m:e>
                        <m:sub>
                          <m:r>
                            <a:rPr lang="es-CO" sz="2400" i="1">
                              <a:solidFill>
                                <a:srgbClr val="000000"/>
                              </a:solidFill>
                              <a:latin typeface="Cambria Math" panose="02040503050406030204" pitchFamily="18" charset="0"/>
                            </a:rPr>
                            <m:t>𝑜</m:t>
                          </m:r>
                        </m:sub>
                      </m:sSub>
                      <m:r>
                        <a:rPr lang="es-CO" sz="2400" i="1">
                          <a:solidFill>
                            <a:srgbClr val="000000"/>
                          </a:solidFill>
                          <a:latin typeface="Cambria Math" panose="02040503050406030204" pitchFamily="18" charset="0"/>
                        </a:rPr>
                        <m:t>=−</m:t>
                      </m:r>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𝐴</m:t>
                          </m:r>
                        </m:e>
                        <m:sub>
                          <m:r>
                            <a:rPr lang="es-CO" sz="2400" i="1">
                              <a:solidFill>
                                <a:srgbClr val="000000"/>
                              </a:solidFill>
                              <a:latin typeface="Cambria Math" panose="02040503050406030204" pitchFamily="18" charset="0"/>
                            </a:rPr>
                            <m:t>𝑠𝑡</m:t>
                          </m:r>
                        </m:sub>
                      </m:sSub>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𝑓</m:t>
                          </m:r>
                        </m:e>
                        <m:sub>
                          <m:r>
                            <a:rPr lang="es-CO" sz="2400" i="1">
                              <a:solidFill>
                                <a:srgbClr val="000000"/>
                              </a:solidFill>
                              <a:latin typeface="Cambria Math" panose="02040503050406030204" pitchFamily="18" charset="0"/>
                            </a:rPr>
                            <m:t>𝑦</m:t>
                          </m:r>
                        </m:sub>
                      </m:sSub>
                    </m:oMath>
                  </m:oMathPara>
                </a14:m>
                <a:endParaRPr lang="es-CO" sz="2400" dirty="0"/>
              </a:p>
            </p:txBody>
          </p:sp>
        </mc:Choice>
        <mc:Fallback>
          <p:sp>
            <p:nvSpPr>
              <p:cNvPr id="13" name="5 Objeto">
                <a:extLst>
                  <a:ext uri="{FF2B5EF4-FFF2-40B4-BE49-F238E27FC236}">
                    <a16:creationId xmlns:a16="http://schemas.microsoft.com/office/drawing/2014/main" id="{D6793709-4830-7B72-457E-46B7FF4191EE}"/>
                  </a:ext>
                </a:extLst>
              </p:cNvPr>
              <p:cNvSpPr txBox="1">
                <a:spLocks noRot="1" noChangeAspect="1" noMove="1" noResize="1" noEditPoints="1" noAdjustHandles="1" noChangeArrowheads="1" noChangeShapeType="1" noTextEdit="1"/>
              </p:cNvSpPr>
              <p:nvPr/>
            </p:nvSpPr>
            <p:spPr bwMode="auto">
              <a:xfrm>
                <a:off x="2917031" y="4904620"/>
                <a:ext cx="3055598" cy="496888"/>
              </a:xfrm>
              <a:prstGeom prst="rect">
                <a:avLst/>
              </a:prstGeom>
              <a:blipFill>
                <a:blip r:embed="rId6"/>
                <a:stretch>
                  <a:fillRect l="-413" b="-10000"/>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5085140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BBB7F-41E0-4E3F-AA2A-2D0E200AB7A9}"/>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D2AF7883-2A4C-B205-D176-12C6053A7FB3}"/>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1FEFCCBD-9E36-8323-4087-67623438254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F0E3D3BC-A2DC-9289-FE7D-8DCCF0959BBF}"/>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CD739062-9F3D-D167-758B-CC4B56676C63}"/>
              </a:ext>
            </a:extLst>
          </p:cNvPr>
          <p:cNvSpPr txBox="1"/>
          <p:nvPr/>
        </p:nvSpPr>
        <p:spPr>
          <a:xfrm>
            <a:off x="0" y="960004"/>
            <a:ext cx="8162931" cy="1200329"/>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ECUACIONES DE INTERACCIÓN</a:t>
            </a:r>
          </a:p>
          <a:p>
            <a:r>
              <a:rPr lang="es-CO" sz="2400" b="1" dirty="0">
                <a:latin typeface="Calibri" panose="020F0502020204030204" pitchFamily="34" charset="0"/>
                <a:ea typeface="Calibri" panose="020F0502020204030204" pitchFamily="34" charset="0"/>
                <a:cs typeface="Calibri" panose="020F0502020204030204" pitchFamily="34" charset="0"/>
              </a:rPr>
              <a:t>Se acercan a la superficie de interacción</a:t>
            </a:r>
          </a:p>
          <a:p>
            <a:r>
              <a:rPr lang="es-CO" sz="2400" b="1" dirty="0">
                <a:latin typeface="Calibri" panose="020F0502020204030204" pitchFamily="34" charset="0"/>
                <a:ea typeface="Calibri" panose="020F0502020204030204" pitchFamily="34" charset="0"/>
                <a:cs typeface="Calibri" panose="020F0502020204030204" pitchFamily="34" charset="0"/>
              </a:rPr>
              <a:t>2. Bresler </a:t>
            </a:r>
          </a:p>
        </p:txBody>
      </p:sp>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595B7D20-A24F-6ADA-272A-A20ED5C610A5}"/>
                  </a:ext>
                </a:extLst>
              </p:cNvPr>
              <p:cNvSpPr txBox="1"/>
              <p:nvPr/>
            </p:nvSpPr>
            <p:spPr>
              <a:xfrm>
                <a:off x="93666" y="2643038"/>
                <a:ext cx="3549420" cy="9685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CO" sz="2400" i="1" smtClean="0">
                              <a:solidFill>
                                <a:srgbClr val="000000"/>
                              </a:solidFill>
                              <a:latin typeface="Cambria Math" panose="02040503050406030204" pitchFamily="18" charset="0"/>
                            </a:rPr>
                          </m:ctrlPr>
                        </m:sSupPr>
                        <m:e>
                          <m:d>
                            <m:dPr>
                              <m:begChr m:val="["/>
                              <m:endChr m:val="]"/>
                              <m:ctrlPr>
                                <a:rPr lang="es-CO" sz="2400" i="1">
                                  <a:solidFill>
                                    <a:srgbClr val="000000"/>
                                  </a:solidFill>
                                  <a:latin typeface="Cambria Math" panose="02040503050406030204" pitchFamily="18" charset="0"/>
                                </a:rPr>
                              </m:ctrlPr>
                            </m:dPr>
                            <m:e>
                              <m:f>
                                <m:fPr>
                                  <m:ctrlPr>
                                    <a:rPr lang="es-CO" sz="2400" i="1">
                                      <a:solidFill>
                                        <a:srgbClr val="000000"/>
                                      </a:solidFill>
                                      <a:latin typeface="Cambria Math" panose="02040503050406030204" pitchFamily="18" charset="0"/>
                                    </a:rPr>
                                  </m:ctrlPr>
                                </m:fPr>
                                <m:num>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𝑀</m:t>
                                      </m:r>
                                    </m:e>
                                    <m:sub>
                                      <m:r>
                                        <a:rPr lang="es-CO" sz="2400" i="1">
                                          <a:solidFill>
                                            <a:srgbClr val="000000"/>
                                          </a:solidFill>
                                          <a:latin typeface="Cambria Math" panose="02040503050406030204" pitchFamily="18" charset="0"/>
                                        </a:rPr>
                                        <m:t>𝑢𝑥</m:t>
                                      </m:r>
                                    </m:sub>
                                  </m:sSub>
                                </m:num>
                                <m:den>
                                  <m:sSub>
                                    <m:sSubPr>
                                      <m:ctrlPr>
                                        <a:rPr lang="es-CO" sz="2400" i="1">
                                          <a:solidFill>
                                            <a:srgbClr val="000000"/>
                                          </a:solidFill>
                                          <a:latin typeface="Cambria Math" panose="02040503050406030204" pitchFamily="18" charset="0"/>
                                        </a:rPr>
                                      </m:ctrlPr>
                                    </m:sSubPr>
                                    <m:e>
                                      <m:r>
                                        <m:rPr>
                                          <m:sty m:val="p"/>
                                        </m:rPr>
                                        <a:rPr lang="el-GR" sz="2400" i="1" smtClean="0">
                                          <a:solidFill>
                                            <a:srgbClr val="000000"/>
                                          </a:solidFill>
                                          <a:latin typeface="Cambria Math" panose="02040503050406030204" pitchFamily="18" charset="0"/>
                                        </a:rPr>
                                        <m:t>ϕ</m:t>
                                      </m:r>
                                      <m:r>
                                        <a:rPr lang="es-CO" sz="2400" i="1">
                                          <a:solidFill>
                                            <a:srgbClr val="000000"/>
                                          </a:solidFill>
                                          <a:latin typeface="Cambria Math" panose="02040503050406030204" pitchFamily="18" charset="0"/>
                                        </a:rPr>
                                        <m:t>𝑀</m:t>
                                      </m:r>
                                    </m:e>
                                    <m:sub>
                                      <m:r>
                                        <a:rPr lang="es-CO" sz="2400" i="1">
                                          <a:solidFill>
                                            <a:srgbClr val="000000"/>
                                          </a:solidFill>
                                          <a:latin typeface="Cambria Math" panose="02040503050406030204" pitchFamily="18" charset="0"/>
                                        </a:rPr>
                                        <m:t>𝑥𝑜</m:t>
                                      </m:r>
                                    </m:sub>
                                  </m:sSub>
                                </m:den>
                              </m:f>
                            </m:e>
                          </m:d>
                        </m:e>
                        <m:sup>
                          <m:r>
                            <a:rPr lang="es-CO" sz="2400" i="1">
                              <a:solidFill>
                                <a:srgbClr val="000000"/>
                              </a:solidFill>
                              <a:latin typeface="Cambria Math" panose="02040503050406030204" pitchFamily="18" charset="0"/>
                            </a:rPr>
                            <m:t>𝛼</m:t>
                          </m:r>
                        </m:sup>
                      </m:sSup>
                      <m:r>
                        <a:rPr lang="es-CO" sz="2400" i="1">
                          <a:solidFill>
                            <a:srgbClr val="000000"/>
                          </a:solidFill>
                          <a:latin typeface="Cambria Math" panose="02040503050406030204" pitchFamily="18" charset="0"/>
                        </a:rPr>
                        <m:t>+</m:t>
                      </m:r>
                      <m:sSup>
                        <m:sSupPr>
                          <m:ctrlPr>
                            <a:rPr lang="es-CO" sz="2400" i="1">
                              <a:solidFill>
                                <a:srgbClr val="000000"/>
                              </a:solidFill>
                              <a:latin typeface="Cambria Math" panose="02040503050406030204" pitchFamily="18" charset="0"/>
                            </a:rPr>
                          </m:ctrlPr>
                        </m:sSupPr>
                        <m:e>
                          <m:d>
                            <m:dPr>
                              <m:begChr m:val="["/>
                              <m:endChr m:val="]"/>
                              <m:ctrlPr>
                                <a:rPr lang="es-CO" sz="2400" i="1">
                                  <a:solidFill>
                                    <a:srgbClr val="000000"/>
                                  </a:solidFill>
                                  <a:latin typeface="Cambria Math" panose="02040503050406030204" pitchFamily="18" charset="0"/>
                                </a:rPr>
                              </m:ctrlPr>
                            </m:dPr>
                            <m:e>
                              <m:f>
                                <m:fPr>
                                  <m:ctrlPr>
                                    <a:rPr lang="es-CO" sz="2400" i="1">
                                      <a:solidFill>
                                        <a:srgbClr val="000000"/>
                                      </a:solidFill>
                                      <a:latin typeface="Cambria Math" panose="02040503050406030204" pitchFamily="18" charset="0"/>
                                    </a:rPr>
                                  </m:ctrlPr>
                                </m:fPr>
                                <m:num>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𝑀</m:t>
                                      </m:r>
                                    </m:e>
                                    <m:sub>
                                      <m:r>
                                        <a:rPr lang="es-CO" sz="2400" i="1">
                                          <a:solidFill>
                                            <a:srgbClr val="000000"/>
                                          </a:solidFill>
                                          <a:latin typeface="Cambria Math" panose="02040503050406030204" pitchFamily="18" charset="0"/>
                                        </a:rPr>
                                        <m:t>𝑢𝑦</m:t>
                                      </m:r>
                                    </m:sub>
                                  </m:sSub>
                                </m:num>
                                <m:den>
                                  <m:sSub>
                                    <m:sSubPr>
                                      <m:ctrlPr>
                                        <a:rPr lang="es-CO" sz="2400" i="1">
                                          <a:solidFill>
                                            <a:srgbClr val="000000"/>
                                          </a:solidFill>
                                          <a:latin typeface="Cambria Math" panose="02040503050406030204" pitchFamily="18" charset="0"/>
                                        </a:rPr>
                                      </m:ctrlPr>
                                    </m:sSubPr>
                                    <m:e>
                                      <m:r>
                                        <m:rPr>
                                          <m:sty m:val="p"/>
                                        </m:rPr>
                                        <a:rPr lang="el-GR" sz="2400" i="1" smtClean="0">
                                          <a:solidFill>
                                            <a:srgbClr val="000000"/>
                                          </a:solidFill>
                                          <a:latin typeface="Cambria Math" panose="02040503050406030204" pitchFamily="18" charset="0"/>
                                        </a:rPr>
                                        <m:t>ϕ</m:t>
                                      </m:r>
                                      <m:r>
                                        <a:rPr lang="es-CO" sz="2400" i="1">
                                          <a:solidFill>
                                            <a:srgbClr val="000000"/>
                                          </a:solidFill>
                                          <a:latin typeface="Cambria Math" panose="02040503050406030204" pitchFamily="18" charset="0"/>
                                        </a:rPr>
                                        <m:t>𝑀</m:t>
                                      </m:r>
                                    </m:e>
                                    <m:sub>
                                      <m:r>
                                        <a:rPr lang="es-CO" sz="2400" i="1">
                                          <a:solidFill>
                                            <a:srgbClr val="000000"/>
                                          </a:solidFill>
                                          <a:latin typeface="Cambria Math" panose="02040503050406030204" pitchFamily="18" charset="0"/>
                                        </a:rPr>
                                        <m:t>𝑦𝑜</m:t>
                                      </m:r>
                                    </m:sub>
                                  </m:sSub>
                                </m:den>
                              </m:f>
                            </m:e>
                          </m:d>
                        </m:e>
                        <m:sup>
                          <m:r>
                            <a:rPr lang="es-CO" sz="2400" i="1">
                              <a:solidFill>
                                <a:srgbClr val="000000"/>
                              </a:solidFill>
                              <a:latin typeface="Cambria Math" panose="02040503050406030204" pitchFamily="18" charset="0"/>
                            </a:rPr>
                            <m:t>𝛼</m:t>
                          </m:r>
                        </m:sup>
                      </m:sSup>
                      <m:r>
                        <a:rPr lang="es-CO" sz="2400" i="1">
                          <a:solidFill>
                            <a:srgbClr val="000000"/>
                          </a:solidFill>
                          <a:latin typeface="Cambria Math" panose="02040503050406030204" pitchFamily="18" charset="0"/>
                          <a:ea typeface="Cambria Math" panose="02040503050406030204" pitchFamily="18" charset="0"/>
                        </a:rPr>
                        <m:t>&lt;</m:t>
                      </m:r>
                      <m:r>
                        <a:rPr lang="es-CO" sz="2400" i="1">
                          <a:solidFill>
                            <a:srgbClr val="000000"/>
                          </a:solidFill>
                          <a:latin typeface="Cambria Math" panose="02040503050406030204" pitchFamily="18" charset="0"/>
                        </a:rPr>
                        <m:t>1</m:t>
                      </m:r>
                    </m:oMath>
                  </m:oMathPara>
                </a14:m>
                <a:endParaRPr lang="es-CO" sz="2400" dirty="0"/>
              </a:p>
            </p:txBody>
          </p:sp>
        </mc:Choice>
        <mc:Fallback>
          <p:sp>
            <p:nvSpPr>
              <p:cNvPr id="7" name="CuadroTexto 6">
                <a:extLst>
                  <a:ext uri="{FF2B5EF4-FFF2-40B4-BE49-F238E27FC236}">
                    <a16:creationId xmlns:a16="http://schemas.microsoft.com/office/drawing/2014/main" id="{595B7D20-A24F-6ADA-272A-A20ED5C610A5}"/>
                  </a:ext>
                </a:extLst>
              </p:cNvPr>
              <p:cNvSpPr txBox="1">
                <a:spLocks noRot="1" noChangeAspect="1" noMove="1" noResize="1" noEditPoints="1" noAdjustHandles="1" noChangeArrowheads="1" noChangeShapeType="1" noTextEdit="1"/>
              </p:cNvSpPr>
              <p:nvPr/>
            </p:nvSpPr>
            <p:spPr>
              <a:xfrm>
                <a:off x="93666" y="2643038"/>
                <a:ext cx="3549420" cy="968535"/>
              </a:xfrm>
              <a:prstGeom prst="rect">
                <a:avLst/>
              </a:prstGeom>
              <a:blipFill>
                <a:blip r:embed="rId4"/>
                <a:stretch>
                  <a:fillRect b="-3896"/>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162DCD1A-ACC6-4433-8064-299B426EB365}"/>
                  </a:ext>
                </a:extLst>
              </p:cNvPr>
              <p:cNvSpPr txBox="1"/>
              <p:nvPr/>
            </p:nvSpPr>
            <p:spPr>
              <a:xfrm>
                <a:off x="186344" y="4286892"/>
                <a:ext cx="2543629" cy="8585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CO" sz="2400" i="1" smtClean="0">
                          <a:solidFill>
                            <a:srgbClr val="000000"/>
                          </a:solidFill>
                          <a:latin typeface="Cambria Math" panose="02040503050406030204" pitchFamily="18" charset="0"/>
                        </a:rPr>
                        <m:t>𝛼</m:t>
                      </m:r>
                      <m:r>
                        <a:rPr lang="es-CO" sz="2400" i="1" smtClean="0">
                          <a:solidFill>
                            <a:srgbClr val="000000"/>
                          </a:solidFill>
                          <a:latin typeface="Cambria Math" panose="02040503050406030204" pitchFamily="18" charset="0"/>
                        </a:rPr>
                        <m:t>=</m:t>
                      </m:r>
                      <m:f>
                        <m:fPr>
                          <m:ctrlPr>
                            <a:rPr lang="es-CO" sz="2400" i="1">
                              <a:solidFill>
                                <a:srgbClr val="000000"/>
                              </a:solidFill>
                              <a:latin typeface="Cambria Math" panose="02040503050406030204" pitchFamily="18" charset="0"/>
                            </a:rPr>
                          </m:ctrlPr>
                        </m:fPr>
                        <m:num>
                          <m:func>
                            <m:funcPr>
                              <m:ctrlPr>
                                <a:rPr lang="es-CO" sz="2400" i="1">
                                  <a:solidFill>
                                    <a:srgbClr val="000000"/>
                                  </a:solidFill>
                                  <a:latin typeface="Cambria Math" panose="02040503050406030204" pitchFamily="18" charset="0"/>
                                </a:rPr>
                              </m:ctrlPr>
                            </m:funcPr>
                            <m:fName>
                              <m:r>
                                <m:rPr>
                                  <m:sty m:val="p"/>
                                </m:rPr>
                                <a:rPr lang="es-CO" sz="2400" i="0">
                                  <a:solidFill>
                                    <a:srgbClr val="000000"/>
                                  </a:solidFill>
                                  <a:latin typeface="Cambria Math" panose="02040503050406030204" pitchFamily="18" charset="0"/>
                                </a:rPr>
                                <m:t>log</m:t>
                              </m:r>
                            </m:fName>
                            <m:e>
                              <m:r>
                                <a:rPr lang="es-CO" sz="2400" i="1">
                                  <a:solidFill>
                                    <a:srgbClr val="000000"/>
                                  </a:solidFill>
                                  <a:latin typeface="Cambria Math" panose="02040503050406030204" pitchFamily="18" charset="0"/>
                                </a:rPr>
                                <m:t>0</m:t>
                              </m:r>
                            </m:e>
                          </m:func>
                          <m:r>
                            <a:rPr lang="es-CO" sz="2400" i="1">
                              <a:solidFill>
                                <a:srgbClr val="000000"/>
                              </a:solidFill>
                              <a:latin typeface="Cambria Math" panose="02040503050406030204" pitchFamily="18" charset="0"/>
                            </a:rPr>
                            <m:t>.5</m:t>
                          </m:r>
                        </m:num>
                        <m:den>
                          <m:sSub>
                            <m:sSubPr>
                              <m:ctrlPr>
                                <a:rPr lang="es-CO" sz="2400" i="1">
                                  <a:solidFill>
                                    <a:srgbClr val="000000"/>
                                  </a:solidFill>
                                  <a:latin typeface="Cambria Math" panose="02040503050406030204" pitchFamily="18" charset="0"/>
                                </a:rPr>
                              </m:ctrlPr>
                            </m:sSubPr>
                            <m:e>
                              <m:r>
                                <m:rPr>
                                  <m:sty m:val="p"/>
                                </m:rPr>
                                <a:rPr lang="es-CO" sz="2400">
                                  <a:solidFill>
                                    <a:srgbClr val="000000"/>
                                  </a:solidFill>
                                  <a:latin typeface="Cambria Math" panose="02040503050406030204" pitchFamily="18" charset="0"/>
                                </a:rPr>
                                <m:t>log</m:t>
                              </m:r>
                              <m:r>
                                <a:rPr lang="es-CO" sz="2400" i="1">
                                  <a:solidFill>
                                    <a:srgbClr val="000000"/>
                                  </a:solidFill>
                                  <a:latin typeface="Cambria Math" panose="02040503050406030204" pitchFamily="18" charset="0"/>
                                </a:rPr>
                                <m:t>𝛽</m:t>
                              </m:r>
                            </m:e>
                            <m:sub>
                              <m:r>
                                <a:rPr lang="es-CO" sz="2400" i="1">
                                  <a:solidFill>
                                    <a:srgbClr val="000000"/>
                                  </a:solidFill>
                                  <a:latin typeface="Cambria Math" panose="02040503050406030204" pitchFamily="18" charset="0"/>
                                </a:rPr>
                                <m:t>𝑏</m:t>
                              </m:r>
                            </m:sub>
                          </m:sSub>
                        </m:den>
                      </m:f>
                    </m:oMath>
                  </m:oMathPara>
                </a14:m>
                <a:endParaRPr lang="es-CO" sz="2400" dirty="0"/>
              </a:p>
            </p:txBody>
          </p:sp>
        </mc:Choice>
        <mc:Fallback>
          <p:sp>
            <p:nvSpPr>
              <p:cNvPr id="9" name="CuadroTexto 8">
                <a:extLst>
                  <a:ext uri="{FF2B5EF4-FFF2-40B4-BE49-F238E27FC236}">
                    <a16:creationId xmlns:a16="http://schemas.microsoft.com/office/drawing/2014/main" id="{162DCD1A-ACC6-4433-8064-299B426EB365}"/>
                  </a:ext>
                </a:extLst>
              </p:cNvPr>
              <p:cNvSpPr txBox="1">
                <a:spLocks noRot="1" noChangeAspect="1" noMove="1" noResize="1" noEditPoints="1" noAdjustHandles="1" noChangeArrowheads="1" noChangeShapeType="1" noTextEdit="1"/>
              </p:cNvSpPr>
              <p:nvPr/>
            </p:nvSpPr>
            <p:spPr>
              <a:xfrm>
                <a:off x="186344" y="4286892"/>
                <a:ext cx="2543629" cy="858505"/>
              </a:xfrm>
              <a:prstGeom prst="rect">
                <a:avLst/>
              </a:prstGeom>
              <a:blipFill>
                <a:blip r:embed="rId5"/>
                <a:stretch>
                  <a:fillRect b="-8696"/>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D7CC65F2-50D4-6DB6-612A-9691719E2A99}"/>
                  </a:ext>
                </a:extLst>
              </p:cNvPr>
              <p:cNvSpPr txBox="1"/>
              <p:nvPr/>
            </p:nvSpPr>
            <p:spPr>
              <a:xfrm>
                <a:off x="9382083" y="2305015"/>
                <a:ext cx="2398484" cy="4874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CO" sz="2400" i="1" smtClean="0">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𝐶</m:t>
                          </m:r>
                        </m:e>
                        <m:sub>
                          <m:r>
                            <a:rPr lang="es-CO" sz="2400" i="1">
                              <a:solidFill>
                                <a:srgbClr val="000000"/>
                              </a:solidFill>
                              <a:latin typeface="Cambria Math" panose="02040503050406030204" pitchFamily="18" charset="0"/>
                            </a:rPr>
                            <m:t>𝑐</m:t>
                          </m:r>
                        </m:sub>
                      </m:sSub>
                      <m:r>
                        <a:rPr lang="es-CO" sz="2400" i="1">
                          <a:solidFill>
                            <a:srgbClr val="000000"/>
                          </a:solidFill>
                          <a:latin typeface="Cambria Math" panose="02040503050406030204" pitchFamily="18" charset="0"/>
                        </a:rPr>
                        <m:t>=</m:t>
                      </m:r>
                      <m:r>
                        <m:rPr>
                          <m:sty m:val="p"/>
                        </m:rPr>
                        <a:rPr lang="el-GR" sz="2400" i="1" smtClean="0">
                          <a:solidFill>
                            <a:srgbClr val="000000"/>
                          </a:solidFill>
                          <a:latin typeface="Cambria Math" panose="02040503050406030204" pitchFamily="18" charset="0"/>
                        </a:rPr>
                        <m:t>ϕ</m:t>
                      </m:r>
                      <m:r>
                        <a:rPr lang="es-CO" sz="2400" i="1">
                          <a:solidFill>
                            <a:srgbClr val="000000"/>
                          </a:solidFill>
                          <a:latin typeface="Cambria Math" panose="02040503050406030204" pitchFamily="18" charset="0"/>
                        </a:rPr>
                        <m:t>𝑏h</m:t>
                      </m:r>
                      <m:sSubSup>
                        <m:sSubSupPr>
                          <m:ctrlPr>
                            <a:rPr lang="es-CO" sz="2400" i="1" smtClean="0">
                              <a:solidFill>
                                <a:srgbClr val="000000"/>
                              </a:solidFill>
                              <a:latin typeface="Cambria Math" panose="02040503050406030204" pitchFamily="18" charset="0"/>
                            </a:rPr>
                          </m:ctrlPr>
                        </m:sSubSupPr>
                        <m:e>
                          <m:r>
                            <a:rPr lang="es-ES" sz="2400" b="0" i="1" smtClean="0">
                              <a:solidFill>
                                <a:srgbClr val="000000"/>
                              </a:solidFill>
                              <a:latin typeface="Cambria Math" panose="02040503050406030204" pitchFamily="18" charset="0"/>
                            </a:rPr>
                            <m:t>𝑓</m:t>
                          </m:r>
                        </m:e>
                        <m:sub>
                          <m:r>
                            <a:rPr lang="es-ES" sz="2400" b="0" i="1" smtClean="0">
                              <a:solidFill>
                                <a:srgbClr val="000000"/>
                              </a:solidFill>
                              <a:latin typeface="Cambria Math" panose="02040503050406030204" pitchFamily="18" charset="0"/>
                            </a:rPr>
                            <m:t>𝐶</m:t>
                          </m:r>
                        </m:sub>
                        <m:sup>
                          <m:r>
                            <a:rPr lang="es-ES" sz="2400" b="0" i="1" smtClean="0">
                              <a:solidFill>
                                <a:srgbClr val="000000"/>
                              </a:solidFill>
                              <a:latin typeface="Cambria Math" panose="02040503050406030204" pitchFamily="18" charset="0"/>
                            </a:rPr>
                            <m:t>´</m:t>
                          </m:r>
                        </m:sup>
                      </m:sSubSup>
                    </m:oMath>
                  </m:oMathPara>
                </a14:m>
                <a:endParaRPr lang="es-CO" sz="2400" dirty="0"/>
              </a:p>
            </p:txBody>
          </p:sp>
        </mc:Choice>
        <mc:Fallback>
          <p:sp>
            <p:nvSpPr>
              <p:cNvPr id="12" name="CuadroTexto 11">
                <a:extLst>
                  <a:ext uri="{FF2B5EF4-FFF2-40B4-BE49-F238E27FC236}">
                    <a16:creationId xmlns:a16="http://schemas.microsoft.com/office/drawing/2014/main" id="{D7CC65F2-50D4-6DB6-612A-9691719E2A99}"/>
                  </a:ext>
                </a:extLst>
              </p:cNvPr>
              <p:cNvSpPr txBox="1">
                <a:spLocks noRot="1" noChangeAspect="1" noMove="1" noResize="1" noEditPoints="1" noAdjustHandles="1" noChangeArrowheads="1" noChangeShapeType="1" noTextEdit="1"/>
              </p:cNvSpPr>
              <p:nvPr/>
            </p:nvSpPr>
            <p:spPr>
              <a:xfrm>
                <a:off x="9382083" y="2305015"/>
                <a:ext cx="2398484" cy="487441"/>
              </a:xfrm>
              <a:prstGeom prst="rect">
                <a:avLst/>
              </a:prstGeom>
              <a:blipFill>
                <a:blip r:embed="rId6"/>
                <a:stretch>
                  <a:fillRect b="-15385"/>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5" name="5 Objeto">
                <a:extLst>
                  <a:ext uri="{FF2B5EF4-FFF2-40B4-BE49-F238E27FC236}">
                    <a16:creationId xmlns:a16="http://schemas.microsoft.com/office/drawing/2014/main" id="{01149F8B-2229-B55A-5088-6F380B557058}"/>
                  </a:ext>
                </a:extLst>
              </p:cNvPr>
              <p:cNvSpPr txBox="1"/>
              <p:nvPr/>
            </p:nvSpPr>
            <p:spPr bwMode="auto">
              <a:xfrm>
                <a:off x="9645233" y="1667498"/>
                <a:ext cx="1872184" cy="519497"/>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𝐶</m:t>
                          </m:r>
                        </m:e>
                        <m:sub>
                          <m:r>
                            <a:rPr lang="es-CO" sz="2400" i="1">
                              <a:solidFill>
                                <a:srgbClr val="000000"/>
                              </a:solidFill>
                              <a:latin typeface="Cambria Math" panose="02040503050406030204" pitchFamily="18" charset="0"/>
                            </a:rPr>
                            <m:t>𝑠</m:t>
                          </m:r>
                        </m:sub>
                      </m:sSub>
                      <m:r>
                        <a:rPr lang="es-CO" sz="2400" i="1">
                          <a:solidFill>
                            <a:srgbClr val="000000"/>
                          </a:solidFill>
                          <a:latin typeface="Cambria Math" panose="02040503050406030204" pitchFamily="18" charset="0"/>
                        </a:rPr>
                        <m:t>=</m:t>
                      </m:r>
                      <m:r>
                        <m:rPr>
                          <m:sty m:val="p"/>
                        </m:rPr>
                        <a:rPr lang="el-GR" sz="2400" i="0" smtClean="0">
                          <a:solidFill>
                            <a:srgbClr val="000000"/>
                          </a:solidFill>
                          <a:latin typeface="Cambria Math" panose="02040503050406030204" pitchFamily="18" charset="0"/>
                        </a:rPr>
                        <m:t>ϕ</m:t>
                      </m:r>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𝐴</m:t>
                          </m:r>
                        </m:e>
                        <m:sub>
                          <m:r>
                            <a:rPr lang="es-CO" sz="2400" i="1">
                              <a:solidFill>
                                <a:srgbClr val="000000"/>
                              </a:solidFill>
                              <a:latin typeface="Cambria Math" panose="02040503050406030204" pitchFamily="18" charset="0"/>
                            </a:rPr>
                            <m:t>𝑠</m:t>
                          </m:r>
                        </m:sub>
                      </m:sSub>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𝑓</m:t>
                          </m:r>
                        </m:e>
                        <m:sub>
                          <m:r>
                            <a:rPr lang="es-CO" sz="2400" i="1">
                              <a:solidFill>
                                <a:srgbClr val="000000"/>
                              </a:solidFill>
                              <a:latin typeface="Cambria Math" panose="02040503050406030204" pitchFamily="18" charset="0"/>
                            </a:rPr>
                            <m:t>𝑦</m:t>
                          </m:r>
                        </m:sub>
                      </m:sSub>
                    </m:oMath>
                  </m:oMathPara>
                </a14:m>
                <a:endParaRPr lang="es-CO" sz="2400" dirty="0"/>
              </a:p>
            </p:txBody>
          </p:sp>
        </mc:Choice>
        <mc:Fallback>
          <p:sp>
            <p:nvSpPr>
              <p:cNvPr id="15" name="5 Objeto">
                <a:extLst>
                  <a:ext uri="{FF2B5EF4-FFF2-40B4-BE49-F238E27FC236}">
                    <a16:creationId xmlns:a16="http://schemas.microsoft.com/office/drawing/2014/main" id="{01149F8B-2229-B55A-5088-6F380B557058}"/>
                  </a:ext>
                </a:extLst>
              </p:cNvPr>
              <p:cNvSpPr txBox="1">
                <a:spLocks noRot="1" noChangeAspect="1" noMove="1" noResize="1" noEditPoints="1" noAdjustHandles="1" noChangeArrowheads="1" noChangeShapeType="1" noTextEdit="1"/>
              </p:cNvSpPr>
              <p:nvPr/>
            </p:nvSpPr>
            <p:spPr bwMode="auto">
              <a:xfrm>
                <a:off x="9645233" y="1667498"/>
                <a:ext cx="1872184" cy="519497"/>
              </a:xfrm>
              <a:prstGeom prst="rect">
                <a:avLst/>
              </a:prstGeom>
              <a:blipFill>
                <a:blip r:embed="rId7"/>
                <a:stretch>
                  <a:fillRect b="-4762"/>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6" name="8 Objeto">
                <a:extLst>
                  <a:ext uri="{FF2B5EF4-FFF2-40B4-BE49-F238E27FC236}">
                    <a16:creationId xmlns:a16="http://schemas.microsoft.com/office/drawing/2014/main" id="{76A35F8D-60E3-ED52-6319-B6CA46F7FF79}"/>
                  </a:ext>
                </a:extLst>
              </p:cNvPr>
              <p:cNvSpPr txBox="1"/>
              <p:nvPr/>
            </p:nvSpPr>
            <p:spPr bwMode="auto">
              <a:xfrm>
                <a:off x="4579257" y="1667498"/>
                <a:ext cx="5451929" cy="1798637"/>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𝛽</m:t>
                          </m:r>
                        </m:e>
                        <m:sub>
                          <m:r>
                            <a:rPr lang="es-CO" sz="2400" i="1">
                              <a:solidFill>
                                <a:srgbClr val="000000"/>
                              </a:solidFill>
                              <a:latin typeface="Cambria Math" panose="02040503050406030204" pitchFamily="18" charset="0"/>
                            </a:rPr>
                            <m:t>𝑏</m:t>
                          </m:r>
                        </m:sub>
                      </m:sSub>
                      <m:r>
                        <a:rPr lang="es-CO" sz="2400" i="1">
                          <a:solidFill>
                            <a:srgbClr val="000000"/>
                          </a:solidFill>
                          <a:latin typeface="Cambria Math" panose="02040503050406030204" pitchFamily="18" charset="0"/>
                        </a:rPr>
                        <m:t>=</m:t>
                      </m:r>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𝛽</m:t>
                          </m:r>
                        </m:e>
                        <m:sub>
                          <m:r>
                            <a:rPr lang="es-CO" sz="2400" i="1">
                              <a:solidFill>
                                <a:srgbClr val="000000"/>
                              </a:solidFill>
                              <a:latin typeface="Cambria Math" panose="02040503050406030204" pitchFamily="18" charset="0"/>
                            </a:rPr>
                            <m:t>25</m:t>
                          </m:r>
                        </m:sub>
                      </m:sSub>
                      <m:r>
                        <a:rPr lang="es-CO" sz="2400" i="1">
                          <a:solidFill>
                            <a:srgbClr val="000000"/>
                          </a:solidFill>
                          <a:latin typeface="Cambria Math" panose="02040503050406030204" pitchFamily="18" charset="0"/>
                        </a:rPr>
                        <m:t>+0.20</m:t>
                      </m:r>
                      <m:d>
                        <m:dPr>
                          <m:begChr m:val="["/>
                          <m:endChr m:val="]"/>
                          <m:ctrlPr>
                            <a:rPr lang="es-CO" sz="2400" i="1">
                              <a:solidFill>
                                <a:srgbClr val="000000"/>
                              </a:solidFill>
                              <a:latin typeface="Cambria Math" panose="02040503050406030204" pitchFamily="18" charset="0"/>
                            </a:rPr>
                          </m:ctrlPr>
                        </m:dPr>
                        <m:e>
                          <m:f>
                            <m:fPr>
                              <m:ctrlPr>
                                <a:rPr lang="es-CO" sz="2400" i="1">
                                  <a:solidFill>
                                    <a:srgbClr val="000000"/>
                                  </a:solidFill>
                                  <a:latin typeface="Cambria Math" panose="02040503050406030204" pitchFamily="18" charset="0"/>
                                </a:rPr>
                              </m:ctrlPr>
                            </m:fPr>
                            <m:num>
                              <m:f>
                                <m:fPr>
                                  <m:ctrlPr>
                                    <a:rPr lang="es-CO" sz="2400" i="1">
                                      <a:solidFill>
                                        <a:srgbClr val="000000"/>
                                      </a:solidFill>
                                      <a:latin typeface="Cambria Math" panose="02040503050406030204" pitchFamily="18" charset="0"/>
                                    </a:rPr>
                                  </m:ctrlPr>
                                </m:fPr>
                                <m:num>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𝑃</m:t>
                                      </m:r>
                                    </m:e>
                                    <m:sub>
                                      <m:r>
                                        <a:rPr lang="es-CO" sz="2400" i="1">
                                          <a:solidFill>
                                            <a:srgbClr val="000000"/>
                                          </a:solidFill>
                                          <a:latin typeface="Cambria Math" panose="02040503050406030204" pitchFamily="18" charset="0"/>
                                        </a:rPr>
                                        <m:t>𝑢</m:t>
                                      </m:r>
                                    </m:sub>
                                  </m:sSub>
                                </m:num>
                                <m:den>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𝐶</m:t>
                                      </m:r>
                                    </m:e>
                                    <m:sub>
                                      <m:r>
                                        <a:rPr lang="es-CO" sz="2400" i="1">
                                          <a:solidFill>
                                            <a:srgbClr val="000000"/>
                                          </a:solidFill>
                                          <a:latin typeface="Cambria Math" panose="02040503050406030204" pitchFamily="18" charset="0"/>
                                        </a:rPr>
                                        <m:t>𝑐</m:t>
                                      </m:r>
                                    </m:sub>
                                  </m:sSub>
                                </m:den>
                              </m:f>
                              <m:r>
                                <a:rPr lang="es-CO" sz="2400" i="1">
                                  <a:solidFill>
                                    <a:srgbClr val="000000"/>
                                  </a:solidFill>
                                  <a:latin typeface="Cambria Math" panose="02040503050406030204" pitchFamily="18" charset="0"/>
                                </a:rPr>
                                <m:t>−0.25</m:t>
                              </m:r>
                            </m:num>
                            <m:den>
                              <m:r>
                                <a:rPr lang="es-CO" sz="2400" i="1">
                                  <a:solidFill>
                                    <a:srgbClr val="000000"/>
                                  </a:solidFill>
                                  <a:latin typeface="Cambria Math" panose="02040503050406030204" pitchFamily="18" charset="0"/>
                                </a:rPr>
                                <m:t>0.85+</m:t>
                              </m:r>
                              <m:f>
                                <m:fPr>
                                  <m:ctrlPr>
                                    <a:rPr lang="es-CO" sz="2400" i="1">
                                      <a:solidFill>
                                        <a:srgbClr val="000000"/>
                                      </a:solidFill>
                                      <a:latin typeface="Cambria Math" panose="02040503050406030204" pitchFamily="18" charset="0"/>
                                    </a:rPr>
                                  </m:ctrlPr>
                                </m:fPr>
                                <m:num>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𝐶</m:t>
                                      </m:r>
                                    </m:e>
                                    <m:sub>
                                      <m:r>
                                        <a:rPr lang="es-CO" sz="2400" i="1">
                                          <a:solidFill>
                                            <a:srgbClr val="000000"/>
                                          </a:solidFill>
                                          <a:latin typeface="Cambria Math" panose="02040503050406030204" pitchFamily="18" charset="0"/>
                                        </a:rPr>
                                        <m:t>𝑠</m:t>
                                      </m:r>
                                    </m:sub>
                                  </m:sSub>
                                </m:num>
                                <m:den>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𝐶</m:t>
                                      </m:r>
                                    </m:e>
                                    <m:sub>
                                      <m:r>
                                        <a:rPr lang="es-CO" sz="2400" i="1">
                                          <a:solidFill>
                                            <a:srgbClr val="000000"/>
                                          </a:solidFill>
                                          <a:latin typeface="Cambria Math" panose="02040503050406030204" pitchFamily="18" charset="0"/>
                                        </a:rPr>
                                        <m:t>𝑐</m:t>
                                      </m:r>
                                    </m:sub>
                                  </m:sSub>
                                </m:den>
                              </m:f>
                            </m:den>
                          </m:f>
                        </m:e>
                      </m:d>
                    </m:oMath>
                  </m:oMathPara>
                </a14:m>
                <a:endParaRPr lang="es-CO" sz="2400" dirty="0"/>
              </a:p>
            </p:txBody>
          </p:sp>
        </mc:Choice>
        <mc:Fallback>
          <p:sp>
            <p:nvSpPr>
              <p:cNvPr id="16" name="8 Objeto">
                <a:extLst>
                  <a:ext uri="{FF2B5EF4-FFF2-40B4-BE49-F238E27FC236}">
                    <a16:creationId xmlns:a16="http://schemas.microsoft.com/office/drawing/2014/main" id="{76A35F8D-60E3-ED52-6319-B6CA46F7FF79}"/>
                  </a:ext>
                </a:extLst>
              </p:cNvPr>
              <p:cNvSpPr txBox="1">
                <a:spLocks noRot="1" noChangeAspect="1" noMove="1" noResize="1" noEditPoints="1" noAdjustHandles="1" noChangeArrowheads="1" noChangeShapeType="1" noTextEdit="1"/>
              </p:cNvSpPr>
              <p:nvPr/>
            </p:nvSpPr>
            <p:spPr bwMode="auto">
              <a:xfrm>
                <a:off x="4579257" y="1667498"/>
                <a:ext cx="5451929" cy="1798637"/>
              </a:xfrm>
              <a:prstGeom prst="rect">
                <a:avLst/>
              </a:prstGeom>
              <a:blipFill>
                <a:blip r:embed="rId8"/>
                <a:stretch>
                  <a:fillRect/>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7" name="6 Objeto">
                <a:extLst>
                  <a:ext uri="{FF2B5EF4-FFF2-40B4-BE49-F238E27FC236}">
                    <a16:creationId xmlns:a16="http://schemas.microsoft.com/office/drawing/2014/main" id="{65C7B53A-91CA-3D0E-EBB0-3B3A0FFCA715}"/>
                  </a:ext>
                </a:extLst>
              </p:cNvPr>
              <p:cNvSpPr txBox="1"/>
              <p:nvPr/>
            </p:nvSpPr>
            <p:spPr bwMode="auto">
              <a:xfrm>
                <a:off x="5883653" y="1105237"/>
                <a:ext cx="2279278" cy="603114"/>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sSub>
                        <m:sSubPr>
                          <m:ctrlPr>
                            <a:rPr lang="es-CO" sz="2400" i="1" smtClean="0">
                              <a:solidFill>
                                <a:srgbClr val="002060"/>
                              </a:solidFill>
                              <a:latin typeface="Cambria Math" panose="02040503050406030204" pitchFamily="18" charset="0"/>
                            </a:rPr>
                          </m:ctrlPr>
                        </m:sSubPr>
                        <m:e>
                          <m:r>
                            <a:rPr lang="es-CO" sz="2400" i="1">
                              <a:solidFill>
                                <a:srgbClr val="002060"/>
                              </a:solidFill>
                              <a:latin typeface="Cambria Math" panose="02040503050406030204" pitchFamily="18" charset="0"/>
                            </a:rPr>
                            <m:t>𝑃</m:t>
                          </m:r>
                        </m:e>
                        <m:sub>
                          <m:r>
                            <a:rPr lang="es-CO" sz="2400" i="1">
                              <a:solidFill>
                                <a:srgbClr val="002060"/>
                              </a:solidFill>
                              <a:latin typeface="Cambria Math" panose="02040503050406030204" pitchFamily="18" charset="0"/>
                            </a:rPr>
                            <m:t>𝑢</m:t>
                          </m:r>
                        </m:sub>
                      </m:sSub>
                      <m:r>
                        <a:rPr lang="es-CO" sz="2400" i="1">
                          <a:solidFill>
                            <a:srgbClr val="002060"/>
                          </a:solidFill>
                          <a:latin typeface="Cambria Math" panose="02040503050406030204" pitchFamily="18" charset="0"/>
                        </a:rPr>
                        <m:t>≥0.25</m:t>
                      </m:r>
                      <m:sSub>
                        <m:sSubPr>
                          <m:ctrlPr>
                            <a:rPr lang="es-CO" sz="2400" i="1">
                              <a:solidFill>
                                <a:srgbClr val="002060"/>
                              </a:solidFill>
                              <a:latin typeface="Cambria Math" panose="02040503050406030204" pitchFamily="18" charset="0"/>
                            </a:rPr>
                          </m:ctrlPr>
                        </m:sSubPr>
                        <m:e>
                          <m:r>
                            <a:rPr lang="es-CO" sz="2400" i="1">
                              <a:solidFill>
                                <a:srgbClr val="002060"/>
                              </a:solidFill>
                              <a:latin typeface="Cambria Math" panose="02040503050406030204" pitchFamily="18" charset="0"/>
                            </a:rPr>
                            <m:t>𝐶</m:t>
                          </m:r>
                        </m:e>
                        <m:sub>
                          <m:r>
                            <a:rPr lang="es-CO" sz="2400" i="1">
                              <a:solidFill>
                                <a:srgbClr val="002060"/>
                              </a:solidFill>
                              <a:latin typeface="Cambria Math" panose="02040503050406030204" pitchFamily="18" charset="0"/>
                            </a:rPr>
                            <m:t>𝑐</m:t>
                          </m:r>
                        </m:sub>
                      </m:sSub>
                    </m:oMath>
                  </m:oMathPara>
                </a14:m>
                <a:endParaRPr lang="es-CO" sz="2400" dirty="0"/>
              </a:p>
            </p:txBody>
          </p:sp>
        </mc:Choice>
        <mc:Fallback>
          <p:sp>
            <p:nvSpPr>
              <p:cNvPr id="17" name="6 Objeto">
                <a:extLst>
                  <a:ext uri="{FF2B5EF4-FFF2-40B4-BE49-F238E27FC236}">
                    <a16:creationId xmlns:a16="http://schemas.microsoft.com/office/drawing/2014/main" id="{65C7B53A-91CA-3D0E-EBB0-3B3A0FFCA715}"/>
                  </a:ext>
                </a:extLst>
              </p:cNvPr>
              <p:cNvSpPr txBox="1">
                <a:spLocks noRot="1" noChangeAspect="1" noMove="1" noResize="1" noEditPoints="1" noAdjustHandles="1" noChangeArrowheads="1" noChangeShapeType="1" noTextEdit="1"/>
              </p:cNvSpPr>
              <p:nvPr/>
            </p:nvSpPr>
            <p:spPr bwMode="auto">
              <a:xfrm>
                <a:off x="5883653" y="1105237"/>
                <a:ext cx="2279278" cy="603114"/>
              </a:xfrm>
              <a:prstGeom prst="rect">
                <a:avLst/>
              </a:prstGeom>
              <a:blipFill>
                <a:blip r:embed="rId9"/>
                <a:stretch>
                  <a:fillRect/>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20" name="6 Objeto">
                <a:extLst>
                  <a:ext uri="{FF2B5EF4-FFF2-40B4-BE49-F238E27FC236}">
                    <a16:creationId xmlns:a16="http://schemas.microsoft.com/office/drawing/2014/main" id="{653E9C6F-9629-4A24-CB84-AB739234FD02}"/>
                  </a:ext>
                </a:extLst>
              </p:cNvPr>
              <p:cNvSpPr txBox="1"/>
              <p:nvPr/>
            </p:nvSpPr>
            <p:spPr bwMode="auto">
              <a:xfrm>
                <a:off x="5680571" y="3177517"/>
                <a:ext cx="2868345" cy="477838"/>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s-CO" sz="2400" i="1" smtClean="0">
                              <a:solidFill>
                                <a:srgbClr val="002060"/>
                              </a:solidFill>
                              <a:latin typeface="Cambria Math" panose="02040503050406030204" pitchFamily="18" charset="0"/>
                            </a:rPr>
                          </m:ctrlPr>
                        </m:sSubPr>
                        <m:e>
                          <m:r>
                            <a:rPr lang="es-CO" sz="2400" b="0" i="1">
                              <a:solidFill>
                                <a:srgbClr val="002060"/>
                              </a:solidFill>
                              <a:latin typeface="Cambria Math" panose="02040503050406030204" pitchFamily="18" charset="0"/>
                            </a:rPr>
                            <m:t>𝑃</m:t>
                          </m:r>
                        </m:e>
                        <m:sub>
                          <m:r>
                            <a:rPr lang="es-CO" sz="2400" b="0" i="1">
                              <a:solidFill>
                                <a:srgbClr val="002060"/>
                              </a:solidFill>
                              <a:latin typeface="Cambria Math" panose="02040503050406030204" pitchFamily="18" charset="0"/>
                            </a:rPr>
                            <m:t>𝑢</m:t>
                          </m:r>
                        </m:sub>
                      </m:sSub>
                      <m:r>
                        <a:rPr lang="es-CO" sz="2400" b="0" i="1">
                          <a:solidFill>
                            <a:srgbClr val="002060"/>
                          </a:solidFill>
                          <a:latin typeface="Cambria Math" panose="02040503050406030204" pitchFamily="18" charset="0"/>
                        </a:rPr>
                        <m:t>&lt;0.25</m:t>
                      </m:r>
                      <m:sSub>
                        <m:sSubPr>
                          <m:ctrlPr>
                            <a:rPr lang="es-CO" sz="2400" i="1">
                              <a:solidFill>
                                <a:srgbClr val="002060"/>
                              </a:solidFill>
                              <a:latin typeface="Cambria Math" panose="02040503050406030204" pitchFamily="18" charset="0"/>
                            </a:rPr>
                          </m:ctrlPr>
                        </m:sSubPr>
                        <m:e>
                          <m:r>
                            <a:rPr lang="es-CO" sz="2400" b="0" i="1">
                              <a:solidFill>
                                <a:srgbClr val="002060"/>
                              </a:solidFill>
                              <a:latin typeface="Cambria Math" panose="02040503050406030204" pitchFamily="18" charset="0"/>
                            </a:rPr>
                            <m:t>𝐶</m:t>
                          </m:r>
                        </m:e>
                        <m:sub>
                          <m:r>
                            <a:rPr lang="es-CO" sz="2400" b="0" i="1">
                              <a:solidFill>
                                <a:srgbClr val="002060"/>
                              </a:solidFill>
                              <a:latin typeface="Cambria Math" panose="02040503050406030204" pitchFamily="18" charset="0"/>
                            </a:rPr>
                            <m:t>𝑐</m:t>
                          </m:r>
                        </m:sub>
                      </m:sSub>
                    </m:oMath>
                  </m:oMathPara>
                </a14:m>
                <a:endParaRPr lang="es-CO" sz="2400" dirty="0"/>
              </a:p>
            </p:txBody>
          </p:sp>
        </mc:Choice>
        <mc:Fallback>
          <p:sp>
            <p:nvSpPr>
              <p:cNvPr id="20" name="6 Objeto">
                <a:extLst>
                  <a:ext uri="{FF2B5EF4-FFF2-40B4-BE49-F238E27FC236}">
                    <a16:creationId xmlns:a16="http://schemas.microsoft.com/office/drawing/2014/main" id="{653E9C6F-9629-4A24-CB84-AB739234FD02}"/>
                  </a:ext>
                </a:extLst>
              </p:cNvPr>
              <p:cNvSpPr txBox="1">
                <a:spLocks noRot="1" noChangeAspect="1" noMove="1" noResize="1" noEditPoints="1" noAdjustHandles="1" noChangeArrowheads="1" noChangeShapeType="1" noTextEdit="1"/>
              </p:cNvSpPr>
              <p:nvPr/>
            </p:nvSpPr>
            <p:spPr bwMode="auto">
              <a:xfrm>
                <a:off x="5680571" y="3177517"/>
                <a:ext cx="2868345" cy="477838"/>
              </a:xfrm>
              <a:prstGeom prst="rect">
                <a:avLst/>
              </a:prstGeom>
              <a:blipFill>
                <a:blip r:embed="rId10"/>
                <a:stretch>
                  <a:fillRect/>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21" name="8 Objeto">
                <a:extLst>
                  <a:ext uri="{FF2B5EF4-FFF2-40B4-BE49-F238E27FC236}">
                    <a16:creationId xmlns:a16="http://schemas.microsoft.com/office/drawing/2014/main" id="{DCA87DC4-2F65-6448-74E9-839117F6E95C}"/>
                  </a:ext>
                </a:extLst>
              </p:cNvPr>
              <p:cNvSpPr txBox="1"/>
              <p:nvPr/>
            </p:nvSpPr>
            <p:spPr bwMode="auto">
              <a:xfrm>
                <a:off x="4983389" y="3536113"/>
                <a:ext cx="6744153" cy="1058863"/>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𝛽</m:t>
                          </m:r>
                        </m:e>
                        <m:sub>
                          <m:r>
                            <a:rPr lang="es-CO" sz="2400" i="1">
                              <a:solidFill>
                                <a:srgbClr val="000000"/>
                              </a:solidFill>
                              <a:latin typeface="Cambria Math" panose="02040503050406030204" pitchFamily="18" charset="0"/>
                            </a:rPr>
                            <m:t>𝑏</m:t>
                          </m:r>
                        </m:sub>
                      </m:sSub>
                      <m:r>
                        <a:rPr lang="es-CO" sz="2400" i="1">
                          <a:solidFill>
                            <a:srgbClr val="000000"/>
                          </a:solidFill>
                          <a:latin typeface="Cambria Math" panose="02040503050406030204" pitchFamily="18" charset="0"/>
                        </a:rPr>
                        <m:t>=</m:t>
                      </m:r>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𝛽</m:t>
                          </m:r>
                        </m:e>
                        <m:sub>
                          <m:r>
                            <a:rPr lang="es-CO" sz="2400" i="1">
                              <a:solidFill>
                                <a:srgbClr val="000000"/>
                              </a:solidFill>
                              <a:latin typeface="Cambria Math" panose="02040503050406030204" pitchFamily="18" charset="0"/>
                            </a:rPr>
                            <m:t>25</m:t>
                          </m:r>
                        </m:sub>
                      </m:sSub>
                      <m:r>
                        <a:rPr lang="es-CO" sz="2400" i="1">
                          <a:solidFill>
                            <a:srgbClr val="000000"/>
                          </a:solidFill>
                          <a:latin typeface="Cambria Math" panose="02040503050406030204" pitchFamily="18" charset="0"/>
                        </a:rPr>
                        <m:t>+0.20</m:t>
                      </m:r>
                      <m:sSup>
                        <m:sSupPr>
                          <m:ctrlPr>
                            <a:rPr lang="es-CO" sz="2400" i="1">
                              <a:solidFill>
                                <a:srgbClr val="000000"/>
                              </a:solidFill>
                              <a:latin typeface="Cambria Math" panose="02040503050406030204" pitchFamily="18" charset="0"/>
                            </a:rPr>
                          </m:ctrlPr>
                        </m:sSupPr>
                        <m:e>
                          <m:d>
                            <m:dPr>
                              <m:ctrlPr>
                                <a:rPr lang="es-CO" sz="2400" i="1">
                                  <a:solidFill>
                                    <a:srgbClr val="000000"/>
                                  </a:solidFill>
                                  <a:latin typeface="Cambria Math" panose="02040503050406030204" pitchFamily="18" charset="0"/>
                                </a:rPr>
                              </m:ctrlPr>
                            </m:dPr>
                            <m:e>
                              <m:r>
                                <a:rPr lang="es-CO" sz="2400" i="1">
                                  <a:solidFill>
                                    <a:srgbClr val="000000"/>
                                  </a:solidFill>
                                  <a:latin typeface="Cambria Math" panose="02040503050406030204" pitchFamily="18" charset="0"/>
                                </a:rPr>
                                <m:t>0.25−</m:t>
                              </m:r>
                              <m:f>
                                <m:fPr>
                                  <m:ctrlPr>
                                    <a:rPr lang="es-CO" sz="2400" i="1">
                                      <a:solidFill>
                                        <a:srgbClr val="000000"/>
                                      </a:solidFill>
                                      <a:latin typeface="Cambria Math" panose="02040503050406030204" pitchFamily="18" charset="0"/>
                                    </a:rPr>
                                  </m:ctrlPr>
                                </m:fPr>
                                <m:num>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𝑃</m:t>
                                      </m:r>
                                    </m:e>
                                    <m:sub>
                                      <m:r>
                                        <a:rPr lang="es-CO" sz="2400" i="1">
                                          <a:solidFill>
                                            <a:srgbClr val="000000"/>
                                          </a:solidFill>
                                          <a:latin typeface="Cambria Math" panose="02040503050406030204" pitchFamily="18" charset="0"/>
                                        </a:rPr>
                                        <m:t>𝑢</m:t>
                                      </m:r>
                                    </m:sub>
                                  </m:sSub>
                                </m:num>
                                <m:den>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𝐶</m:t>
                                      </m:r>
                                    </m:e>
                                    <m:sub>
                                      <m:r>
                                        <a:rPr lang="es-CO" sz="2400" i="1">
                                          <a:solidFill>
                                            <a:srgbClr val="000000"/>
                                          </a:solidFill>
                                          <a:latin typeface="Cambria Math" panose="02040503050406030204" pitchFamily="18" charset="0"/>
                                        </a:rPr>
                                        <m:t>𝑐</m:t>
                                      </m:r>
                                    </m:sub>
                                  </m:sSub>
                                </m:den>
                              </m:f>
                            </m:e>
                          </m:d>
                        </m:e>
                        <m:sup>
                          <m:r>
                            <a:rPr lang="es-CO" sz="2400" i="1">
                              <a:solidFill>
                                <a:srgbClr val="000000"/>
                              </a:solidFill>
                              <a:latin typeface="Cambria Math" panose="02040503050406030204" pitchFamily="18" charset="0"/>
                            </a:rPr>
                            <m:t>2</m:t>
                          </m:r>
                        </m:sup>
                      </m:sSup>
                      <m:d>
                        <m:dPr>
                          <m:ctrlPr>
                            <a:rPr lang="es-CO" sz="2400" i="1">
                              <a:solidFill>
                                <a:srgbClr val="000000"/>
                              </a:solidFill>
                              <a:latin typeface="Cambria Math" panose="02040503050406030204" pitchFamily="18" charset="0"/>
                            </a:rPr>
                          </m:ctrlPr>
                        </m:dPr>
                        <m:e>
                          <m:r>
                            <a:rPr lang="es-CO" sz="2400" i="1">
                              <a:solidFill>
                                <a:srgbClr val="000000"/>
                              </a:solidFill>
                              <a:latin typeface="Cambria Math" panose="02040503050406030204" pitchFamily="18" charset="0"/>
                            </a:rPr>
                            <m:t>0.85−</m:t>
                          </m:r>
                          <m:f>
                            <m:fPr>
                              <m:ctrlPr>
                                <a:rPr lang="es-CO" sz="2400" i="1">
                                  <a:solidFill>
                                    <a:srgbClr val="000000"/>
                                  </a:solidFill>
                                  <a:latin typeface="Cambria Math" panose="02040503050406030204" pitchFamily="18" charset="0"/>
                                </a:rPr>
                              </m:ctrlPr>
                            </m:fPr>
                            <m:num>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𝐶</m:t>
                                  </m:r>
                                </m:e>
                                <m:sub>
                                  <m:r>
                                    <a:rPr lang="es-CO" sz="2400" i="1">
                                      <a:solidFill>
                                        <a:srgbClr val="000000"/>
                                      </a:solidFill>
                                      <a:latin typeface="Cambria Math" panose="02040503050406030204" pitchFamily="18" charset="0"/>
                                    </a:rPr>
                                    <m:t>𝑠</m:t>
                                  </m:r>
                                </m:sub>
                              </m:sSub>
                            </m:num>
                            <m:den>
                              <m:r>
                                <a:rPr lang="es-CO" sz="2400" i="1">
                                  <a:solidFill>
                                    <a:srgbClr val="000000"/>
                                  </a:solidFill>
                                  <a:latin typeface="Cambria Math" panose="02040503050406030204" pitchFamily="18" charset="0"/>
                                </a:rPr>
                                <m:t>2</m:t>
                              </m:r>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𝐶</m:t>
                                  </m:r>
                                </m:e>
                                <m:sub>
                                  <m:r>
                                    <a:rPr lang="es-CO" sz="2400" i="1">
                                      <a:solidFill>
                                        <a:srgbClr val="000000"/>
                                      </a:solidFill>
                                      <a:latin typeface="Cambria Math" panose="02040503050406030204" pitchFamily="18" charset="0"/>
                                    </a:rPr>
                                    <m:t>𝑐</m:t>
                                  </m:r>
                                </m:sub>
                              </m:sSub>
                            </m:den>
                          </m:f>
                        </m:e>
                      </m:d>
                    </m:oMath>
                  </m:oMathPara>
                </a14:m>
                <a:endParaRPr lang="es-CO" sz="2400" dirty="0"/>
              </a:p>
            </p:txBody>
          </p:sp>
        </mc:Choice>
        <mc:Fallback>
          <p:sp>
            <p:nvSpPr>
              <p:cNvPr id="21" name="8 Objeto">
                <a:extLst>
                  <a:ext uri="{FF2B5EF4-FFF2-40B4-BE49-F238E27FC236}">
                    <a16:creationId xmlns:a16="http://schemas.microsoft.com/office/drawing/2014/main" id="{DCA87DC4-2F65-6448-74E9-839117F6E95C}"/>
                  </a:ext>
                </a:extLst>
              </p:cNvPr>
              <p:cNvSpPr txBox="1">
                <a:spLocks noRot="1" noChangeAspect="1" noMove="1" noResize="1" noEditPoints="1" noAdjustHandles="1" noChangeArrowheads="1" noChangeShapeType="1" noTextEdit="1"/>
              </p:cNvSpPr>
              <p:nvPr/>
            </p:nvSpPr>
            <p:spPr bwMode="auto">
              <a:xfrm>
                <a:off x="4983389" y="3536113"/>
                <a:ext cx="6744153" cy="1058863"/>
              </a:xfrm>
              <a:prstGeom prst="rect">
                <a:avLst/>
              </a:prstGeom>
              <a:blipFill>
                <a:blip r:embed="rId11"/>
                <a:stretch>
                  <a:fillRect/>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23" name="18 Objeto">
                <a:extLst>
                  <a:ext uri="{FF2B5EF4-FFF2-40B4-BE49-F238E27FC236}">
                    <a16:creationId xmlns:a16="http://schemas.microsoft.com/office/drawing/2014/main" id="{B20A646D-CD8F-7DA7-690D-30E2679929C1}"/>
                  </a:ext>
                </a:extLst>
              </p:cNvPr>
              <p:cNvSpPr txBox="1"/>
              <p:nvPr/>
            </p:nvSpPr>
            <p:spPr bwMode="auto">
              <a:xfrm>
                <a:off x="5217432" y="5957887"/>
                <a:ext cx="1190625" cy="900113"/>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f>
                        <m:fPr>
                          <m:ctrlPr>
                            <a:rPr lang="es-CO" sz="2200" i="1">
                              <a:solidFill>
                                <a:srgbClr val="000000"/>
                              </a:solidFill>
                              <a:latin typeface="Cambria Math" panose="02040503050406030204" pitchFamily="18" charset="0"/>
                            </a:rPr>
                          </m:ctrlPr>
                        </m:fPr>
                        <m:num>
                          <m:sSub>
                            <m:sSubPr>
                              <m:ctrlPr>
                                <a:rPr lang="es-CO" sz="2200" i="1">
                                  <a:solidFill>
                                    <a:srgbClr val="000000"/>
                                  </a:solidFill>
                                  <a:latin typeface="Cambria Math" panose="02040503050406030204" pitchFamily="18" charset="0"/>
                                </a:rPr>
                              </m:ctrlPr>
                            </m:sSubPr>
                            <m:e>
                              <m:r>
                                <a:rPr lang="es-CO" sz="2200" i="1">
                                  <a:solidFill>
                                    <a:srgbClr val="000000"/>
                                  </a:solidFill>
                                  <a:latin typeface="Cambria Math" panose="02040503050406030204" pitchFamily="18" charset="0"/>
                                </a:rPr>
                                <m:t>𝐶</m:t>
                              </m:r>
                            </m:e>
                            <m:sub>
                              <m:r>
                                <a:rPr lang="es-CO" sz="2200" i="1">
                                  <a:solidFill>
                                    <a:srgbClr val="000000"/>
                                  </a:solidFill>
                                  <a:latin typeface="Cambria Math" panose="02040503050406030204" pitchFamily="18" charset="0"/>
                                </a:rPr>
                                <m:t>𝑠</m:t>
                              </m:r>
                            </m:sub>
                          </m:sSub>
                        </m:num>
                        <m:den>
                          <m:sSub>
                            <m:sSubPr>
                              <m:ctrlPr>
                                <a:rPr lang="es-CO" sz="2200" i="1">
                                  <a:solidFill>
                                    <a:srgbClr val="000000"/>
                                  </a:solidFill>
                                  <a:latin typeface="Cambria Math" panose="02040503050406030204" pitchFamily="18" charset="0"/>
                                </a:rPr>
                              </m:ctrlPr>
                            </m:sSubPr>
                            <m:e>
                              <m:r>
                                <a:rPr lang="es-CO" sz="2200" i="1">
                                  <a:solidFill>
                                    <a:srgbClr val="000000"/>
                                  </a:solidFill>
                                  <a:latin typeface="Cambria Math" panose="02040503050406030204" pitchFamily="18" charset="0"/>
                                </a:rPr>
                                <m:t>𝐶</m:t>
                              </m:r>
                            </m:e>
                            <m:sub>
                              <m:r>
                                <a:rPr lang="es-CO" sz="2200" i="1">
                                  <a:solidFill>
                                    <a:srgbClr val="000000"/>
                                  </a:solidFill>
                                  <a:latin typeface="Cambria Math" panose="02040503050406030204" pitchFamily="18" charset="0"/>
                                </a:rPr>
                                <m:t>𝑐</m:t>
                              </m:r>
                            </m:sub>
                          </m:sSub>
                        </m:den>
                      </m:f>
                      <m:r>
                        <a:rPr lang="es-CO" sz="2200" i="1">
                          <a:solidFill>
                            <a:srgbClr val="000000"/>
                          </a:solidFill>
                          <a:latin typeface="Cambria Math" panose="02040503050406030204" pitchFamily="18" charset="0"/>
                        </a:rPr>
                        <m:t>&lt;0.5</m:t>
                      </m:r>
                    </m:oMath>
                  </m:oMathPara>
                </a14:m>
                <a:endParaRPr lang="es-CO" sz="2200" dirty="0"/>
              </a:p>
            </p:txBody>
          </p:sp>
        </mc:Choice>
        <mc:Fallback>
          <p:sp>
            <p:nvSpPr>
              <p:cNvPr id="23" name="18 Objeto">
                <a:extLst>
                  <a:ext uri="{FF2B5EF4-FFF2-40B4-BE49-F238E27FC236}">
                    <a16:creationId xmlns:a16="http://schemas.microsoft.com/office/drawing/2014/main" id="{B20A646D-CD8F-7DA7-690D-30E2679929C1}"/>
                  </a:ext>
                </a:extLst>
              </p:cNvPr>
              <p:cNvSpPr txBox="1">
                <a:spLocks noRot="1" noChangeAspect="1" noMove="1" noResize="1" noEditPoints="1" noAdjustHandles="1" noChangeArrowheads="1" noChangeShapeType="1" noTextEdit="1"/>
              </p:cNvSpPr>
              <p:nvPr/>
            </p:nvSpPr>
            <p:spPr bwMode="auto">
              <a:xfrm>
                <a:off x="5217432" y="5957887"/>
                <a:ext cx="1190625" cy="900113"/>
              </a:xfrm>
              <a:prstGeom prst="rect">
                <a:avLst/>
              </a:prstGeom>
              <a:blipFill>
                <a:blip r:embed="rId12"/>
                <a:stretch>
                  <a:fillRect/>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24" name="10 Objeto">
                <a:extLst>
                  <a:ext uri="{FF2B5EF4-FFF2-40B4-BE49-F238E27FC236}">
                    <a16:creationId xmlns:a16="http://schemas.microsoft.com/office/drawing/2014/main" id="{3FD49E68-CBFE-95B4-D3B2-638C07BF16C5}"/>
                  </a:ext>
                </a:extLst>
              </p:cNvPr>
              <p:cNvSpPr txBox="1"/>
              <p:nvPr/>
            </p:nvSpPr>
            <p:spPr bwMode="auto">
              <a:xfrm>
                <a:off x="5217432" y="4740446"/>
                <a:ext cx="1190625" cy="900112"/>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f>
                        <m:fPr>
                          <m:ctrlPr>
                            <a:rPr lang="es-CO" sz="2200" i="1">
                              <a:solidFill>
                                <a:srgbClr val="000000"/>
                              </a:solidFill>
                              <a:latin typeface="Cambria Math" panose="02040503050406030204" pitchFamily="18" charset="0"/>
                            </a:rPr>
                          </m:ctrlPr>
                        </m:fPr>
                        <m:num>
                          <m:sSub>
                            <m:sSubPr>
                              <m:ctrlPr>
                                <a:rPr lang="es-CO" sz="2200" i="1">
                                  <a:solidFill>
                                    <a:srgbClr val="000000"/>
                                  </a:solidFill>
                                  <a:latin typeface="Cambria Math" panose="02040503050406030204" pitchFamily="18" charset="0"/>
                                </a:rPr>
                              </m:ctrlPr>
                            </m:sSubPr>
                            <m:e>
                              <m:r>
                                <a:rPr lang="es-CO" sz="2200" i="1">
                                  <a:solidFill>
                                    <a:srgbClr val="000000"/>
                                  </a:solidFill>
                                  <a:latin typeface="Cambria Math" panose="02040503050406030204" pitchFamily="18" charset="0"/>
                                </a:rPr>
                                <m:t>𝐶</m:t>
                              </m:r>
                            </m:e>
                            <m:sub>
                              <m:r>
                                <a:rPr lang="es-CO" sz="2200" i="1">
                                  <a:solidFill>
                                    <a:srgbClr val="000000"/>
                                  </a:solidFill>
                                  <a:latin typeface="Cambria Math" panose="02040503050406030204" pitchFamily="18" charset="0"/>
                                </a:rPr>
                                <m:t>𝑠</m:t>
                              </m:r>
                            </m:sub>
                          </m:sSub>
                        </m:num>
                        <m:den>
                          <m:sSub>
                            <m:sSubPr>
                              <m:ctrlPr>
                                <a:rPr lang="es-CO" sz="2200" i="1">
                                  <a:solidFill>
                                    <a:srgbClr val="000000"/>
                                  </a:solidFill>
                                  <a:latin typeface="Cambria Math" panose="02040503050406030204" pitchFamily="18" charset="0"/>
                                </a:rPr>
                              </m:ctrlPr>
                            </m:sSubPr>
                            <m:e>
                              <m:r>
                                <a:rPr lang="es-CO" sz="2200" i="1">
                                  <a:solidFill>
                                    <a:srgbClr val="000000"/>
                                  </a:solidFill>
                                  <a:latin typeface="Cambria Math" panose="02040503050406030204" pitchFamily="18" charset="0"/>
                                </a:rPr>
                                <m:t>𝐶</m:t>
                              </m:r>
                            </m:e>
                            <m:sub>
                              <m:r>
                                <a:rPr lang="es-CO" sz="2200" i="1">
                                  <a:solidFill>
                                    <a:srgbClr val="000000"/>
                                  </a:solidFill>
                                  <a:latin typeface="Cambria Math" panose="02040503050406030204" pitchFamily="18" charset="0"/>
                                </a:rPr>
                                <m:t>𝑐</m:t>
                              </m:r>
                            </m:sub>
                          </m:sSub>
                        </m:den>
                      </m:f>
                      <m:r>
                        <a:rPr lang="es-CO" sz="2200" i="1">
                          <a:solidFill>
                            <a:srgbClr val="000000"/>
                          </a:solidFill>
                          <a:latin typeface="Cambria Math" panose="02040503050406030204" pitchFamily="18" charset="0"/>
                        </a:rPr>
                        <m:t>≥0.5</m:t>
                      </m:r>
                    </m:oMath>
                  </m:oMathPara>
                </a14:m>
                <a:endParaRPr lang="es-CO" sz="2200" dirty="0"/>
              </a:p>
            </p:txBody>
          </p:sp>
        </mc:Choice>
        <mc:Fallback>
          <p:sp>
            <p:nvSpPr>
              <p:cNvPr id="24" name="10 Objeto">
                <a:extLst>
                  <a:ext uri="{FF2B5EF4-FFF2-40B4-BE49-F238E27FC236}">
                    <a16:creationId xmlns:a16="http://schemas.microsoft.com/office/drawing/2014/main" id="{3FD49E68-CBFE-95B4-D3B2-638C07BF16C5}"/>
                  </a:ext>
                </a:extLst>
              </p:cNvPr>
              <p:cNvSpPr txBox="1">
                <a:spLocks noRot="1" noChangeAspect="1" noMove="1" noResize="1" noEditPoints="1" noAdjustHandles="1" noChangeArrowheads="1" noChangeShapeType="1" noTextEdit="1"/>
              </p:cNvSpPr>
              <p:nvPr/>
            </p:nvSpPr>
            <p:spPr bwMode="auto">
              <a:xfrm>
                <a:off x="5217432" y="4740446"/>
                <a:ext cx="1190625" cy="900112"/>
              </a:xfrm>
              <a:prstGeom prst="rect">
                <a:avLst/>
              </a:prstGeom>
              <a:blipFill>
                <a:blip r:embed="rId13"/>
                <a:stretch>
                  <a:fillRect/>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25" name="9 Objeto">
                <a:extLst>
                  <a:ext uri="{FF2B5EF4-FFF2-40B4-BE49-F238E27FC236}">
                    <a16:creationId xmlns:a16="http://schemas.microsoft.com/office/drawing/2014/main" id="{6EA4C4CD-AA28-6DAA-C2D7-074D945E81EA}"/>
                  </a:ext>
                </a:extLst>
              </p:cNvPr>
              <p:cNvSpPr txBox="1"/>
              <p:nvPr/>
            </p:nvSpPr>
            <p:spPr bwMode="auto">
              <a:xfrm>
                <a:off x="6967196" y="4715318"/>
                <a:ext cx="2776538" cy="900112"/>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es-CO" sz="2200" i="1">
                              <a:solidFill>
                                <a:srgbClr val="000000"/>
                              </a:solidFill>
                              <a:latin typeface="Cambria Math" panose="02040503050406030204" pitchFamily="18" charset="0"/>
                            </a:rPr>
                          </m:ctrlPr>
                        </m:sSubPr>
                        <m:e>
                          <m:r>
                            <a:rPr lang="es-CO" sz="2200" i="1">
                              <a:solidFill>
                                <a:srgbClr val="000000"/>
                              </a:solidFill>
                              <a:latin typeface="Cambria Math" panose="02040503050406030204" pitchFamily="18" charset="0"/>
                            </a:rPr>
                            <m:t>𝛽</m:t>
                          </m:r>
                        </m:e>
                        <m:sub>
                          <m:r>
                            <a:rPr lang="es-CO" sz="2200" i="1">
                              <a:solidFill>
                                <a:srgbClr val="000000"/>
                              </a:solidFill>
                              <a:latin typeface="Cambria Math" panose="02040503050406030204" pitchFamily="18" charset="0"/>
                            </a:rPr>
                            <m:t>25</m:t>
                          </m:r>
                        </m:sub>
                      </m:sSub>
                      <m:r>
                        <a:rPr lang="es-CO" sz="2200" i="1">
                          <a:solidFill>
                            <a:srgbClr val="000000"/>
                          </a:solidFill>
                          <a:latin typeface="Cambria Math" panose="02040503050406030204" pitchFamily="18" charset="0"/>
                        </a:rPr>
                        <m:t>=0.485+0.03</m:t>
                      </m:r>
                      <m:f>
                        <m:fPr>
                          <m:ctrlPr>
                            <a:rPr lang="es-CO" sz="2200" i="1">
                              <a:solidFill>
                                <a:srgbClr val="000000"/>
                              </a:solidFill>
                              <a:latin typeface="Cambria Math" panose="02040503050406030204" pitchFamily="18" charset="0"/>
                            </a:rPr>
                          </m:ctrlPr>
                        </m:fPr>
                        <m:num>
                          <m:sSub>
                            <m:sSubPr>
                              <m:ctrlPr>
                                <a:rPr lang="es-CO" sz="2200" i="1">
                                  <a:solidFill>
                                    <a:srgbClr val="000000"/>
                                  </a:solidFill>
                                  <a:latin typeface="Cambria Math" panose="02040503050406030204" pitchFamily="18" charset="0"/>
                                </a:rPr>
                              </m:ctrlPr>
                            </m:sSubPr>
                            <m:e>
                              <m:r>
                                <a:rPr lang="es-CO" sz="2200" i="1">
                                  <a:solidFill>
                                    <a:srgbClr val="000000"/>
                                  </a:solidFill>
                                  <a:latin typeface="Cambria Math" panose="02040503050406030204" pitchFamily="18" charset="0"/>
                                </a:rPr>
                                <m:t>𝐶</m:t>
                              </m:r>
                            </m:e>
                            <m:sub>
                              <m:r>
                                <a:rPr lang="es-CO" sz="2200" i="1">
                                  <a:solidFill>
                                    <a:srgbClr val="000000"/>
                                  </a:solidFill>
                                  <a:latin typeface="Cambria Math" panose="02040503050406030204" pitchFamily="18" charset="0"/>
                                </a:rPr>
                                <m:t>𝑠</m:t>
                              </m:r>
                            </m:sub>
                          </m:sSub>
                        </m:num>
                        <m:den>
                          <m:sSub>
                            <m:sSubPr>
                              <m:ctrlPr>
                                <a:rPr lang="es-CO" sz="2200" i="1">
                                  <a:solidFill>
                                    <a:srgbClr val="000000"/>
                                  </a:solidFill>
                                  <a:latin typeface="Cambria Math" panose="02040503050406030204" pitchFamily="18" charset="0"/>
                                </a:rPr>
                              </m:ctrlPr>
                            </m:sSubPr>
                            <m:e>
                              <m:r>
                                <a:rPr lang="es-CO" sz="2200" i="1">
                                  <a:solidFill>
                                    <a:srgbClr val="000000"/>
                                  </a:solidFill>
                                  <a:latin typeface="Cambria Math" panose="02040503050406030204" pitchFamily="18" charset="0"/>
                                </a:rPr>
                                <m:t>𝐶</m:t>
                              </m:r>
                            </m:e>
                            <m:sub>
                              <m:r>
                                <a:rPr lang="es-CO" sz="2200" i="1">
                                  <a:solidFill>
                                    <a:srgbClr val="000000"/>
                                  </a:solidFill>
                                  <a:latin typeface="Cambria Math" panose="02040503050406030204" pitchFamily="18" charset="0"/>
                                </a:rPr>
                                <m:t>𝑐</m:t>
                              </m:r>
                            </m:sub>
                          </m:sSub>
                        </m:den>
                      </m:f>
                    </m:oMath>
                  </m:oMathPara>
                </a14:m>
                <a:endParaRPr lang="es-CO" sz="2200"/>
              </a:p>
            </p:txBody>
          </p:sp>
        </mc:Choice>
        <mc:Fallback>
          <p:sp>
            <p:nvSpPr>
              <p:cNvPr id="25" name="9 Objeto">
                <a:extLst>
                  <a:ext uri="{FF2B5EF4-FFF2-40B4-BE49-F238E27FC236}">
                    <a16:creationId xmlns:a16="http://schemas.microsoft.com/office/drawing/2014/main" id="{6EA4C4CD-AA28-6DAA-C2D7-074D945E81EA}"/>
                  </a:ext>
                </a:extLst>
              </p:cNvPr>
              <p:cNvSpPr txBox="1">
                <a:spLocks noRot="1" noChangeAspect="1" noMove="1" noResize="1" noEditPoints="1" noAdjustHandles="1" noChangeArrowheads="1" noChangeShapeType="1" noTextEdit="1"/>
              </p:cNvSpPr>
              <p:nvPr/>
            </p:nvSpPr>
            <p:spPr bwMode="auto">
              <a:xfrm>
                <a:off x="6967196" y="4715318"/>
                <a:ext cx="2776538" cy="900112"/>
              </a:xfrm>
              <a:prstGeom prst="rect">
                <a:avLst/>
              </a:prstGeom>
              <a:blipFill>
                <a:blip r:embed="rId14"/>
                <a:stretch>
                  <a:fillRect/>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27" name="17 Objeto">
                <a:extLst>
                  <a:ext uri="{FF2B5EF4-FFF2-40B4-BE49-F238E27FC236}">
                    <a16:creationId xmlns:a16="http://schemas.microsoft.com/office/drawing/2014/main" id="{08D8825D-0FE2-90E8-24CE-72E9678B5E59}"/>
                  </a:ext>
                </a:extLst>
              </p:cNvPr>
              <p:cNvSpPr txBox="1"/>
              <p:nvPr/>
            </p:nvSpPr>
            <p:spPr bwMode="auto">
              <a:xfrm>
                <a:off x="7023291" y="5799137"/>
                <a:ext cx="3920479" cy="1058863"/>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s-CO" sz="2200" i="1">
                              <a:solidFill>
                                <a:srgbClr val="000000"/>
                              </a:solidFill>
                              <a:latin typeface="Cambria Math" panose="02040503050406030204" pitchFamily="18" charset="0"/>
                            </a:rPr>
                          </m:ctrlPr>
                        </m:sSubPr>
                        <m:e>
                          <m:r>
                            <a:rPr lang="es-CO" sz="2200" i="1">
                              <a:solidFill>
                                <a:srgbClr val="000000"/>
                              </a:solidFill>
                              <a:latin typeface="Cambria Math" panose="02040503050406030204" pitchFamily="18" charset="0"/>
                            </a:rPr>
                            <m:t>𝛽</m:t>
                          </m:r>
                        </m:e>
                        <m:sub>
                          <m:r>
                            <a:rPr lang="es-CO" sz="2200" i="1">
                              <a:solidFill>
                                <a:srgbClr val="000000"/>
                              </a:solidFill>
                              <a:latin typeface="Cambria Math" panose="02040503050406030204" pitchFamily="18" charset="0"/>
                            </a:rPr>
                            <m:t>25</m:t>
                          </m:r>
                        </m:sub>
                      </m:sSub>
                      <m:r>
                        <a:rPr lang="es-CO" sz="2200" i="1">
                          <a:solidFill>
                            <a:srgbClr val="000000"/>
                          </a:solidFill>
                          <a:latin typeface="Cambria Math" panose="02040503050406030204" pitchFamily="18" charset="0"/>
                        </a:rPr>
                        <m:t>=0.545+0.35</m:t>
                      </m:r>
                      <m:sSup>
                        <m:sSupPr>
                          <m:ctrlPr>
                            <a:rPr lang="es-CO" sz="2200" i="1">
                              <a:solidFill>
                                <a:srgbClr val="000000"/>
                              </a:solidFill>
                              <a:latin typeface="Cambria Math" panose="02040503050406030204" pitchFamily="18" charset="0"/>
                            </a:rPr>
                          </m:ctrlPr>
                        </m:sSupPr>
                        <m:e>
                          <m:d>
                            <m:dPr>
                              <m:ctrlPr>
                                <a:rPr lang="es-CO" sz="2200" i="1">
                                  <a:solidFill>
                                    <a:srgbClr val="000000"/>
                                  </a:solidFill>
                                  <a:latin typeface="Cambria Math" panose="02040503050406030204" pitchFamily="18" charset="0"/>
                                </a:rPr>
                              </m:ctrlPr>
                            </m:dPr>
                            <m:e>
                              <m:r>
                                <a:rPr lang="es-CO" sz="2200" i="1">
                                  <a:solidFill>
                                    <a:srgbClr val="000000"/>
                                  </a:solidFill>
                                  <a:latin typeface="Cambria Math" panose="02040503050406030204" pitchFamily="18" charset="0"/>
                                </a:rPr>
                                <m:t>0.5−</m:t>
                              </m:r>
                              <m:f>
                                <m:fPr>
                                  <m:ctrlPr>
                                    <a:rPr lang="es-CO" sz="2200" i="1">
                                      <a:solidFill>
                                        <a:srgbClr val="000000"/>
                                      </a:solidFill>
                                      <a:latin typeface="Cambria Math" panose="02040503050406030204" pitchFamily="18" charset="0"/>
                                    </a:rPr>
                                  </m:ctrlPr>
                                </m:fPr>
                                <m:num>
                                  <m:sSub>
                                    <m:sSubPr>
                                      <m:ctrlPr>
                                        <a:rPr lang="es-CO" sz="2200" i="1">
                                          <a:solidFill>
                                            <a:srgbClr val="000000"/>
                                          </a:solidFill>
                                          <a:latin typeface="Cambria Math" panose="02040503050406030204" pitchFamily="18" charset="0"/>
                                        </a:rPr>
                                      </m:ctrlPr>
                                    </m:sSubPr>
                                    <m:e>
                                      <m:r>
                                        <a:rPr lang="es-CO" sz="2200" i="1">
                                          <a:solidFill>
                                            <a:srgbClr val="000000"/>
                                          </a:solidFill>
                                          <a:latin typeface="Cambria Math" panose="02040503050406030204" pitchFamily="18" charset="0"/>
                                        </a:rPr>
                                        <m:t>𝐶</m:t>
                                      </m:r>
                                    </m:e>
                                    <m:sub>
                                      <m:r>
                                        <a:rPr lang="es-CO" sz="2200" i="1">
                                          <a:solidFill>
                                            <a:srgbClr val="000000"/>
                                          </a:solidFill>
                                          <a:latin typeface="Cambria Math" panose="02040503050406030204" pitchFamily="18" charset="0"/>
                                        </a:rPr>
                                        <m:t>𝑠</m:t>
                                      </m:r>
                                    </m:sub>
                                  </m:sSub>
                                </m:num>
                                <m:den>
                                  <m:sSub>
                                    <m:sSubPr>
                                      <m:ctrlPr>
                                        <a:rPr lang="es-CO" sz="2200" i="1">
                                          <a:solidFill>
                                            <a:srgbClr val="000000"/>
                                          </a:solidFill>
                                          <a:latin typeface="Cambria Math" panose="02040503050406030204" pitchFamily="18" charset="0"/>
                                        </a:rPr>
                                      </m:ctrlPr>
                                    </m:sSubPr>
                                    <m:e>
                                      <m:r>
                                        <a:rPr lang="es-CO" sz="2200" i="1">
                                          <a:solidFill>
                                            <a:srgbClr val="000000"/>
                                          </a:solidFill>
                                          <a:latin typeface="Cambria Math" panose="02040503050406030204" pitchFamily="18" charset="0"/>
                                        </a:rPr>
                                        <m:t>𝐶</m:t>
                                      </m:r>
                                    </m:e>
                                    <m:sub>
                                      <m:r>
                                        <a:rPr lang="es-CO" sz="2200" i="1">
                                          <a:solidFill>
                                            <a:srgbClr val="000000"/>
                                          </a:solidFill>
                                          <a:latin typeface="Cambria Math" panose="02040503050406030204" pitchFamily="18" charset="0"/>
                                        </a:rPr>
                                        <m:t>𝑐</m:t>
                                      </m:r>
                                    </m:sub>
                                  </m:sSub>
                                </m:den>
                              </m:f>
                            </m:e>
                          </m:d>
                        </m:e>
                        <m:sup>
                          <m:r>
                            <a:rPr lang="es-CO" sz="2200" i="1">
                              <a:solidFill>
                                <a:srgbClr val="000000"/>
                              </a:solidFill>
                              <a:latin typeface="Cambria Math" panose="02040503050406030204" pitchFamily="18" charset="0"/>
                            </a:rPr>
                            <m:t>2</m:t>
                          </m:r>
                        </m:sup>
                      </m:sSup>
                    </m:oMath>
                  </m:oMathPara>
                </a14:m>
                <a:endParaRPr lang="es-CO" sz="2200" dirty="0"/>
              </a:p>
            </p:txBody>
          </p:sp>
        </mc:Choice>
        <mc:Fallback>
          <p:sp>
            <p:nvSpPr>
              <p:cNvPr id="27" name="17 Objeto">
                <a:extLst>
                  <a:ext uri="{FF2B5EF4-FFF2-40B4-BE49-F238E27FC236}">
                    <a16:creationId xmlns:a16="http://schemas.microsoft.com/office/drawing/2014/main" id="{08D8825D-0FE2-90E8-24CE-72E9678B5E59}"/>
                  </a:ext>
                </a:extLst>
              </p:cNvPr>
              <p:cNvSpPr txBox="1">
                <a:spLocks noRot="1" noChangeAspect="1" noMove="1" noResize="1" noEditPoints="1" noAdjustHandles="1" noChangeArrowheads="1" noChangeShapeType="1" noTextEdit="1"/>
              </p:cNvSpPr>
              <p:nvPr/>
            </p:nvSpPr>
            <p:spPr bwMode="auto">
              <a:xfrm>
                <a:off x="7023291" y="5799137"/>
                <a:ext cx="3920479" cy="1058863"/>
              </a:xfrm>
              <a:prstGeom prst="rect">
                <a:avLst/>
              </a:prstGeom>
              <a:blipFill>
                <a:blip r:embed="rId15"/>
                <a:stretch>
                  <a:fillRect l="-323"/>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3431062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2" grpId="0"/>
      <p:bldP spid="15" grpId="0"/>
      <p:bldP spid="16" grpId="0"/>
      <p:bldP spid="17" grpId="0"/>
      <p:bldP spid="20" grpId="0"/>
      <p:bldP spid="21" grpId="0"/>
      <p:bldP spid="23" grpId="0"/>
      <p:bldP spid="24" grpId="0"/>
      <p:bldP spid="25" grpId="0"/>
      <p:bldP spid="2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CE92B-47F1-E3A6-A65D-171774CBD5E9}"/>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A7CEC713-2082-6F2F-AFCE-CD11D4FD6C19}"/>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CORTAS</a:t>
            </a:r>
          </a:p>
        </p:txBody>
      </p:sp>
      <p:pic>
        <p:nvPicPr>
          <p:cNvPr id="3" name="Picture 12" descr="Se conmemoran 150 años de la Universidad Nacional de Colombia">
            <a:extLst>
              <a:ext uri="{FF2B5EF4-FFF2-40B4-BE49-F238E27FC236}">
                <a16:creationId xmlns:a16="http://schemas.microsoft.com/office/drawing/2014/main" id="{BD9D2A0E-1D94-4E36-E92C-44E99606172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B085937C-45C2-83EB-1B21-85C50B2D4B0E}"/>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BDBE54F2-0328-8A6B-7222-EF6F547E1E6D}"/>
              </a:ext>
            </a:extLst>
          </p:cNvPr>
          <p:cNvSpPr txBox="1"/>
          <p:nvPr/>
        </p:nvSpPr>
        <p:spPr>
          <a:xfrm>
            <a:off x="0" y="960004"/>
            <a:ext cx="8162931" cy="1200329"/>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ECUACIONES DE INTERACCIÓN</a:t>
            </a:r>
          </a:p>
          <a:p>
            <a:r>
              <a:rPr lang="es-CO" sz="2400" b="1" dirty="0">
                <a:latin typeface="Calibri" panose="020F0502020204030204" pitchFamily="34" charset="0"/>
                <a:ea typeface="Calibri" panose="020F0502020204030204" pitchFamily="34" charset="0"/>
                <a:cs typeface="Calibri" panose="020F0502020204030204" pitchFamily="34" charset="0"/>
              </a:rPr>
              <a:t>Se acercan a la superficie de interacción</a:t>
            </a:r>
          </a:p>
          <a:p>
            <a:r>
              <a:rPr lang="es-CO" sz="2400" b="1" dirty="0">
                <a:latin typeface="Calibri" panose="020F0502020204030204" pitchFamily="34" charset="0"/>
                <a:ea typeface="Calibri" panose="020F0502020204030204" pitchFamily="34" charset="0"/>
                <a:cs typeface="Calibri" panose="020F0502020204030204" pitchFamily="34" charset="0"/>
              </a:rPr>
              <a:t>3. Bresler </a:t>
            </a:r>
          </a:p>
        </p:txBody>
      </p:sp>
      <mc:AlternateContent xmlns:mc="http://schemas.openxmlformats.org/markup-compatibility/2006">
        <mc:Choice xmlns:a14="http://schemas.microsoft.com/office/drawing/2010/main" Requires="a14">
          <p:sp>
            <p:nvSpPr>
              <p:cNvPr id="6" name="6 Objeto">
                <a:extLst>
                  <a:ext uri="{FF2B5EF4-FFF2-40B4-BE49-F238E27FC236}">
                    <a16:creationId xmlns:a16="http://schemas.microsoft.com/office/drawing/2014/main" id="{434333D9-4699-8EFD-692F-6CA54913B67B}"/>
                  </a:ext>
                </a:extLst>
              </p:cNvPr>
              <p:cNvSpPr txBox="1"/>
              <p:nvPr/>
            </p:nvSpPr>
            <p:spPr bwMode="auto">
              <a:xfrm>
                <a:off x="4202954" y="2769856"/>
                <a:ext cx="3786092" cy="1189037"/>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f>
                        <m:fPr>
                          <m:ctrlPr>
                            <a:rPr lang="es-CO" sz="2400" i="1">
                              <a:solidFill>
                                <a:srgbClr val="000000"/>
                              </a:solidFill>
                              <a:latin typeface="Cambria Math" panose="02040503050406030204" pitchFamily="18" charset="0"/>
                            </a:rPr>
                          </m:ctrlPr>
                        </m:fPr>
                        <m:num>
                          <m:r>
                            <a:rPr lang="es-CO" sz="2400" i="1">
                              <a:solidFill>
                                <a:srgbClr val="000000"/>
                              </a:solidFill>
                              <a:latin typeface="Cambria Math" panose="02040503050406030204" pitchFamily="18" charset="0"/>
                            </a:rPr>
                            <m:t>1</m:t>
                          </m:r>
                        </m:num>
                        <m:den>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𝑃</m:t>
                              </m:r>
                            </m:e>
                            <m:sub>
                              <m:r>
                                <a:rPr lang="es-CO" sz="2400" i="1">
                                  <a:solidFill>
                                    <a:srgbClr val="000000"/>
                                  </a:solidFill>
                                  <a:latin typeface="Cambria Math" panose="02040503050406030204" pitchFamily="18" charset="0"/>
                                </a:rPr>
                                <m:t>𝑢</m:t>
                              </m:r>
                            </m:sub>
                          </m:sSub>
                        </m:den>
                      </m:f>
                      <m:r>
                        <a:rPr lang="es-CO" sz="2400" i="1">
                          <a:solidFill>
                            <a:srgbClr val="000000"/>
                          </a:solidFill>
                          <a:latin typeface="Cambria Math" panose="02040503050406030204" pitchFamily="18" charset="0"/>
                        </a:rPr>
                        <m:t>=</m:t>
                      </m:r>
                      <m:f>
                        <m:fPr>
                          <m:ctrlPr>
                            <a:rPr lang="es-CO" sz="2400" i="1">
                              <a:solidFill>
                                <a:srgbClr val="000000"/>
                              </a:solidFill>
                              <a:latin typeface="Cambria Math" panose="02040503050406030204" pitchFamily="18" charset="0"/>
                            </a:rPr>
                          </m:ctrlPr>
                        </m:fPr>
                        <m:num>
                          <m:r>
                            <a:rPr lang="es-CO" sz="2400" i="1">
                              <a:solidFill>
                                <a:srgbClr val="000000"/>
                              </a:solidFill>
                              <a:latin typeface="Cambria Math" panose="02040503050406030204" pitchFamily="18" charset="0"/>
                            </a:rPr>
                            <m:t>1</m:t>
                          </m:r>
                        </m:num>
                        <m:den>
                          <m:r>
                            <m:rPr>
                              <m:sty m:val="p"/>
                            </m:rPr>
                            <a:rPr lang="el-GR" sz="2400" i="1" smtClean="0">
                              <a:solidFill>
                                <a:srgbClr val="000000"/>
                              </a:solidFill>
                              <a:latin typeface="Cambria Math" panose="02040503050406030204" pitchFamily="18" charset="0"/>
                            </a:rPr>
                            <m:t>ϕ</m:t>
                          </m:r>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𝑃</m:t>
                              </m:r>
                            </m:e>
                            <m:sub>
                              <m:r>
                                <a:rPr lang="es-CO" sz="2400" i="1">
                                  <a:solidFill>
                                    <a:srgbClr val="000000"/>
                                  </a:solidFill>
                                  <a:latin typeface="Cambria Math" panose="02040503050406030204" pitchFamily="18" charset="0"/>
                                </a:rPr>
                                <m:t>𝑛𝑥</m:t>
                              </m:r>
                            </m:sub>
                          </m:sSub>
                        </m:den>
                      </m:f>
                      <m:r>
                        <a:rPr lang="es-CO" sz="2400" i="1">
                          <a:solidFill>
                            <a:srgbClr val="000000"/>
                          </a:solidFill>
                          <a:latin typeface="Cambria Math" panose="02040503050406030204" pitchFamily="18" charset="0"/>
                        </a:rPr>
                        <m:t>+</m:t>
                      </m:r>
                      <m:f>
                        <m:fPr>
                          <m:ctrlPr>
                            <a:rPr lang="es-CO" sz="2400" i="1">
                              <a:solidFill>
                                <a:srgbClr val="000000"/>
                              </a:solidFill>
                              <a:latin typeface="Cambria Math" panose="02040503050406030204" pitchFamily="18" charset="0"/>
                            </a:rPr>
                          </m:ctrlPr>
                        </m:fPr>
                        <m:num>
                          <m:r>
                            <a:rPr lang="es-CO" sz="2400" i="1">
                              <a:solidFill>
                                <a:srgbClr val="000000"/>
                              </a:solidFill>
                              <a:latin typeface="Cambria Math" panose="02040503050406030204" pitchFamily="18" charset="0"/>
                            </a:rPr>
                            <m:t>1</m:t>
                          </m:r>
                        </m:num>
                        <m:den>
                          <m:r>
                            <m:rPr>
                              <m:sty m:val="p"/>
                            </m:rPr>
                            <a:rPr lang="el-GR" sz="2400" i="1" smtClean="0">
                              <a:solidFill>
                                <a:srgbClr val="000000"/>
                              </a:solidFill>
                              <a:latin typeface="Cambria Math" panose="02040503050406030204" pitchFamily="18" charset="0"/>
                            </a:rPr>
                            <m:t>ϕ</m:t>
                          </m:r>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𝑃</m:t>
                              </m:r>
                            </m:e>
                            <m:sub>
                              <m:r>
                                <a:rPr lang="es-CO" sz="2400" i="1">
                                  <a:solidFill>
                                    <a:srgbClr val="000000"/>
                                  </a:solidFill>
                                  <a:latin typeface="Cambria Math" panose="02040503050406030204" pitchFamily="18" charset="0"/>
                                </a:rPr>
                                <m:t>𝑛𝑦</m:t>
                              </m:r>
                            </m:sub>
                          </m:sSub>
                        </m:den>
                      </m:f>
                      <m:r>
                        <a:rPr lang="es-CO" sz="2400" i="1">
                          <a:solidFill>
                            <a:srgbClr val="000000"/>
                          </a:solidFill>
                          <a:latin typeface="Cambria Math" panose="02040503050406030204" pitchFamily="18" charset="0"/>
                        </a:rPr>
                        <m:t>−</m:t>
                      </m:r>
                      <m:f>
                        <m:fPr>
                          <m:ctrlPr>
                            <a:rPr lang="es-CO" sz="2400" i="1">
                              <a:solidFill>
                                <a:srgbClr val="000000"/>
                              </a:solidFill>
                              <a:latin typeface="Cambria Math" panose="02040503050406030204" pitchFamily="18" charset="0"/>
                            </a:rPr>
                          </m:ctrlPr>
                        </m:fPr>
                        <m:num>
                          <m:r>
                            <a:rPr lang="es-CO" sz="2400" i="1">
                              <a:solidFill>
                                <a:srgbClr val="000000"/>
                              </a:solidFill>
                              <a:latin typeface="Cambria Math" panose="02040503050406030204" pitchFamily="18" charset="0"/>
                            </a:rPr>
                            <m:t>1</m:t>
                          </m:r>
                        </m:num>
                        <m:den>
                          <m:r>
                            <m:rPr>
                              <m:sty m:val="p"/>
                            </m:rPr>
                            <a:rPr lang="el-GR" sz="2400" i="1" smtClean="0">
                              <a:solidFill>
                                <a:srgbClr val="000000"/>
                              </a:solidFill>
                              <a:latin typeface="Cambria Math" panose="02040503050406030204" pitchFamily="18" charset="0"/>
                            </a:rPr>
                            <m:t>ϕ</m:t>
                          </m:r>
                          <m:sSub>
                            <m:sSubPr>
                              <m:ctrlPr>
                                <a:rPr lang="es-CO" sz="2400" i="1">
                                  <a:solidFill>
                                    <a:srgbClr val="000000"/>
                                  </a:solidFill>
                                  <a:latin typeface="Cambria Math" panose="02040503050406030204" pitchFamily="18" charset="0"/>
                                </a:rPr>
                              </m:ctrlPr>
                            </m:sSubPr>
                            <m:e>
                              <m:r>
                                <a:rPr lang="es-CO" sz="2400" i="1">
                                  <a:solidFill>
                                    <a:srgbClr val="000000"/>
                                  </a:solidFill>
                                  <a:latin typeface="Cambria Math" panose="02040503050406030204" pitchFamily="18" charset="0"/>
                                </a:rPr>
                                <m:t>𝑃</m:t>
                              </m:r>
                            </m:e>
                            <m:sub>
                              <m:r>
                                <a:rPr lang="es-CO" sz="2400" i="1">
                                  <a:solidFill>
                                    <a:srgbClr val="000000"/>
                                  </a:solidFill>
                                  <a:latin typeface="Cambria Math" panose="02040503050406030204" pitchFamily="18" charset="0"/>
                                </a:rPr>
                                <m:t>𝑜</m:t>
                              </m:r>
                            </m:sub>
                          </m:sSub>
                        </m:den>
                      </m:f>
                    </m:oMath>
                  </m:oMathPara>
                </a14:m>
                <a:endParaRPr lang="es-CO" sz="2400" dirty="0"/>
              </a:p>
            </p:txBody>
          </p:sp>
        </mc:Choice>
        <mc:Fallback>
          <p:sp>
            <p:nvSpPr>
              <p:cNvPr id="6" name="6 Objeto">
                <a:extLst>
                  <a:ext uri="{FF2B5EF4-FFF2-40B4-BE49-F238E27FC236}">
                    <a16:creationId xmlns:a16="http://schemas.microsoft.com/office/drawing/2014/main" id="{434333D9-4699-8EFD-692F-6CA54913B67B}"/>
                  </a:ext>
                </a:extLst>
              </p:cNvPr>
              <p:cNvSpPr txBox="1">
                <a:spLocks noRot="1" noChangeAspect="1" noMove="1" noResize="1" noEditPoints="1" noAdjustHandles="1" noChangeArrowheads="1" noChangeShapeType="1" noTextEdit="1"/>
              </p:cNvSpPr>
              <p:nvPr/>
            </p:nvSpPr>
            <p:spPr bwMode="auto">
              <a:xfrm>
                <a:off x="4202954" y="2769856"/>
                <a:ext cx="3786092" cy="1189037"/>
              </a:xfrm>
              <a:prstGeom prst="rect">
                <a:avLst/>
              </a:prstGeom>
              <a:blipFill>
                <a:blip r:embed="rId4"/>
                <a:stretch>
                  <a:fillRect/>
                </a:stretch>
              </a:blipFill>
              <a:ln>
                <a:noFill/>
              </a:ln>
            </p:spPr>
            <p:txBody>
              <a:bodyPr/>
              <a:lstStyle/>
              <a:p>
                <a:r>
                  <a:rPr lang="es-CO">
                    <a:noFill/>
                  </a:rPr>
                  <a:t> </a:t>
                </a:r>
              </a:p>
            </p:txBody>
          </p:sp>
        </mc:Fallback>
      </mc:AlternateContent>
      <p:sp>
        <p:nvSpPr>
          <p:cNvPr id="10" name="Rectangle 4">
            <a:extLst>
              <a:ext uri="{FF2B5EF4-FFF2-40B4-BE49-F238E27FC236}">
                <a16:creationId xmlns:a16="http://schemas.microsoft.com/office/drawing/2014/main" id="{1B889FE4-DF9A-3F59-9DFF-C88E3BD4D396}"/>
              </a:ext>
            </a:extLst>
          </p:cNvPr>
          <p:cNvSpPr>
            <a:spLocks noChangeArrowheads="1"/>
          </p:cNvSpPr>
          <p:nvPr/>
        </p:nvSpPr>
        <p:spPr bwMode="auto">
          <a:xfrm>
            <a:off x="2482255" y="4161772"/>
            <a:ext cx="9709745"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dbl">
                <a:solidFill>
                  <a:srgbClr val="000000"/>
                </a:solidFill>
                <a:miter lim="800000"/>
                <a:headEnd/>
                <a:tailEnd/>
              </a14:hiddenLine>
            </a:ext>
          </a:extLst>
        </p:spPr>
        <p:txBody>
          <a:bodyPr wrap="square" bIns="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s-CO" altLang="es-ES" sz="2000" dirty="0">
                <a:latin typeface="+mj-lt"/>
                <a:cs typeface="Times New Roman" panose="02020603050405020304" pitchFamily="18" charset="0"/>
              </a:rPr>
              <a:t>Este método no es válido para valores de </a:t>
            </a:r>
            <a:r>
              <a:rPr lang="el-GR" altLang="es-ES" sz="2000" dirty="0">
                <a:latin typeface="+mj-lt"/>
              </a:rPr>
              <a:t>ϕ</a:t>
            </a:r>
            <a:r>
              <a:rPr lang="es-CO" altLang="es-ES" sz="2000" dirty="0" err="1">
                <a:latin typeface="+mj-lt"/>
              </a:rPr>
              <a:t>P</a:t>
            </a:r>
            <a:r>
              <a:rPr lang="es-CO" altLang="es-ES" sz="2000" baseline="-25000" dirty="0" err="1">
                <a:latin typeface="+mj-lt"/>
              </a:rPr>
              <a:t>nx</a:t>
            </a:r>
            <a:r>
              <a:rPr lang="es-CO" altLang="es-ES" sz="2000" dirty="0">
                <a:latin typeface="+mj-lt"/>
              </a:rPr>
              <a:t> y </a:t>
            </a:r>
            <a:r>
              <a:rPr lang="el-GR" altLang="es-ES" sz="2000" dirty="0">
                <a:latin typeface="+mj-lt"/>
              </a:rPr>
              <a:t>ϕ</a:t>
            </a:r>
            <a:r>
              <a:rPr lang="es-CO" altLang="es-ES" sz="2000" dirty="0" err="1">
                <a:latin typeface="+mj-lt"/>
              </a:rPr>
              <a:t>P</a:t>
            </a:r>
            <a:r>
              <a:rPr lang="es-CO" altLang="es-ES" sz="2000" baseline="-25000" dirty="0" err="1">
                <a:latin typeface="+mj-lt"/>
              </a:rPr>
              <a:t>ny</a:t>
            </a:r>
            <a:r>
              <a:rPr lang="es-CO" altLang="es-ES" sz="2000" dirty="0">
                <a:latin typeface="+mj-lt"/>
              </a:rPr>
              <a:t> menores de </a:t>
            </a:r>
            <a:r>
              <a:rPr lang="el-GR" altLang="es-ES" sz="2000" dirty="0">
                <a:latin typeface="+mj-lt"/>
              </a:rPr>
              <a:t>ϕ</a:t>
            </a:r>
            <a:r>
              <a:rPr lang="es-CO" altLang="es-ES" sz="2000" dirty="0">
                <a:latin typeface="+mj-lt"/>
              </a:rPr>
              <a:t>P</a:t>
            </a:r>
            <a:r>
              <a:rPr lang="es-CO" altLang="es-ES" sz="2000" baseline="-25000" dirty="0">
                <a:latin typeface="+mj-lt"/>
              </a:rPr>
              <a:t>b</a:t>
            </a:r>
            <a:r>
              <a:rPr lang="es-CO" altLang="es-ES" sz="2000" dirty="0">
                <a:latin typeface="+mj-lt"/>
                <a:cs typeface="Times New Roman" panose="02020603050405020304" pitchFamily="18" charset="0"/>
              </a:rPr>
              <a:t> </a:t>
            </a:r>
          </a:p>
          <a:p>
            <a:pPr>
              <a:spcBef>
                <a:spcPct val="0"/>
              </a:spcBef>
              <a:buFontTx/>
              <a:buNone/>
            </a:pPr>
            <a:endParaRPr lang="es-CO" altLang="es-ES" sz="2200" b="1" dirty="0">
              <a:solidFill>
                <a:srgbClr val="002060"/>
              </a:solidFill>
              <a:latin typeface="Arial" panose="020B0604020202020204" pitchFamily="34"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16421216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C4B45-2D6F-AA37-A68F-60E51B2F581F}"/>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23662A7C-7486-86FB-226A-E51DB8A9321E}"/>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a:t>
            </a:r>
          </a:p>
        </p:txBody>
      </p:sp>
      <p:pic>
        <p:nvPicPr>
          <p:cNvPr id="3" name="Picture 12" descr="Se conmemoran 150 años de la Universidad Nacional de Colombia">
            <a:extLst>
              <a:ext uri="{FF2B5EF4-FFF2-40B4-BE49-F238E27FC236}">
                <a16:creationId xmlns:a16="http://schemas.microsoft.com/office/drawing/2014/main" id="{2DA992E7-C23F-DB22-2137-65104E128C79}"/>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199F0B67-5063-1E0E-7611-9A4DB56CBE09}"/>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5B275533-104C-9E0A-D25D-57BA914B0E14}"/>
              </a:ext>
            </a:extLst>
          </p:cNvPr>
          <p:cNvSpPr txBox="1"/>
          <p:nvPr/>
        </p:nvSpPr>
        <p:spPr>
          <a:xfrm>
            <a:off x="3467100" y="1851720"/>
            <a:ext cx="5257800" cy="3046988"/>
          </a:xfrm>
          <a:prstGeom prst="rect">
            <a:avLst/>
          </a:prstGeom>
          <a:noFill/>
        </p:spPr>
        <p:txBody>
          <a:bodyPr wrap="square">
            <a:spAutoFit/>
          </a:bodyPr>
          <a:lstStyle/>
          <a:p>
            <a:pPr algn="ctr"/>
            <a:r>
              <a:rPr lang="es-CO" sz="4800" b="1" dirty="0"/>
              <a:t>ESBELTEZ Y EFECTOS DE SEGUNDO ORDEN</a:t>
            </a:r>
          </a:p>
        </p:txBody>
      </p:sp>
    </p:spTree>
    <p:extLst>
      <p:ext uri="{BB962C8B-B14F-4D97-AF65-F5344CB8AC3E}">
        <p14:creationId xmlns:p14="http://schemas.microsoft.com/office/powerpoint/2010/main" val="27607638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22C2B-F185-F999-1151-60C1A1EE35EE}"/>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D95D75D8-9881-7EE7-E0DD-BDE3C8BE86D8}"/>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ESBELTAS</a:t>
            </a:r>
          </a:p>
        </p:txBody>
      </p:sp>
      <p:pic>
        <p:nvPicPr>
          <p:cNvPr id="3" name="Picture 12" descr="Se conmemoran 150 años de la Universidad Nacional de Colombia">
            <a:extLst>
              <a:ext uri="{FF2B5EF4-FFF2-40B4-BE49-F238E27FC236}">
                <a16:creationId xmlns:a16="http://schemas.microsoft.com/office/drawing/2014/main" id="{94FC83E6-F755-EDFC-C8FF-AC8B351F5FC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F1DADC1E-3545-B6D3-42C7-6A5532C3F8D6}"/>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692F3B16-B8A6-DCE7-C162-B62355E08D5F}"/>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Longitud efectiva</a:t>
            </a:r>
          </a:p>
        </p:txBody>
      </p:sp>
      <p:graphicFrame>
        <p:nvGraphicFramePr>
          <p:cNvPr id="4" name="Objeto 3">
            <a:extLst>
              <a:ext uri="{FF2B5EF4-FFF2-40B4-BE49-F238E27FC236}">
                <a16:creationId xmlns:a16="http://schemas.microsoft.com/office/drawing/2014/main" id="{72294B6D-FF2D-3B99-494C-2A2F7CCBD53E}"/>
              </a:ext>
            </a:extLst>
          </p:cNvPr>
          <p:cNvGraphicFramePr>
            <a:graphicFrameLocks noChangeAspect="1"/>
          </p:cNvGraphicFramePr>
          <p:nvPr>
            <p:extLst>
              <p:ext uri="{D42A27DB-BD31-4B8C-83A1-F6EECF244321}">
                <p14:modId xmlns:p14="http://schemas.microsoft.com/office/powerpoint/2010/main" val="2911680939"/>
              </p:ext>
            </p:extLst>
          </p:nvPr>
        </p:nvGraphicFramePr>
        <p:xfrm>
          <a:off x="1707924" y="1494381"/>
          <a:ext cx="9010876" cy="5152286"/>
        </p:xfrm>
        <a:graphic>
          <a:graphicData uri="http://schemas.openxmlformats.org/presentationml/2006/ole">
            <mc:AlternateContent xmlns:mc="http://schemas.openxmlformats.org/markup-compatibility/2006">
              <mc:Choice xmlns:v="urn:schemas-microsoft-com:vml" Requires="v">
                <p:oleObj name="AutoCAD Drawing" r:id="rId4" imgW="7629480" imgH="4362480" progId="AutoCAD.Drawing.24">
                  <p:embed/>
                </p:oleObj>
              </mc:Choice>
              <mc:Fallback>
                <p:oleObj name="AutoCAD Drawing" r:id="rId4" imgW="7629480" imgH="4362480" progId="AutoCAD.Drawing.24">
                  <p:embed/>
                  <p:pic>
                    <p:nvPicPr>
                      <p:cNvPr id="4" name="Objeto 3">
                        <a:extLst>
                          <a:ext uri="{FF2B5EF4-FFF2-40B4-BE49-F238E27FC236}">
                            <a16:creationId xmlns:a16="http://schemas.microsoft.com/office/drawing/2014/main" id="{72294B6D-FF2D-3B99-494C-2A2F7CCBD5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7924" y="1494381"/>
                        <a:ext cx="9010876" cy="5152286"/>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6870656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FDF1F-F91B-DB88-4694-B1FEB4078445}"/>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487D7414-D41D-3DFC-4A4F-CD30587BF353}"/>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ESBELTAS</a:t>
            </a:r>
          </a:p>
        </p:txBody>
      </p:sp>
      <p:pic>
        <p:nvPicPr>
          <p:cNvPr id="3" name="Picture 12" descr="Se conmemoran 150 años de la Universidad Nacional de Colombia">
            <a:extLst>
              <a:ext uri="{FF2B5EF4-FFF2-40B4-BE49-F238E27FC236}">
                <a16:creationId xmlns:a16="http://schemas.microsoft.com/office/drawing/2014/main" id="{ADA15BDC-5A6E-0C90-C203-6AC094E90EE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46A27A95-B338-0CB3-B7AB-83AA2C3ECB01}"/>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A3C15444-B807-92C6-91C4-83F024A1361F}"/>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Longitud efectiva</a:t>
            </a:r>
          </a:p>
        </p:txBody>
      </p:sp>
      <p:pic>
        <p:nvPicPr>
          <p:cNvPr id="6" name="Imagen 5" descr="Estructuras de Acero / Método de los Estados Límites - Introducción">
            <a:extLst>
              <a:ext uri="{FF2B5EF4-FFF2-40B4-BE49-F238E27FC236}">
                <a16:creationId xmlns:a16="http://schemas.microsoft.com/office/drawing/2014/main" id="{5E23A4FE-A2A8-A2E9-8D92-CEB5FBF52F46}"/>
              </a:ext>
            </a:extLst>
          </p:cNvPr>
          <p:cNvPicPr>
            <a:picLocks noChangeAspect="1"/>
          </p:cNvPicPr>
          <p:nvPr/>
        </p:nvPicPr>
        <p:blipFill>
          <a:blip r:embed="rId4"/>
          <a:stretch>
            <a:fillRect/>
          </a:stretch>
        </p:blipFill>
        <p:spPr>
          <a:xfrm>
            <a:off x="1821316" y="1813812"/>
            <a:ext cx="8019644" cy="4084184"/>
          </a:xfrm>
          <a:prstGeom prst="rect">
            <a:avLst/>
          </a:prstGeom>
        </p:spPr>
      </p:pic>
    </p:spTree>
    <p:extLst>
      <p:ext uri="{BB962C8B-B14F-4D97-AF65-F5344CB8AC3E}">
        <p14:creationId xmlns:p14="http://schemas.microsoft.com/office/powerpoint/2010/main" val="29991769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E9F10-CB68-EBC3-9E5F-034A631E12AC}"/>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959C929A-64FF-3BE9-CC7F-C1BACE401381}"/>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ESBELTAS</a:t>
            </a:r>
          </a:p>
        </p:txBody>
      </p:sp>
      <p:pic>
        <p:nvPicPr>
          <p:cNvPr id="3" name="Picture 12" descr="Se conmemoran 150 años de la Universidad Nacional de Colombia">
            <a:extLst>
              <a:ext uri="{FF2B5EF4-FFF2-40B4-BE49-F238E27FC236}">
                <a16:creationId xmlns:a16="http://schemas.microsoft.com/office/drawing/2014/main" id="{4ACA22F4-92C7-958D-5D08-8384D86D71F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A1E36CA9-5D2B-A377-2DB3-A1177709CBB1}"/>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A48FCC38-CAC3-34EF-1F0D-9E073A82BAE3}"/>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Columna corta o esbelta?</a:t>
            </a:r>
          </a:p>
        </p:txBody>
      </p:sp>
      <p:pic>
        <p:nvPicPr>
          <p:cNvPr id="7" name="Imagen 6">
            <a:extLst>
              <a:ext uri="{FF2B5EF4-FFF2-40B4-BE49-F238E27FC236}">
                <a16:creationId xmlns:a16="http://schemas.microsoft.com/office/drawing/2014/main" id="{3FAFEF53-1B43-4666-22D8-95B5C6BB21E4}"/>
              </a:ext>
            </a:extLst>
          </p:cNvPr>
          <p:cNvPicPr>
            <a:picLocks noChangeAspect="1"/>
          </p:cNvPicPr>
          <p:nvPr/>
        </p:nvPicPr>
        <p:blipFill>
          <a:blip r:embed="rId4"/>
          <a:stretch>
            <a:fillRect/>
          </a:stretch>
        </p:blipFill>
        <p:spPr>
          <a:xfrm>
            <a:off x="0" y="1691651"/>
            <a:ext cx="5273497" cy="3924640"/>
          </a:xfrm>
          <a:prstGeom prst="rect">
            <a:avLst/>
          </a:prstGeom>
        </p:spPr>
      </p:pic>
      <p:sp>
        <p:nvSpPr>
          <p:cNvPr id="8" name="CuadroTexto 7">
            <a:extLst>
              <a:ext uri="{FF2B5EF4-FFF2-40B4-BE49-F238E27FC236}">
                <a16:creationId xmlns:a16="http://schemas.microsoft.com/office/drawing/2014/main" id="{5A5A10D0-0DF7-E2C1-754F-1C2956A76002}"/>
              </a:ext>
            </a:extLst>
          </p:cNvPr>
          <p:cNvSpPr txBox="1"/>
          <p:nvPr/>
        </p:nvSpPr>
        <p:spPr>
          <a:xfrm>
            <a:off x="6119913" y="1162354"/>
            <a:ext cx="5007429" cy="1785104"/>
          </a:xfrm>
          <a:prstGeom prst="rect">
            <a:avLst/>
          </a:prstGeom>
          <a:noFill/>
        </p:spPr>
        <p:txBody>
          <a:bodyPr wrap="square">
            <a:spAutoFit/>
          </a:bodyPr>
          <a:lstStyle/>
          <a:p>
            <a:r>
              <a:rPr lang="es-CO" sz="2200" dirty="0"/>
              <a:t>Lu =longitud libre de la columna</a:t>
            </a:r>
          </a:p>
          <a:p>
            <a:r>
              <a:rPr lang="es-CO" sz="2200" dirty="0"/>
              <a:t>K= Factor longitud efectiva</a:t>
            </a:r>
          </a:p>
          <a:p>
            <a:r>
              <a:rPr lang="es-CO" sz="2200" dirty="0"/>
              <a:t>r= radio de giro de la columna en el plano de análisis</a:t>
            </a:r>
          </a:p>
          <a:p>
            <a:endParaRPr lang="es-CO" sz="2200" dirty="0"/>
          </a:p>
        </p:txBody>
      </p:sp>
      <p:sp>
        <p:nvSpPr>
          <p:cNvPr id="9" name="CuadroTexto 8">
            <a:extLst>
              <a:ext uri="{FF2B5EF4-FFF2-40B4-BE49-F238E27FC236}">
                <a16:creationId xmlns:a16="http://schemas.microsoft.com/office/drawing/2014/main" id="{B84CEF20-C67B-2B7E-FDD6-7929842A4F2E}"/>
              </a:ext>
            </a:extLst>
          </p:cNvPr>
          <p:cNvSpPr txBox="1"/>
          <p:nvPr/>
        </p:nvSpPr>
        <p:spPr>
          <a:xfrm>
            <a:off x="6119913" y="2694692"/>
            <a:ext cx="5849258" cy="769441"/>
          </a:xfrm>
          <a:prstGeom prst="rect">
            <a:avLst/>
          </a:prstGeom>
          <a:noFill/>
        </p:spPr>
        <p:txBody>
          <a:bodyPr wrap="square">
            <a:spAutoFit/>
          </a:bodyPr>
          <a:lstStyle/>
          <a:p>
            <a:r>
              <a:rPr lang="es-CO" sz="2200" dirty="0"/>
              <a:t>Según C.10.10.1 se considera una columna corta si:</a:t>
            </a:r>
          </a:p>
        </p:txBody>
      </p:sp>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DE498C90-1F28-0160-C371-77CF655CD350}"/>
                  </a:ext>
                </a:extLst>
              </p:cNvPr>
              <p:cNvSpPr txBox="1"/>
              <p:nvPr/>
            </p:nvSpPr>
            <p:spPr>
              <a:xfrm>
                <a:off x="4659086" y="3612061"/>
                <a:ext cx="4448240" cy="22289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CO" sz="2400" i="1" smtClean="0">
                              <a:latin typeface="Cambria Math" panose="02040503050406030204" pitchFamily="18" charset="0"/>
                            </a:rPr>
                          </m:ctrlPr>
                        </m:fPr>
                        <m:num>
                          <m:sSub>
                            <m:sSubPr>
                              <m:ctrlPr>
                                <a:rPr lang="es-CO" sz="2400" i="1" smtClean="0">
                                  <a:latin typeface="Cambria Math" panose="02040503050406030204" pitchFamily="18" charset="0"/>
                                </a:rPr>
                              </m:ctrlPr>
                            </m:sSubPr>
                            <m:e>
                              <m:r>
                                <m:rPr>
                                  <m:sty m:val="p"/>
                                </m:rPr>
                                <a:rPr lang="es-419" sz="2400" b="0" i="1" smtClean="0">
                                  <a:latin typeface="Cambria Math" panose="02040503050406030204" pitchFamily="18" charset="0"/>
                                </a:rPr>
                                <m:t>kl</m:t>
                              </m:r>
                            </m:e>
                            <m:sub>
                              <m:r>
                                <m:rPr>
                                  <m:sty m:val="p"/>
                                </m:rPr>
                                <a:rPr lang="es-419" sz="2400" b="0" i="1" smtClean="0">
                                  <a:latin typeface="Cambria Math" panose="02040503050406030204" pitchFamily="18" charset="0"/>
                                </a:rPr>
                                <m:t>u</m:t>
                              </m:r>
                            </m:sub>
                          </m:sSub>
                        </m:num>
                        <m:den>
                          <m:r>
                            <m:rPr>
                              <m:sty m:val="p"/>
                            </m:rPr>
                            <a:rPr lang="es-419" sz="2400" b="0" i="1" smtClean="0">
                              <a:latin typeface="Cambria Math" panose="02040503050406030204" pitchFamily="18" charset="0"/>
                            </a:rPr>
                            <m:t>r</m:t>
                          </m:r>
                        </m:den>
                      </m:f>
                      <m:r>
                        <a:rPr lang="es-CO" sz="2400" i="1" smtClean="0">
                          <a:latin typeface="Cambria Math" panose="02040503050406030204" pitchFamily="18" charset="0"/>
                          <a:ea typeface="Cambria Math" panose="02040503050406030204" pitchFamily="18" charset="0"/>
                        </a:rPr>
                        <m:t>&lt;</m:t>
                      </m:r>
                      <m:r>
                        <a:rPr lang="es-419" sz="2400" b="0" i="1" smtClean="0">
                          <a:latin typeface="Cambria Math" panose="02040503050406030204" pitchFamily="18" charset="0"/>
                          <a:ea typeface="Cambria Math" panose="02040503050406030204" pitchFamily="18" charset="0"/>
                        </a:rPr>
                        <m:t>22</m:t>
                      </m:r>
                    </m:oMath>
                  </m:oMathPara>
                </a14:m>
                <a:endParaRPr lang="es-419" sz="2400" b="0" dirty="0">
                  <a:ea typeface="Cambria Math" panose="02040503050406030204" pitchFamily="18" charset="0"/>
                </a:endParaRPr>
              </a:p>
              <a:p>
                <a:endParaRPr lang="es-419" sz="2400" b="0" dirty="0">
                  <a:ea typeface="Cambria Math" panose="02040503050406030204" pitchFamily="18" charset="0"/>
                </a:endParaRPr>
              </a:p>
              <a:p>
                <a:endParaRPr lang="es-419" sz="2400" b="0" dirty="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f>
                        <m:fPr>
                          <m:ctrlPr>
                            <a:rPr lang="es-CO" sz="2400" i="1">
                              <a:latin typeface="Cambria Math" panose="02040503050406030204" pitchFamily="18" charset="0"/>
                            </a:rPr>
                          </m:ctrlPr>
                        </m:fPr>
                        <m:num>
                          <m:sSub>
                            <m:sSubPr>
                              <m:ctrlPr>
                                <a:rPr lang="es-CO" sz="2400" i="1">
                                  <a:latin typeface="Cambria Math" panose="02040503050406030204" pitchFamily="18" charset="0"/>
                                </a:rPr>
                              </m:ctrlPr>
                            </m:sSubPr>
                            <m:e>
                              <m:r>
                                <m:rPr>
                                  <m:sty m:val="p"/>
                                </m:rPr>
                                <a:rPr lang="es-419" sz="2400" i="1">
                                  <a:latin typeface="Cambria Math" panose="02040503050406030204" pitchFamily="18" charset="0"/>
                                </a:rPr>
                                <m:t>kl</m:t>
                              </m:r>
                            </m:e>
                            <m:sub>
                              <m:r>
                                <m:rPr>
                                  <m:sty m:val="p"/>
                                </m:rPr>
                                <a:rPr lang="es-419" sz="2400" i="1">
                                  <a:latin typeface="Cambria Math" panose="02040503050406030204" pitchFamily="18" charset="0"/>
                                </a:rPr>
                                <m:t>u</m:t>
                              </m:r>
                            </m:sub>
                          </m:sSub>
                        </m:num>
                        <m:den>
                          <m:r>
                            <m:rPr>
                              <m:sty m:val="p"/>
                            </m:rPr>
                            <a:rPr lang="es-419" sz="2400" i="1">
                              <a:latin typeface="Cambria Math" panose="02040503050406030204" pitchFamily="18" charset="0"/>
                            </a:rPr>
                            <m:t>r</m:t>
                          </m:r>
                        </m:den>
                      </m:f>
                      <m:r>
                        <a:rPr lang="es-419" sz="2400" i="1">
                          <a:latin typeface="Cambria Math" panose="02040503050406030204" pitchFamily="18" charset="0"/>
                          <a:ea typeface="Cambria Math" panose="02040503050406030204" pitchFamily="18" charset="0"/>
                        </a:rPr>
                        <m:t>≤</m:t>
                      </m:r>
                      <m:r>
                        <a:rPr lang="es-419" sz="2400" b="0" i="1" smtClean="0">
                          <a:latin typeface="Cambria Math" panose="02040503050406030204" pitchFamily="18" charset="0"/>
                          <a:ea typeface="Cambria Math" panose="02040503050406030204" pitchFamily="18" charset="0"/>
                        </a:rPr>
                        <m:t>34−12</m:t>
                      </m:r>
                      <m:d>
                        <m:dPr>
                          <m:ctrlPr>
                            <a:rPr lang="es-419" sz="2400" b="0" i="1" smtClean="0">
                              <a:latin typeface="Cambria Math" panose="02040503050406030204" pitchFamily="18" charset="0"/>
                              <a:ea typeface="Cambria Math" panose="02040503050406030204" pitchFamily="18" charset="0"/>
                            </a:rPr>
                          </m:ctrlPr>
                        </m:dPr>
                        <m:e>
                          <m:f>
                            <m:fPr>
                              <m:type m:val="skw"/>
                              <m:ctrlPr>
                                <a:rPr lang="es-419" sz="2400" b="0" i="1" smtClean="0">
                                  <a:latin typeface="Cambria Math" panose="02040503050406030204" pitchFamily="18" charset="0"/>
                                  <a:ea typeface="Cambria Math" panose="02040503050406030204" pitchFamily="18" charset="0"/>
                                </a:rPr>
                              </m:ctrlPr>
                            </m:fPr>
                            <m:num>
                              <m:sSub>
                                <m:sSubPr>
                                  <m:ctrlPr>
                                    <a:rPr lang="es-419" sz="2400" b="0" i="1" smtClean="0">
                                      <a:latin typeface="Cambria Math" panose="02040503050406030204" pitchFamily="18" charset="0"/>
                                      <a:ea typeface="Cambria Math" panose="02040503050406030204" pitchFamily="18" charset="0"/>
                                    </a:rPr>
                                  </m:ctrlPr>
                                </m:sSubPr>
                                <m:e>
                                  <m:r>
                                    <m:rPr>
                                      <m:sty m:val="p"/>
                                    </m:rPr>
                                    <a:rPr lang="es-419" sz="2400" b="0" i="1" smtClean="0">
                                      <a:latin typeface="Cambria Math" panose="02040503050406030204" pitchFamily="18" charset="0"/>
                                      <a:ea typeface="Cambria Math" panose="02040503050406030204" pitchFamily="18" charset="0"/>
                                    </a:rPr>
                                    <m:t>M</m:t>
                                  </m:r>
                                </m:e>
                                <m:sub>
                                  <m:r>
                                    <a:rPr lang="es-419" sz="2400" b="0" i="1" smtClean="0">
                                      <a:latin typeface="Cambria Math" panose="02040503050406030204" pitchFamily="18" charset="0"/>
                                      <a:ea typeface="Cambria Math" panose="02040503050406030204" pitchFamily="18" charset="0"/>
                                    </a:rPr>
                                    <m:t>1</m:t>
                                  </m:r>
                                </m:sub>
                              </m:sSub>
                            </m:num>
                            <m:den>
                              <m:sSub>
                                <m:sSubPr>
                                  <m:ctrlPr>
                                    <a:rPr lang="es-419" sz="2400" b="0" i="1" smtClean="0">
                                      <a:latin typeface="Cambria Math" panose="02040503050406030204" pitchFamily="18" charset="0"/>
                                      <a:ea typeface="Cambria Math" panose="02040503050406030204" pitchFamily="18" charset="0"/>
                                    </a:rPr>
                                  </m:ctrlPr>
                                </m:sSubPr>
                                <m:e>
                                  <m:r>
                                    <m:rPr>
                                      <m:sty m:val="p"/>
                                    </m:rPr>
                                    <a:rPr lang="es-419" sz="2400" b="0" i="1" smtClean="0">
                                      <a:latin typeface="Cambria Math" panose="02040503050406030204" pitchFamily="18" charset="0"/>
                                      <a:ea typeface="Cambria Math" panose="02040503050406030204" pitchFamily="18" charset="0"/>
                                    </a:rPr>
                                    <m:t>M</m:t>
                                  </m:r>
                                </m:e>
                                <m:sub>
                                  <m:r>
                                    <a:rPr lang="es-419" sz="2400" b="0" i="1" smtClean="0">
                                      <a:latin typeface="Cambria Math" panose="02040503050406030204" pitchFamily="18" charset="0"/>
                                      <a:ea typeface="Cambria Math" panose="02040503050406030204" pitchFamily="18" charset="0"/>
                                    </a:rPr>
                                    <m:t>2</m:t>
                                  </m:r>
                                </m:sub>
                              </m:sSub>
                            </m:den>
                          </m:f>
                        </m:e>
                      </m:d>
                      <m:r>
                        <a:rPr lang="es-419" sz="2400" b="0" i="1" smtClean="0">
                          <a:latin typeface="Cambria Math" panose="02040503050406030204" pitchFamily="18" charset="0"/>
                          <a:ea typeface="Cambria Math" panose="02040503050406030204" pitchFamily="18" charset="0"/>
                        </a:rPr>
                        <m:t>≤40</m:t>
                      </m:r>
                    </m:oMath>
                  </m:oMathPara>
                </a14:m>
                <a:endParaRPr lang="es-CO" sz="2400" dirty="0"/>
              </a:p>
            </p:txBody>
          </p:sp>
        </mc:Choice>
        <mc:Fallback>
          <p:sp>
            <p:nvSpPr>
              <p:cNvPr id="12" name="CuadroTexto 11">
                <a:extLst>
                  <a:ext uri="{FF2B5EF4-FFF2-40B4-BE49-F238E27FC236}">
                    <a16:creationId xmlns:a16="http://schemas.microsoft.com/office/drawing/2014/main" id="{DE498C90-1F28-0160-C371-77CF655CD350}"/>
                  </a:ext>
                </a:extLst>
              </p:cNvPr>
              <p:cNvSpPr txBox="1">
                <a:spLocks noRot="1" noChangeAspect="1" noMove="1" noResize="1" noEditPoints="1" noAdjustHandles="1" noChangeArrowheads="1" noChangeShapeType="1" noTextEdit="1"/>
              </p:cNvSpPr>
              <p:nvPr/>
            </p:nvSpPr>
            <p:spPr>
              <a:xfrm>
                <a:off x="4659086" y="3612061"/>
                <a:ext cx="4448240" cy="2228944"/>
              </a:xfrm>
              <a:prstGeom prst="rect">
                <a:avLst/>
              </a:prstGeom>
              <a:blipFill>
                <a:blip r:embed="rId5"/>
                <a:stretch>
                  <a:fillRect b="-46591"/>
                </a:stretch>
              </a:blipFill>
            </p:spPr>
            <p:txBody>
              <a:bodyPr/>
              <a:lstStyle/>
              <a:p>
                <a:r>
                  <a:rPr lang="es-CO">
                    <a:noFill/>
                  </a:rPr>
                  <a:t> </a:t>
                </a:r>
              </a:p>
            </p:txBody>
          </p:sp>
        </mc:Fallback>
      </mc:AlternateContent>
      <p:sp>
        <p:nvSpPr>
          <p:cNvPr id="13" name="CuadroTexto 12">
            <a:extLst>
              <a:ext uri="{FF2B5EF4-FFF2-40B4-BE49-F238E27FC236}">
                <a16:creationId xmlns:a16="http://schemas.microsoft.com/office/drawing/2014/main" id="{77BF8A80-775B-A71C-1C66-C0C61F15AC10}"/>
              </a:ext>
            </a:extLst>
          </p:cNvPr>
          <p:cNvSpPr txBox="1"/>
          <p:nvPr/>
        </p:nvSpPr>
        <p:spPr>
          <a:xfrm>
            <a:off x="5388429" y="6211669"/>
            <a:ext cx="6715262" cy="646331"/>
          </a:xfrm>
          <a:prstGeom prst="rect">
            <a:avLst/>
          </a:prstGeom>
          <a:noFill/>
        </p:spPr>
        <p:txBody>
          <a:bodyPr wrap="square">
            <a:spAutoFit/>
          </a:bodyPr>
          <a:lstStyle/>
          <a:p>
            <a:r>
              <a:rPr lang="es-CO" dirty="0"/>
              <a:t>M</a:t>
            </a:r>
            <a:r>
              <a:rPr lang="es-CO" baseline="-25000" dirty="0"/>
              <a:t>1</a:t>
            </a:r>
            <a:r>
              <a:rPr lang="es-CO" dirty="0"/>
              <a:t>/M</a:t>
            </a:r>
            <a:r>
              <a:rPr lang="es-CO" baseline="-25000" dirty="0"/>
              <a:t>2</a:t>
            </a:r>
            <a:r>
              <a:rPr lang="es-CO" dirty="0"/>
              <a:t> es positivo si la columna flectada es simple si tiene curvatura doble es negativo</a:t>
            </a:r>
          </a:p>
        </p:txBody>
      </p:sp>
      <p:sp>
        <p:nvSpPr>
          <p:cNvPr id="15" name="CuadroTexto 14">
            <a:extLst>
              <a:ext uri="{FF2B5EF4-FFF2-40B4-BE49-F238E27FC236}">
                <a16:creationId xmlns:a16="http://schemas.microsoft.com/office/drawing/2014/main" id="{57C18F44-A2D7-C21F-A5AF-23985F3EB77B}"/>
              </a:ext>
            </a:extLst>
          </p:cNvPr>
          <p:cNvSpPr txBox="1"/>
          <p:nvPr/>
        </p:nvSpPr>
        <p:spPr>
          <a:xfrm>
            <a:off x="9630229" y="3620316"/>
            <a:ext cx="2699209" cy="923330"/>
          </a:xfrm>
          <a:prstGeom prst="rect">
            <a:avLst/>
          </a:prstGeom>
          <a:noFill/>
        </p:spPr>
        <p:txBody>
          <a:bodyPr wrap="square">
            <a:spAutoFit/>
          </a:bodyPr>
          <a:lstStyle/>
          <a:p>
            <a:r>
              <a:rPr lang="es-CO" dirty="0"/>
              <a:t>Estructura no arriostrada contra desplazamiento laterales</a:t>
            </a:r>
          </a:p>
        </p:txBody>
      </p:sp>
      <p:sp>
        <p:nvSpPr>
          <p:cNvPr id="16" name="CuadroTexto 15">
            <a:extLst>
              <a:ext uri="{FF2B5EF4-FFF2-40B4-BE49-F238E27FC236}">
                <a16:creationId xmlns:a16="http://schemas.microsoft.com/office/drawing/2014/main" id="{A2F80D13-1C82-073F-483B-FDF4C7406438}"/>
              </a:ext>
            </a:extLst>
          </p:cNvPr>
          <p:cNvSpPr txBox="1"/>
          <p:nvPr/>
        </p:nvSpPr>
        <p:spPr>
          <a:xfrm>
            <a:off x="9841074" y="5047379"/>
            <a:ext cx="2699209" cy="923330"/>
          </a:xfrm>
          <a:prstGeom prst="rect">
            <a:avLst/>
          </a:prstGeom>
          <a:noFill/>
        </p:spPr>
        <p:txBody>
          <a:bodyPr wrap="square">
            <a:spAutoFit/>
          </a:bodyPr>
          <a:lstStyle/>
          <a:p>
            <a:r>
              <a:rPr lang="es-CO" dirty="0"/>
              <a:t>Estructura arriostrada contra desplazamiento laterales</a:t>
            </a:r>
          </a:p>
        </p:txBody>
      </p:sp>
      <p:sp>
        <p:nvSpPr>
          <p:cNvPr id="17" name="Flecha: a la derecha 16">
            <a:extLst>
              <a:ext uri="{FF2B5EF4-FFF2-40B4-BE49-F238E27FC236}">
                <a16:creationId xmlns:a16="http://schemas.microsoft.com/office/drawing/2014/main" id="{62C330AF-CDFB-AAB0-19E5-D65ABBFA1E4F}"/>
              </a:ext>
            </a:extLst>
          </p:cNvPr>
          <p:cNvSpPr/>
          <p:nvPr/>
        </p:nvSpPr>
        <p:spPr>
          <a:xfrm>
            <a:off x="9107327" y="3820971"/>
            <a:ext cx="493484" cy="3077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Flecha: a la derecha 17">
            <a:extLst>
              <a:ext uri="{FF2B5EF4-FFF2-40B4-BE49-F238E27FC236}">
                <a16:creationId xmlns:a16="http://schemas.microsoft.com/office/drawing/2014/main" id="{AEE88DAE-BA83-CDEA-D5D1-5EFBDD90330C}"/>
              </a:ext>
            </a:extLst>
          </p:cNvPr>
          <p:cNvSpPr/>
          <p:nvPr/>
        </p:nvSpPr>
        <p:spPr>
          <a:xfrm>
            <a:off x="9122035" y="5271533"/>
            <a:ext cx="493484" cy="3077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633828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 grpId="0"/>
      <p:bldP spid="13" grpId="0"/>
      <p:bldP spid="15" grpId="0"/>
      <p:bldP spid="16" grpId="0"/>
      <p:bldP spid="17" grpId="0" animBg="1"/>
      <p:bldP spid="1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B880E-D185-89D7-FAD8-88C9E3035354}"/>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769E4A54-9E90-19E4-38AA-1878D5B90927}"/>
              </a:ext>
            </a:extLst>
          </p:cNvPr>
          <p:cNvSpPr/>
          <p:nvPr/>
        </p:nvSpPr>
        <p:spPr>
          <a:xfrm>
            <a:off x="8562072" y="2421137"/>
            <a:ext cx="1017355" cy="15855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CuadroTexto 1">
            <a:extLst>
              <a:ext uri="{FF2B5EF4-FFF2-40B4-BE49-F238E27FC236}">
                <a16:creationId xmlns:a16="http://schemas.microsoft.com/office/drawing/2014/main" id="{B9F36181-B49C-7A53-2E50-44AB25CFD3A5}"/>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ESBELTAS</a:t>
            </a:r>
          </a:p>
        </p:txBody>
      </p:sp>
      <p:pic>
        <p:nvPicPr>
          <p:cNvPr id="3" name="Picture 12" descr="Se conmemoran 150 años de la Universidad Nacional de Colombia">
            <a:extLst>
              <a:ext uri="{FF2B5EF4-FFF2-40B4-BE49-F238E27FC236}">
                <a16:creationId xmlns:a16="http://schemas.microsoft.com/office/drawing/2014/main" id="{E2118B1D-7A8E-CD06-F921-0EA5429F0B4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F48E2377-DC9D-153E-7B8F-5EF1AE291CBF}"/>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89B9EC2A-9D42-1F57-C7AA-80FF3FEABA3E}"/>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Radio de giro según NSR-10 </a:t>
            </a:r>
          </a:p>
        </p:txBody>
      </p:sp>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56AF2AD6-E909-C96A-630A-34FCEFD7589E}"/>
                  </a:ext>
                </a:extLst>
              </p:cNvPr>
              <p:cNvSpPr txBox="1"/>
              <p:nvPr/>
            </p:nvSpPr>
            <p:spPr>
              <a:xfrm>
                <a:off x="503197" y="1421669"/>
                <a:ext cx="4626429" cy="1916679"/>
              </a:xfrm>
              <a:prstGeom prst="rect">
                <a:avLst/>
              </a:prstGeom>
              <a:noFill/>
            </p:spPr>
            <p:txBody>
              <a:bodyPr wrap="square">
                <a:spAutoFit/>
              </a:bodyPr>
              <a:lstStyle/>
              <a:p>
                <a:endParaRPr lang="es-419" sz="2400" b="0" dirty="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m:rPr>
                          <m:sty m:val="p"/>
                        </m:rPr>
                        <a:rPr lang="es-419" sz="3200" i="1" smtClean="0">
                          <a:latin typeface="Cambria Math" panose="02040503050406030204" pitchFamily="18" charset="0"/>
                        </a:rPr>
                        <m:t>r</m:t>
                      </m:r>
                      <m:r>
                        <a:rPr lang="es-419" sz="3200" b="0" i="1" smtClean="0">
                          <a:latin typeface="Cambria Math" panose="02040503050406030204" pitchFamily="18" charset="0"/>
                        </a:rPr>
                        <m:t>=</m:t>
                      </m:r>
                      <m:rad>
                        <m:radPr>
                          <m:degHide m:val="on"/>
                          <m:ctrlPr>
                            <a:rPr lang="es-419" sz="3200" b="0" i="1" smtClean="0">
                              <a:latin typeface="Cambria Math" panose="02040503050406030204" pitchFamily="18" charset="0"/>
                            </a:rPr>
                          </m:ctrlPr>
                        </m:radPr>
                        <m:deg/>
                        <m:e>
                          <m:f>
                            <m:fPr>
                              <m:ctrlPr>
                                <a:rPr lang="es-419" sz="3200" b="0" i="1" smtClean="0">
                                  <a:latin typeface="Cambria Math" panose="02040503050406030204" pitchFamily="18" charset="0"/>
                                </a:rPr>
                              </m:ctrlPr>
                            </m:fPr>
                            <m:num>
                              <m:r>
                                <m:rPr>
                                  <m:sty m:val="p"/>
                                </m:rPr>
                                <a:rPr lang="es-419" sz="3200" b="0" i="1" smtClean="0">
                                  <a:latin typeface="Cambria Math" panose="02040503050406030204" pitchFamily="18" charset="0"/>
                                </a:rPr>
                                <m:t>I</m:t>
                              </m:r>
                            </m:num>
                            <m:den>
                              <m:r>
                                <m:rPr>
                                  <m:sty m:val="p"/>
                                </m:rPr>
                                <a:rPr lang="es-419" sz="3200" b="0" i="1" smtClean="0">
                                  <a:latin typeface="Cambria Math" panose="02040503050406030204" pitchFamily="18" charset="0"/>
                                </a:rPr>
                                <m:t>A</m:t>
                              </m:r>
                            </m:den>
                          </m:f>
                        </m:e>
                      </m:rad>
                    </m:oMath>
                  </m:oMathPara>
                </a14:m>
                <a:endParaRPr lang="es-CO" sz="2400" dirty="0"/>
              </a:p>
            </p:txBody>
          </p:sp>
        </mc:Choice>
        <mc:Fallback>
          <p:sp>
            <p:nvSpPr>
              <p:cNvPr id="12" name="CuadroTexto 11">
                <a:extLst>
                  <a:ext uri="{FF2B5EF4-FFF2-40B4-BE49-F238E27FC236}">
                    <a16:creationId xmlns:a16="http://schemas.microsoft.com/office/drawing/2014/main" id="{56AF2AD6-E909-C96A-630A-34FCEFD7589E}"/>
                  </a:ext>
                </a:extLst>
              </p:cNvPr>
              <p:cNvSpPr txBox="1">
                <a:spLocks noRot="1" noChangeAspect="1" noMove="1" noResize="1" noEditPoints="1" noAdjustHandles="1" noChangeArrowheads="1" noChangeShapeType="1" noTextEdit="1"/>
              </p:cNvSpPr>
              <p:nvPr/>
            </p:nvSpPr>
            <p:spPr>
              <a:xfrm>
                <a:off x="503197" y="1421669"/>
                <a:ext cx="4626429" cy="1916679"/>
              </a:xfrm>
              <a:prstGeom prst="rect">
                <a:avLst/>
              </a:prstGeom>
              <a:blipFill>
                <a:blip r:embed="rId4"/>
                <a:stretch>
                  <a:fillRect/>
                </a:stretch>
              </a:blipFill>
            </p:spPr>
            <p:txBody>
              <a:bodyPr/>
              <a:lstStyle/>
              <a:p>
                <a:r>
                  <a:rPr lang="es-CO">
                    <a:noFill/>
                  </a:rPr>
                  <a:t> </a:t>
                </a:r>
              </a:p>
            </p:txBody>
          </p:sp>
        </mc:Fallback>
      </mc:AlternateContent>
      <p:pic>
        <p:nvPicPr>
          <p:cNvPr id="6" name="Imagen 5">
            <a:extLst>
              <a:ext uri="{FF2B5EF4-FFF2-40B4-BE49-F238E27FC236}">
                <a16:creationId xmlns:a16="http://schemas.microsoft.com/office/drawing/2014/main" id="{05F27A57-DA27-A5DD-0BF6-1E4C911C952B}"/>
              </a:ext>
            </a:extLst>
          </p:cNvPr>
          <p:cNvPicPr>
            <a:picLocks noChangeAspect="1"/>
          </p:cNvPicPr>
          <p:nvPr/>
        </p:nvPicPr>
        <p:blipFill>
          <a:blip r:embed="rId5"/>
          <a:stretch>
            <a:fillRect/>
          </a:stretch>
        </p:blipFill>
        <p:spPr>
          <a:xfrm>
            <a:off x="108662" y="4459407"/>
            <a:ext cx="6713802" cy="2042337"/>
          </a:xfrm>
          <a:prstGeom prst="rect">
            <a:avLst/>
          </a:prstGeom>
        </p:spPr>
      </p:pic>
      <p:cxnSp>
        <p:nvCxnSpPr>
          <p:cNvPr id="15" name="Conector recto de flecha 14">
            <a:extLst>
              <a:ext uri="{FF2B5EF4-FFF2-40B4-BE49-F238E27FC236}">
                <a16:creationId xmlns:a16="http://schemas.microsoft.com/office/drawing/2014/main" id="{5B7D933D-4ECB-3FDF-4FAC-D96C968A30B2}"/>
              </a:ext>
            </a:extLst>
          </p:cNvPr>
          <p:cNvCxnSpPr>
            <a:cxnSpLocks/>
          </p:cNvCxnSpPr>
          <p:nvPr/>
        </p:nvCxnSpPr>
        <p:spPr>
          <a:xfrm>
            <a:off x="9070749" y="3230199"/>
            <a:ext cx="12416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Conector recto de flecha 16">
            <a:extLst>
              <a:ext uri="{FF2B5EF4-FFF2-40B4-BE49-F238E27FC236}">
                <a16:creationId xmlns:a16="http://schemas.microsoft.com/office/drawing/2014/main" id="{C27F87B9-9475-5FA6-C867-D52ADFCC2B63}"/>
              </a:ext>
            </a:extLst>
          </p:cNvPr>
          <p:cNvCxnSpPr>
            <a:cxnSpLocks/>
          </p:cNvCxnSpPr>
          <p:nvPr/>
        </p:nvCxnSpPr>
        <p:spPr>
          <a:xfrm flipV="1">
            <a:off x="9070749" y="1856839"/>
            <a:ext cx="0" cy="13733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Flecha: curvada hacia abajo 19">
            <a:extLst>
              <a:ext uri="{FF2B5EF4-FFF2-40B4-BE49-F238E27FC236}">
                <a16:creationId xmlns:a16="http://schemas.microsoft.com/office/drawing/2014/main" id="{45EDF5F3-02D8-F737-0643-BDF58AC21A2D}"/>
              </a:ext>
            </a:extLst>
          </p:cNvPr>
          <p:cNvSpPr/>
          <p:nvPr/>
        </p:nvSpPr>
        <p:spPr>
          <a:xfrm>
            <a:off x="8776836" y="2008747"/>
            <a:ext cx="587826" cy="269503"/>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21" name="Flecha: curvada hacia abajo 20">
            <a:extLst>
              <a:ext uri="{FF2B5EF4-FFF2-40B4-BE49-F238E27FC236}">
                <a16:creationId xmlns:a16="http://schemas.microsoft.com/office/drawing/2014/main" id="{3299B15C-5B94-E07C-1C48-5B62CEB5A182}"/>
              </a:ext>
            </a:extLst>
          </p:cNvPr>
          <p:cNvSpPr/>
          <p:nvPr/>
        </p:nvSpPr>
        <p:spPr>
          <a:xfrm rot="16200000">
            <a:off x="9714179" y="3079173"/>
            <a:ext cx="587826" cy="269503"/>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22" name="CuadroTexto 21">
            <a:extLst>
              <a:ext uri="{FF2B5EF4-FFF2-40B4-BE49-F238E27FC236}">
                <a16:creationId xmlns:a16="http://schemas.microsoft.com/office/drawing/2014/main" id="{5500429F-436E-1E79-09A8-AD44B28F15F0}"/>
              </a:ext>
            </a:extLst>
          </p:cNvPr>
          <p:cNvSpPr txBox="1"/>
          <p:nvPr/>
        </p:nvSpPr>
        <p:spPr>
          <a:xfrm>
            <a:off x="9173027" y="3189015"/>
            <a:ext cx="812800" cy="369332"/>
          </a:xfrm>
          <a:prstGeom prst="rect">
            <a:avLst/>
          </a:prstGeom>
          <a:noFill/>
        </p:spPr>
        <p:txBody>
          <a:bodyPr wrap="square" rtlCol="0">
            <a:spAutoFit/>
          </a:bodyPr>
          <a:lstStyle/>
          <a:p>
            <a:r>
              <a:rPr lang="es-CO" dirty="0" err="1"/>
              <a:t>r</a:t>
            </a:r>
            <a:r>
              <a:rPr lang="es-CO" baseline="-25000" dirty="0" err="1"/>
              <a:t>x</a:t>
            </a:r>
            <a:endParaRPr lang="es-CO" baseline="-25000" dirty="0"/>
          </a:p>
        </p:txBody>
      </p:sp>
      <p:sp>
        <p:nvSpPr>
          <p:cNvPr id="23" name="CuadroTexto 22">
            <a:extLst>
              <a:ext uri="{FF2B5EF4-FFF2-40B4-BE49-F238E27FC236}">
                <a16:creationId xmlns:a16="http://schemas.microsoft.com/office/drawing/2014/main" id="{96B2931F-3560-EFE4-F36D-792938572BD8}"/>
              </a:ext>
            </a:extLst>
          </p:cNvPr>
          <p:cNvSpPr txBox="1"/>
          <p:nvPr/>
        </p:nvSpPr>
        <p:spPr>
          <a:xfrm>
            <a:off x="8766627" y="2550679"/>
            <a:ext cx="812800" cy="369332"/>
          </a:xfrm>
          <a:prstGeom prst="rect">
            <a:avLst/>
          </a:prstGeom>
          <a:noFill/>
        </p:spPr>
        <p:txBody>
          <a:bodyPr wrap="square" rtlCol="0">
            <a:spAutoFit/>
          </a:bodyPr>
          <a:lstStyle/>
          <a:p>
            <a:r>
              <a:rPr lang="es-CO" dirty="0" err="1"/>
              <a:t>r</a:t>
            </a:r>
            <a:r>
              <a:rPr lang="es-CO" baseline="-25000" dirty="0" err="1"/>
              <a:t>y</a:t>
            </a:r>
            <a:endParaRPr lang="es-CO" baseline="-25000" dirty="0"/>
          </a:p>
        </p:txBody>
      </p:sp>
      <p:sp>
        <p:nvSpPr>
          <p:cNvPr id="24" name="CuadroTexto 23">
            <a:extLst>
              <a:ext uri="{FF2B5EF4-FFF2-40B4-BE49-F238E27FC236}">
                <a16:creationId xmlns:a16="http://schemas.microsoft.com/office/drawing/2014/main" id="{842346ED-A3DC-1B0F-45F7-311A7FCB9408}"/>
              </a:ext>
            </a:extLst>
          </p:cNvPr>
          <p:cNvSpPr txBox="1"/>
          <p:nvPr/>
        </p:nvSpPr>
        <p:spPr>
          <a:xfrm>
            <a:off x="10279740" y="3338348"/>
            <a:ext cx="812800" cy="369332"/>
          </a:xfrm>
          <a:prstGeom prst="rect">
            <a:avLst/>
          </a:prstGeom>
          <a:noFill/>
        </p:spPr>
        <p:txBody>
          <a:bodyPr wrap="square" rtlCol="0">
            <a:spAutoFit/>
          </a:bodyPr>
          <a:lstStyle/>
          <a:p>
            <a:r>
              <a:rPr lang="es-CO" dirty="0"/>
              <a:t>M</a:t>
            </a:r>
            <a:r>
              <a:rPr lang="es-CO" baseline="-25000" dirty="0"/>
              <a:t>x</a:t>
            </a:r>
          </a:p>
        </p:txBody>
      </p:sp>
      <p:sp>
        <p:nvSpPr>
          <p:cNvPr id="25" name="CuadroTexto 24">
            <a:extLst>
              <a:ext uri="{FF2B5EF4-FFF2-40B4-BE49-F238E27FC236}">
                <a16:creationId xmlns:a16="http://schemas.microsoft.com/office/drawing/2014/main" id="{51CF2AC4-BD46-D196-1504-1C27AB4F66F8}"/>
              </a:ext>
            </a:extLst>
          </p:cNvPr>
          <p:cNvSpPr txBox="1"/>
          <p:nvPr/>
        </p:nvSpPr>
        <p:spPr>
          <a:xfrm>
            <a:off x="8551862" y="1679579"/>
            <a:ext cx="812800" cy="369332"/>
          </a:xfrm>
          <a:prstGeom prst="rect">
            <a:avLst/>
          </a:prstGeom>
          <a:noFill/>
        </p:spPr>
        <p:txBody>
          <a:bodyPr wrap="square" rtlCol="0">
            <a:spAutoFit/>
          </a:bodyPr>
          <a:lstStyle/>
          <a:p>
            <a:r>
              <a:rPr lang="es-CO" dirty="0" err="1"/>
              <a:t>M</a:t>
            </a:r>
            <a:r>
              <a:rPr lang="es-CO" baseline="-25000" dirty="0" err="1"/>
              <a:t>y</a:t>
            </a:r>
            <a:endParaRPr lang="es-CO" baseline="-25000" dirty="0"/>
          </a:p>
        </p:txBody>
      </p:sp>
      <p:sp>
        <p:nvSpPr>
          <p:cNvPr id="26" name="CuadroTexto 25">
            <a:extLst>
              <a:ext uri="{FF2B5EF4-FFF2-40B4-BE49-F238E27FC236}">
                <a16:creationId xmlns:a16="http://schemas.microsoft.com/office/drawing/2014/main" id="{D6D6ADDA-4CE6-EACD-42D3-48CAB518BFB0}"/>
              </a:ext>
            </a:extLst>
          </p:cNvPr>
          <p:cNvSpPr txBox="1"/>
          <p:nvPr/>
        </p:nvSpPr>
        <p:spPr>
          <a:xfrm>
            <a:off x="8958262" y="4082098"/>
            <a:ext cx="812800" cy="369332"/>
          </a:xfrm>
          <a:prstGeom prst="rect">
            <a:avLst/>
          </a:prstGeom>
          <a:noFill/>
        </p:spPr>
        <p:txBody>
          <a:bodyPr wrap="square" rtlCol="0">
            <a:spAutoFit/>
          </a:bodyPr>
          <a:lstStyle/>
          <a:p>
            <a:r>
              <a:rPr lang="es-CO" dirty="0"/>
              <a:t>b</a:t>
            </a:r>
            <a:endParaRPr lang="es-CO" baseline="-25000" dirty="0"/>
          </a:p>
        </p:txBody>
      </p:sp>
      <p:sp>
        <p:nvSpPr>
          <p:cNvPr id="27" name="CuadroTexto 26">
            <a:extLst>
              <a:ext uri="{FF2B5EF4-FFF2-40B4-BE49-F238E27FC236}">
                <a16:creationId xmlns:a16="http://schemas.microsoft.com/office/drawing/2014/main" id="{1CE4002D-DAF4-8F7E-83F7-7D0B0D483ADE}"/>
              </a:ext>
            </a:extLst>
          </p:cNvPr>
          <p:cNvSpPr txBox="1"/>
          <p:nvPr/>
        </p:nvSpPr>
        <p:spPr>
          <a:xfrm>
            <a:off x="8091034" y="2982810"/>
            <a:ext cx="812800" cy="369332"/>
          </a:xfrm>
          <a:prstGeom prst="rect">
            <a:avLst/>
          </a:prstGeom>
          <a:noFill/>
        </p:spPr>
        <p:txBody>
          <a:bodyPr wrap="square" rtlCol="0">
            <a:spAutoFit/>
          </a:bodyPr>
          <a:lstStyle/>
          <a:p>
            <a:r>
              <a:rPr lang="es-CO" dirty="0"/>
              <a:t>h</a:t>
            </a:r>
            <a:endParaRPr lang="es-CO" baseline="-25000" dirty="0"/>
          </a:p>
        </p:txBody>
      </p:sp>
      <p:sp>
        <p:nvSpPr>
          <p:cNvPr id="29" name="CuadroTexto 28">
            <a:extLst>
              <a:ext uri="{FF2B5EF4-FFF2-40B4-BE49-F238E27FC236}">
                <a16:creationId xmlns:a16="http://schemas.microsoft.com/office/drawing/2014/main" id="{E0B5F6DD-9A19-19D1-C0FF-66213882B623}"/>
              </a:ext>
            </a:extLst>
          </p:cNvPr>
          <p:cNvSpPr txBox="1"/>
          <p:nvPr/>
        </p:nvSpPr>
        <p:spPr>
          <a:xfrm>
            <a:off x="8468407" y="4993594"/>
            <a:ext cx="812800" cy="369332"/>
          </a:xfrm>
          <a:prstGeom prst="rect">
            <a:avLst/>
          </a:prstGeom>
          <a:noFill/>
        </p:spPr>
        <p:txBody>
          <a:bodyPr wrap="square" rtlCol="0">
            <a:spAutoFit/>
          </a:bodyPr>
          <a:lstStyle/>
          <a:p>
            <a:r>
              <a:rPr lang="es-CO" dirty="0" err="1"/>
              <a:t>r</a:t>
            </a:r>
            <a:r>
              <a:rPr lang="es-CO" baseline="-25000" dirty="0" err="1"/>
              <a:t>x</a:t>
            </a:r>
            <a:endParaRPr lang="es-CO" baseline="-25000" dirty="0"/>
          </a:p>
        </p:txBody>
      </p:sp>
      <p:sp>
        <p:nvSpPr>
          <p:cNvPr id="30" name="CuadroTexto 29">
            <a:extLst>
              <a:ext uri="{FF2B5EF4-FFF2-40B4-BE49-F238E27FC236}">
                <a16:creationId xmlns:a16="http://schemas.microsoft.com/office/drawing/2014/main" id="{273E77A4-EAAD-B576-2E3A-303E8549B1A7}"/>
              </a:ext>
            </a:extLst>
          </p:cNvPr>
          <p:cNvSpPr txBox="1"/>
          <p:nvPr/>
        </p:nvSpPr>
        <p:spPr>
          <a:xfrm>
            <a:off x="9404392" y="4993594"/>
            <a:ext cx="812800" cy="369332"/>
          </a:xfrm>
          <a:prstGeom prst="rect">
            <a:avLst/>
          </a:prstGeom>
          <a:noFill/>
        </p:spPr>
        <p:txBody>
          <a:bodyPr wrap="square" rtlCol="0">
            <a:spAutoFit/>
          </a:bodyPr>
          <a:lstStyle/>
          <a:p>
            <a:r>
              <a:rPr lang="es-CO" dirty="0" err="1"/>
              <a:t>M</a:t>
            </a:r>
            <a:r>
              <a:rPr lang="es-CO" baseline="-25000" dirty="0" err="1"/>
              <a:t>y</a:t>
            </a:r>
            <a:endParaRPr lang="es-CO" baseline="-25000" dirty="0"/>
          </a:p>
        </p:txBody>
      </p:sp>
      <p:cxnSp>
        <p:nvCxnSpPr>
          <p:cNvPr id="31" name="Conector recto de flecha 30">
            <a:extLst>
              <a:ext uri="{FF2B5EF4-FFF2-40B4-BE49-F238E27FC236}">
                <a16:creationId xmlns:a16="http://schemas.microsoft.com/office/drawing/2014/main" id="{C9132A7A-C1D7-9746-A6D1-08EE0190ECB3}"/>
              </a:ext>
            </a:extLst>
          </p:cNvPr>
          <p:cNvCxnSpPr>
            <a:cxnSpLocks/>
            <a:endCxn id="30" idx="1"/>
          </p:cNvCxnSpPr>
          <p:nvPr/>
        </p:nvCxnSpPr>
        <p:spPr>
          <a:xfrm>
            <a:off x="8874807" y="5178260"/>
            <a:ext cx="52958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CuadroTexto 32">
            <a:extLst>
              <a:ext uri="{FF2B5EF4-FFF2-40B4-BE49-F238E27FC236}">
                <a16:creationId xmlns:a16="http://schemas.microsoft.com/office/drawing/2014/main" id="{E47FD567-58A9-31E3-B930-CBD6EE163201}"/>
              </a:ext>
            </a:extLst>
          </p:cNvPr>
          <p:cNvSpPr txBox="1"/>
          <p:nvPr/>
        </p:nvSpPr>
        <p:spPr>
          <a:xfrm>
            <a:off x="8497434" y="5567854"/>
            <a:ext cx="812800" cy="369332"/>
          </a:xfrm>
          <a:prstGeom prst="rect">
            <a:avLst/>
          </a:prstGeom>
          <a:noFill/>
        </p:spPr>
        <p:txBody>
          <a:bodyPr wrap="square" rtlCol="0">
            <a:spAutoFit/>
          </a:bodyPr>
          <a:lstStyle/>
          <a:p>
            <a:r>
              <a:rPr lang="es-CO" dirty="0" err="1"/>
              <a:t>r</a:t>
            </a:r>
            <a:r>
              <a:rPr lang="es-CO" baseline="-25000" dirty="0" err="1"/>
              <a:t>y</a:t>
            </a:r>
            <a:endParaRPr lang="es-CO" baseline="-25000" dirty="0"/>
          </a:p>
        </p:txBody>
      </p:sp>
      <p:sp>
        <p:nvSpPr>
          <p:cNvPr id="34" name="CuadroTexto 33">
            <a:extLst>
              <a:ext uri="{FF2B5EF4-FFF2-40B4-BE49-F238E27FC236}">
                <a16:creationId xmlns:a16="http://schemas.microsoft.com/office/drawing/2014/main" id="{167BA384-1688-03E9-7B72-059EDF663324}"/>
              </a:ext>
            </a:extLst>
          </p:cNvPr>
          <p:cNvSpPr txBox="1"/>
          <p:nvPr/>
        </p:nvSpPr>
        <p:spPr>
          <a:xfrm>
            <a:off x="9433419" y="5567854"/>
            <a:ext cx="812800" cy="369332"/>
          </a:xfrm>
          <a:prstGeom prst="rect">
            <a:avLst/>
          </a:prstGeom>
          <a:noFill/>
        </p:spPr>
        <p:txBody>
          <a:bodyPr wrap="square" rtlCol="0">
            <a:spAutoFit/>
          </a:bodyPr>
          <a:lstStyle/>
          <a:p>
            <a:r>
              <a:rPr lang="es-CO" dirty="0"/>
              <a:t>M</a:t>
            </a:r>
            <a:r>
              <a:rPr lang="es-CO" baseline="-25000" dirty="0"/>
              <a:t>x</a:t>
            </a:r>
          </a:p>
        </p:txBody>
      </p:sp>
      <p:cxnSp>
        <p:nvCxnSpPr>
          <p:cNvPr id="35" name="Conector recto de flecha 34">
            <a:extLst>
              <a:ext uri="{FF2B5EF4-FFF2-40B4-BE49-F238E27FC236}">
                <a16:creationId xmlns:a16="http://schemas.microsoft.com/office/drawing/2014/main" id="{5253974D-ADD7-E86F-957E-29AEC499D9AC}"/>
              </a:ext>
            </a:extLst>
          </p:cNvPr>
          <p:cNvCxnSpPr>
            <a:cxnSpLocks/>
            <a:endCxn id="34" idx="1"/>
          </p:cNvCxnSpPr>
          <p:nvPr/>
        </p:nvCxnSpPr>
        <p:spPr>
          <a:xfrm>
            <a:off x="8903834" y="5752520"/>
            <a:ext cx="52958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527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0" grpId="0" animBg="1"/>
      <p:bldP spid="21" grpId="0" animBg="1"/>
      <p:bldP spid="22" grpId="0"/>
      <p:bldP spid="23" grpId="0"/>
      <p:bldP spid="25" grpId="0"/>
      <p:bldP spid="26" grpId="0"/>
      <p:bldP spid="27" grpId="0"/>
      <p:bldP spid="29" grpId="0"/>
      <p:bldP spid="30" grpId="0"/>
      <p:bldP spid="33" grpId="0"/>
      <p:bldP spid="3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59FE7-CB84-724F-48F8-827E4B07B123}"/>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EC97238A-E2AE-AD05-4FE4-50FE17A93798}"/>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ESBELTAS</a:t>
            </a:r>
          </a:p>
        </p:txBody>
      </p:sp>
      <p:pic>
        <p:nvPicPr>
          <p:cNvPr id="3" name="Picture 12" descr="Se conmemoran 150 años de la Universidad Nacional de Colombia">
            <a:extLst>
              <a:ext uri="{FF2B5EF4-FFF2-40B4-BE49-F238E27FC236}">
                <a16:creationId xmlns:a16="http://schemas.microsoft.com/office/drawing/2014/main" id="{647C39E5-6102-659D-0C5B-62064C7EA7D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3D265342-D9AB-68CD-B5C3-77F98B5DB75C}"/>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C0D24C61-F049-1D21-B85C-1373C763AE33}"/>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Estructura con desplazamiento Lateral</a:t>
            </a:r>
          </a:p>
        </p:txBody>
      </p:sp>
      <p:pic>
        <p:nvPicPr>
          <p:cNvPr id="7" name="Imagen 6">
            <a:extLst>
              <a:ext uri="{FF2B5EF4-FFF2-40B4-BE49-F238E27FC236}">
                <a16:creationId xmlns:a16="http://schemas.microsoft.com/office/drawing/2014/main" id="{1CF65889-8077-F0A8-7401-29BD1AEC52B4}"/>
              </a:ext>
            </a:extLst>
          </p:cNvPr>
          <p:cNvPicPr>
            <a:picLocks noChangeAspect="1"/>
          </p:cNvPicPr>
          <p:nvPr/>
        </p:nvPicPr>
        <p:blipFill>
          <a:blip r:embed="rId4"/>
          <a:stretch>
            <a:fillRect/>
          </a:stretch>
        </p:blipFill>
        <p:spPr>
          <a:xfrm>
            <a:off x="1277763" y="1686036"/>
            <a:ext cx="9259102" cy="3703641"/>
          </a:xfrm>
          <a:prstGeom prst="rect">
            <a:avLst/>
          </a:prstGeom>
        </p:spPr>
      </p:pic>
      <p:sp>
        <p:nvSpPr>
          <p:cNvPr id="8" name="CuadroTexto 7">
            <a:extLst>
              <a:ext uri="{FF2B5EF4-FFF2-40B4-BE49-F238E27FC236}">
                <a16:creationId xmlns:a16="http://schemas.microsoft.com/office/drawing/2014/main" id="{2E577A25-83AF-4588-A1C8-FB545D2FD1E5}"/>
              </a:ext>
            </a:extLst>
          </p:cNvPr>
          <p:cNvSpPr txBox="1"/>
          <p:nvPr/>
        </p:nvSpPr>
        <p:spPr>
          <a:xfrm>
            <a:off x="0" y="6596390"/>
            <a:ext cx="2000526" cy="261610"/>
          </a:xfrm>
          <a:prstGeom prst="rect">
            <a:avLst/>
          </a:prstGeom>
          <a:noFill/>
        </p:spPr>
        <p:txBody>
          <a:bodyPr wrap="square">
            <a:spAutoFit/>
          </a:bodyPr>
          <a:lstStyle/>
          <a:p>
            <a:r>
              <a:rPr lang="es-CO" sz="1100" dirty="0"/>
              <a:t>Park &amp; </a:t>
            </a:r>
            <a:r>
              <a:rPr lang="es-CO" sz="1100" dirty="0" err="1"/>
              <a:t>Paulay</a:t>
            </a:r>
            <a:endParaRPr lang="es-CO" sz="1100" dirty="0"/>
          </a:p>
        </p:txBody>
      </p:sp>
      <p:sp>
        <p:nvSpPr>
          <p:cNvPr id="9" name="CuadroTexto 8">
            <a:extLst>
              <a:ext uri="{FF2B5EF4-FFF2-40B4-BE49-F238E27FC236}">
                <a16:creationId xmlns:a16="http://schemas.microsoft.com/office/drawing/2014/main" id="{72F9A751-075B-9442-FD63-1B4EE4E77287}"/>
              </a:ext>
            </a:extLst>
          </p:cNvPr>
          <p:cNvSpPr txBox="1"/>
          <p:nvPr/>
        </p:nvSpPr>
        <p:spPr>
          <a:xfrm>
            <a:off x="2403895" y="5418980"/>
            <a:ext cx="2977770" cy="769441"/>
          </a:xfrm>
          <a:prstGeom prst="rect">
            <a:avLst/>
          </a:prstGeom>
          <a:noFill/>
        </p:spPr>
        <p:txBody>
          <a:bodyPr wrap="square">
            <a:spAutoFit/>
          </a:bodyPr>
          <a:lstStyle/>
          <a:p>
            <a:r>
              <a:rPr lang="es-CO" sz="2200" dirty="0"/>
              <a:t>Estructura arriostrada</a:t>
            </a:r>
          </a:p>
          <a:p>
            <a:endParaRPr lang="es-CO" sz="2200" dirty="0"/>
          </a:p>
        </p:txBody>
      </p:sp>
      <p:sp>
        <p:nvSpPr>
          <p:cNvPr id="11" name="CuadroTexto 10">
            <a:extLst>
              <a:ext uri="{FF2B5EF4-FFF2-40B4-BE49-F238E27FC236}">
                <a16:creationId xmlns:a16="http://schemas.microsoft.com/office/drawing/2014/main" id="{CE1AE7BE-06EC-A485-3FE5-D89F413965C9}"/>
              </a:ext>
            </a:extLst>
          </p:cNvPr>
          <p:cNvSpPr txBox="1"/>
          <p:nvPr/>
        </p:nvSpPr>
        <p:spPr>
          <a:xfrm>
            <a:off x="6932350" y="5418980"/>
            <a:ext cx="3699363" cy="769441"/>
          </a:xfrm>
          <a:prstGeom prst="rect">
            <a:avLst/>
          </a:prstGeom>
          <a:noFill/>
        </p:spPr>
        <p:txBody>
          <a:bodyPr wrap="square">
            <a:spAutoFit/>
          </a:bodyPr>
          <a:lstStyle/>
          <a:p>
            <a:r>
              <a:rPr lang="es-CO" sz="2200" dirty="0"/>
              <a:t>Estructura no arriostrada</a:t>
            </a:r>
          </a:p>
          <a:p>
            <a:endParaRPr lang="es-CO" sz="2200" dirty="0"/>
          </a:p>
        </p:txBody>
      </p:sp>
    </p:spTree>
    <p:extLst>
      <p:ext uri="{BB962C8B-B14F-4D97-AF65-F5344CB8AC3E}">
        <p14:creationId xmlns:p14="http://schemas.microsoft.com/office/powerpoint/2010/main" val="41122613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4D82-775F-2AAE-FDA9-CED6A5078F5F}"/>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51E4E3F6-1FCE-E001-6904-D8650B532989}"/>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ESBELTAS</a:t>
            </a:r>
          </a:p>
        </p:txBody>
      </p:sp>
      <p:pic>
        <p:nvPicPr>
          <p:cNvPr id="3" name="Picture 12" descr="Se conmemoran 150 años de la Universidad Nacional de Colombia">
            <a:extLst>
              <a:ext uri="{FF2B5EF4-FFF2-40B4-BE49-F238E27FC236}">
                <a16:creationId xmlns:a16="http://schemas.microsoft.com/office/drawing/2014/main" id="{E976D5C0-5A02-B229-552E-5E5A9AFD6A30}"/>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F36D37FA-D868-6911-E686-66AA08F34DE5}"/>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BC6F4D16-58C9-7AA4-F214-DFEA59518678}"/>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Estructura con desplazamiento Lateral</a:t>
            </a:r>
          </a:p>
        </p:txBody>
      </p:sp>
      <p:pic>
        <p:nvPicPr>
          <p:cNvPr id="7" name="Imagen 6">
            <a:extLst>
              <a:ext uri="{FF2B5EF4-FFF2-40B4-BE49-F238E27FC236}">
                <a16:creationId xmlns:a16="http://schemas.microsoft.com/office/drawing/2014/main" id="{965C9C24-AA2E-1695-546B-26AB3C9E6E3F}"/>
              </a:ext>
            </a:extLst>
          </p:cNvPr>
          <p:cNvPicPr>
            <a:picLocks noChangeAspect="1"/>
          </p:cNvPicPr>
          <p:nvPr/>
        </p:nvPicPr>
        <p:blipFill>
          <a:blip r:embed="rId4"/>
          <a:stretch>
            <a:fillRect/>
          </a:stretch>
        </p:blipFill>
        <p:spPr>
          <a:xfrm>
            <a:off x="4905827" y="2216651"/>
            <a:ext cx="7118751" cy="2847501"/>
          </a:xfrm>
          <a:prstGeom prst="rect">
            <a:avLst/>
          </a:prstGeom>
        </p:spPr>
      </p:pic>
      <p:sp>
        <p:nvSpPr>
          <p:cNvPr id="8" name="CuadroTexto 7">
            <a:extLst>
              <a:ext uri="{FF2B5EF4-FFF2-40B4-BE49-F238E27FC236}">
                <a16:creationId xmlns:a16="http://schemas.microsoft.com/office/drawing/2014/main" id="{E8E8EB0A-2944-2280-A784-625C45C5230E}"/>
              </a:ext>
            </a:extLst>
          </p:cNvPr>
          <p:cNvSpPr txBox="1"/>
          <p:nvPr/>
        </p:nvSpPr>
        <p:spPr>
          <a:xfrm>
            <a:off x="0" y="6596390"/>
            <a:ext cx="2000526" cy="261610"/>
          </a:xfrm>
          <a:prstGeom prst="rect">
            <a:avLst/>
          </a:prstGeom>
          <a:noFill/>
        </p:spPr>
        <p:txBody>
          <a:bodyPr wrap="square">
            <a:spAutoFit/>
          </a:bodyPr>
          <a:lstStyle/>
          <a:p>
            <a:r>
              <a:rPr lang="es-CO" sz="1100" dirty="0"/>
              <a:t>Park &amp; </a:t>
            </a:r>
            <a:r>
              <a:rPr lang="es-CO" sz="1100" dirty="0" err="1"/>
              <a:t>Paulay</a:t>
            </a:r>
            <a:endParaRPr lang="es-CO" sz="1100" dirty="0"/>
          </a:p>
        </p:txBody>
      </p:sp>
      <p:sp>
        <p:nvSpPr>
          <p:cNvPr id="11" name="CuadroTexto 10">
            <a:extLst>
              <a:ext uri="{FF2B5EF4-FFF2-40B4-BE49-F238E27FC236}">
                <a16:creationId xmlns:a16="http://schemas.microsoft.com/office/drawing/2014/main" id="{45DAC60D-BF2B-AAF4-73A6-79E53146E8CE}"/>
              </a:ext>
            </a:extLst>
          </p:cNvPr>
          <p:cNvSpPr txBox="1"/>
          <p:nvPr/>
        </p:nvSpPr>
        <p:spPr>
          <a:xfrm>
            <a:off x="110635" y="2070741"/>
            <a:ext cx="4686336" cy="3139321"/>
          </a:xfrm>
          <a:prstGeom prst="rect">
            <a:avLst/>
          </a:prstGeom>
          <a:noFill/>
        </p:spPr>
        <p:txBody>
          <a:bodyPr wrap="square">
            <a:spAutoFit/>
          </a:bodyPr>
          <a:lstStyle/>
          <a:p>
            <a:r>
              <a:rPr lang="es-CO" sz="2200" dirty="0"/>
              <a:t>C.10.10.1 Se permite considerar los elementos a compresión como </a:t>
            </a:r>
          </a:p>
          <a:p>
            <a:r>
              <a:rPr lang="es-CO" sz="2200" dirty="0"/>
              <a:t>arriostrados contra desplazamientos laterales cuando los elementos de arriostramiento tienen una rigidez total que restringe los movimientos laterales de ese piso de al menos doce veces la rigidez bruta de las columnas dentro del piso. </a:t>
            </a:r>
          </a:p>
        </p:txBody>
      </p:sp>
    </p:spTree>
    <p:extLst>
      <p:ext uri="{BB962C8B-B14F-4D97-AF65-F5344CB8AC3E}">
        <p14:creationId xmlns:p14="http://schemas.microsoft.com/office/powerpoint/2010/main" val="15321864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95F50-EF1E-A988-58F1-5831002221C1}"/>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3DC703E4-1DD1-C9C6-23EC-D9198F0B4773}"/>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ESBELTAS</a:t>
            </a:r>
          </a:p>
        </p:txBody>
      </p:sp>
      <p:pic>
        <p:nvPicPr>
          <p:cNvPr id="3" name="Picture 12" descr="Se conmemoran 150 años de la Universidad Nacional de Colombia">
            <a:extLst>
              <a:ext uri="{FF2B5EF4-FFF2-40B4-BE49-F238E27FC236}">
                <a16:creationId xmlns:a16="http://schemas.microsoft.com/office/drawing/2014/main" id="{A1C1A6D8-7D88-7B26-B561-26456A8FBDA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0A13FE54-9543-0F16-4B36-76E28A3D4319}"/>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1214BC54-437B-5AF3-6F10-32D76256690A}"/>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Estructura con desplazamiento Lateral</a:t>
            </a:r>
          </a:p>
        </p:txBody>
      </p:sp>
      <p:pic>
        <p:nvPicPr>
          <p:cNvPr id="6" name="Imagen 5">
            <a:extLst>
              <a:ext uri="{FF2B5EF4-FFF2-40B4-BE49-F238E27FC236}">
                <a16:creationId xmlns:a16="http://schemas.microsoft.com/office/drawing/2014/main" id="{BED83040-2A1E-B94C-B2E0-F012C48675DF}"/>
              </a:ext>
            </a:extLst>
          </p:cNvPr>
          <p:cNvPicPr>
            <a:picLocks noChangeAspect="1"/>
          </p:cNvPicPr>
          <p:nvPr/>
        </p:nvPicPr>
        <p:blipFill>
          <a:blip r:embed="rId4"/>
          <a:stretch>
            <a:fillRect/>
          </a:stretch>
        </p:blipFill>
        <p:spPr>
          <a:xfrm>
            <a:off x="74343" y="1475534"/>
            <a:ext cx="7915771" cy="5382466"/>
          </a:xfrm>
          <a:prstGeom prst="rect">
            <a:avLst/>
          </a:prstGeom>
        </p:spPr>
      </p:pic>
      <p:sp>
        <p:nvSpPr>
          <p:cNvPr id="8" name="CuadroTexto 7">
            <a:extLst>
              <a:ext uri="{FF2B5EF4-FFF2-40B4-BE49-F238E27FC236}">
                <a16:creationId xmlns:a16="http://schemas.microsoft.com/office/drawing/2014/main" id="{4CB96C3C-0756-18A6-F965-FD7D491C792D}"/>
              </a:ext>
            </a:extLst>
          </p:cNvPr>
          <p:cNvSpPr txBox="1"/>
          <p:nvPr/>
        </p:nvSpPr>
        <p:spPr>
          <a:xfrm>
            <a:off x="8570684" y="986930"/>
            <a:ext cx="3341913" cy="1785104"/>
          </a:xfrm>
          <a:prstGeom prst="rect">
            <a:avLst/>
          </a:prstGeom>
          <a:noFill/>
        </p:spPr>
        <p:txBody>
          <a:bodyPr wrap="square">
            <a:spAutoFit/>
          </a:bodyPr>
          <a:lstStyle/>
          <a:p>
            <a:r>
              <a:rPr lang="es-CO" sz="2200" dirty="0"/>
              <a:t>Jackson y Moreland recogieron y publicaron unos nomogramas para calcular el factor de longitud efectiva</a:t>
            </a:r>
          </a:p>
        </p:txBody>
      </p:sp>
      <p:sp>
        <p:nvSpPr>
          <p:cNvPr id="11" name="CuadroTexto 10">
            <a:extLst>
              <a:ext uri="{FF2B5EF4-FFF2-40B4-BE49-F238E27FC236}">
                <a16:creationId xmlns:a16="http://schemas.microsoft.com/office/drawing/2014/main" id="{0F08F10E-7ABA-0DEA-3275-5FDBF107B206}"/>
              </a:ext>
            </a:extLst>
          </p:cNvPr>
          <p:cNvSpPr txBox="1"/>
          <p:nvPr/>
        </p:nvSpPr>
        <p:spPr>
          <a:xfrm>
            <a:off x="10595428" y="3124683"/>
            <a:ext cx="1596572" cy="769441"/>
          </a:xfrm>
          <a:prstGeom prst="rect">
            <a:avLst/>
          </a:prstGeom>
          <a:noFill/>
        </p:spPr>
        <p:txBody>
          <a:bodyPr wrap="square">
            <a:spAutoFit/>
          </a:bodyPr>
          <a:lstStyle/>
          <a:p>
            <a:r>
              <a:rPr lang="es-CO" sz="2200" dirty="0"/>
              <a:t>Columna Superior</a:t>
            </a:r>
          </a:p>
        </p:txBody>
      </p:sp>
      <p:sp>
        <p:nvSpPr>
          <p:cNvPr id="12" name="CuadroTexto 11">
            <a:extLst>
              <a:ext uri="{FF2B5EF4-FFF2-40B4-BE49-F238E27FC236}">
                <a16:creationId xmlns:a16="http://schemas.microsoft.com/office/drawing/2014/main" id="{813A57ED-8EA5-1811-AA9D-B514273CD2C8}"/>
              </a:ext>
            </a:extLst>
          </p:cNvPr>
          <p:cNvSpPr txBox="1"/>
          <p:nvPr/>
        </p:nvSpPr>
        <p:spPr>
          <a:xfrm>
            <a:off x="10719131" y="5201268"/>
            <a:ext cx="1596572" cy="769441"/>
          </a:xfrm>
          <a:prstGeom prst="rect">
            <a:avLst/>
          </a:prstGeom>
          <a:noFill/>
        </p:spPr>
        <p:txBody>
          <a:bodyPr wrap="square">
            <a:spAutoFit/>
          </a:bodyPr>
          <a:lstStyle/>
          <a:p>
            <a:r>
              <a:rPr lang="es-CO" sz="2200" dirty="0"/>
              <a:t>Columna inferior</a:t>
            </a:r>
          </a:p>
        </p:txBody>
      </p:sp>
      <p:cxnSp>
        <p:nvCxnSpPr>
          <p:cNvPr id="15" name="Conector recto 14">
            <a:extLst>
              <a:ext uri="{FF2B5EF4-FFF2-40B4-BE49-F238E27FC236}">
                <a16:creationId xmlns:a16="http://schemas.microsoft.com/office/drawing/2014/main" id="{41C12422-3F24-F832-6847-68AA41FC3BC9}"/>
              </a:ext>
            </a:extLst>
          </p:cNvPr>
          <p:cNvCxnSpPr/>
          <p:nvPr/>
        </p:nvCxnSpPr>
        <p:spPr>
          <a:xfrm flipH="1" flipV="1">
            <a:off x="4767943" y="3570514"/>
            <a:ext cx="2481943" cy="2779486"/>
          </a:xfrm>
          <a:prstGeom prst="line">
            <a:avLst/>
          </a:prstGeom>
        </p:spPr>
        <p:style>
          <a:lnRef idx="2">
            <a:schemeClr val="accent1"/>
          </a:lnRef>
          <a:fillRef idx="0">
            <a:schemeClr val="accent1"/>
          </a:fillRef>
          <a:effectRef idx="1">
            <a:schemeClr val="accent1"/>
          </a:effectRef>
          <a:fontRef idx="minor">
            <a:schemeClr val="tx1"/>
          </a:fontRef>
        </p:style>
      </p:cxnSp>
      <p:sp>
        <p:nvSpPr>
          <p:cNvPr id="16" name="Elipse 15">
            <a:extLst>
              <a:ext uri="{FF2B5EF4-FFF2-40B4-BE49-F238E27FC236}">
                <a16:creationId xmlns:a16="http://schemas.microsoft.com/office/drawing/2014/main" id="{32C8D613-C9A0-812B-F3BB-3302C2133F75}"/>
              </a:ext>
            </a:extLst>
          </p:cNvPr>
          <p:cNvSpPr/>
          <p:nvPr/>
        </p:nvSpPr>
        <p:spPr>
          <a:xfrm>
            <a:off x="5838371" y="4724400"/>
            <a:ext cx="341085" cy="391886"/>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mc:AlternateContent xmlns:mc="http://schemas.openxmlformats.org/markup-compatibility/2006">
        <mc:Choice xmlns:a14="http://schemas.microsoft.com/office/drawing/2010/main" Requires="a14">
          <p:sp>
            <p:nvSpPr>
              <p:cNvPr id="18" name="CuadroTexto 17">
                <a:extLst>
                  <a:ext uri="{FF2B5EF4-FFF2-40B4-BE49-F238E27FC236}">
                    <a16:creationId xmlns:a16="http://schemas.microsoft.com/office/drawing/2014/main" id="{54F6ED31-F95C-23F5-76E0-D8918F3FCC21}"/>
                  </a:ext>
                </a:extLst>
              </p:cNvPr>
              <p:cNvSpPr txBox="1"/>
              <p:nvPr/>
            </p:nvSpPr>
            <p:spPr>
              <a:xfrm>
                <a:off x="6409914" y="4887686"/>
                <a:ext cx="6273800" cy="13535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CO" sz="2400" i="1" smtClean="0">
                              <a:latin typeface="Cambria Math" panose="02040503050406030204" pitchFamily="18" charset="0"/>
                            </a:rPr>
                          </m:ctrlPr>
                        </m:sSubPr>
                        <m:e>
                          <m:r>
                            <a:rPr lang="es-CO" sz="2400" i="1" smtClean="0">
                              <a:latin typeface="Cambria Math" panose="02040503050406030204" pitchFamily="18" charset="0"/>
                              <a:ea typeface="Cambria Math" panose="02040503050406030204" pitchFamily="18" charset="0"/>
                            </a:rPr>
                            <m:t>𝜓</m:t>
                          </m:r>
                        </m:e>
                        <m:sub>
                          <m:r>
                            <m:rPr>
                              <m:sty m:val="p"/>
                            </m:rPr>
                            <a:rPr lang="es-419" sz="2400" b="0" i="1" smtClean="0">
                              <a:latin typeface="Cambria Math" panose="02040503050406030204" pitchFamily="18" charset="0"/>
                              <a:ea typeface="Cambria Math" panose="02040503050406030204" pitchFamily="18" charset="0"/>
                            </a:rPr>
                            <m:t>B</m:t>
                          </m:r>
                        </m:sub>
                      </m:sSub>
                      <m:r>
                        <a:rPr lang="es-419" sz="2400" b="0" i="1" smtClean="0">
                          <a:latin typeface="Cambria Math" panose="02040503050406030204" pitchFamily="18" charset="0"/>
                        </a:rPr>
                        <m:t>=</m:t>
                      </m:r>
                      <m:f>
                        <m:fPr>
                          <m:ctrlPr>
                            <a:rPr lang="es-419" sz="2400" b="0" i="1" smtClean="0">
                              <a:latin typeface="Cambria Math" panose="02040503050406030204" pitchFamily="18" charset="0"/>
                            </a:rPr>
                          </m:ctrlPr>
                        </m:fPr>
                        <m:num>
                          <m:nary>
                            <m:naryPr>
                              <m:chr m:val="∑"/>
                              <m:subHide m:val="on"/>
                              <m:supHide m:val="on"/>
                              <m:ctrlPr>
                                <a:rPr lang="es-419" sz="2400" b="0" i="1" smtClean="0">
                                  <a:latin typeface="Cambria Math" panose="02040503050406030204" pitchFamily="18" charset="0"/>
                                </a:rPr>
                              </m:ctrlPr>
                            </m:naryPr>
                            <m:sub/>
                            <m:sup/>
                            <m:e>
                              <m:f>
                                <m:fPr>
                                  <m:type m:val="skw"/>
                                  <m:ctrlPr>
                                    <a:rPr lang="es-419" sz="2400" i="1">
                                      <a:latin typeface="Cambria Math" panose="02040503050406030204" pitchFamily="18" charset="0"/>
                                    </a:rPr>
                                  </m:ctrlPr>
                                </m:fPr>
                                <m:num>
                                  <m:r>
                                    <m:rPr>
                                      <m:sty m:val="p"/>
                                    </m:rPr>
                                    <a:rPr lang="es-419" sz="2400" b="0" i="1" smtClean="0">
                                      <a:latin typeface="Cambria Math" panose="02040503050406030204" pitchFamily="18" charset="0"/>
                                    </a:rPr>
                                    <m:t>E</m:t>
                                  </m:r>
                                  <m:sSub>
                                    <m:sSubPr>
                                      <m:ctrlPr>
                                        <a:rPr lang="es-419" sz="2400" b="0" i="1" smtClean="0">
                                          <a:latin typeface="Cambria Math" panose="02040503050406030204" pitchFamily="18" charset="0"/>
                                        </a:rPr>
                                      </m:ctrlPr>
                                    </m:sSubPr>
                                    <m:e>
                                      <m:r>
                                        <m:rPr>
                                          <m:sty m:val="p"/>
                                        </m:rPr>
                                        <a:rPr lang="es-419" sz="2400" b="0" i="1" smtClean="0">
                                          <a:latin typeface="Cambria Math" panose="02040503050406030204" pitchFamily="18" charset="0"/>
                                        </a:rPr>
                                        <m:t>I</m:t>
                                      </m:r>
                                    </m:e>
                                    <m:sub>
                                      <m:r>
                                        <m:rPr>
                                          <m:sty m:val="p"/>
                                        </m:rPr>
                                        <a:rPr lang="es-419" sz="2400" b="0" i="1" smtClean="0">
                                          <a:latin typeface="Cambria Math" panose="02040503050406030204" pitchFamily="18" charset="0"/>
                                        </a:rPr>
                                        <m:t>c</m:t>
                                      </m:r>
                                    </m:sub>
                                  </m:sSub>
                                </m:num>
                                <m:den>
                                  <m:sSub>
                                    <m:sSubPr>
                                      <m:ctrlPr>
                                        <a:rPr lang="es-419" sz="2400" i="1" smtClean="0">
                                          <a:latin typeface="Cambria Math" panose="02040503050406030204" pitchFamily="18" charset="0"/>
                                        </a:rPr>
                                      </m:ctrlPr>
                                    </m:sSubPr>
                                    <m:e>
                                      <m:r>
                                        <m:rPr>
                                          <m:sty m:val="p"/>
                                        </m:rPr>
                                        <a:rPr lang="es-419" sz="2400" b="0" i="1" smtClean="0">
                                          <a:latin typeface="Cambria Math" panose="02040503050406030204" pitchFamily="18" charset="0"/>
                                        </a:rPr>
                                        <m:t>L</m:t>
                                      </m:r>
                                    </m:e>
                                    <m:sub>
                                      <m:r>
                                        <m:rPr>
                                          <m:sty m:val="p"/>
                                        </m:rPr>
                                        <a:rPr lang="es-419" sz="2400" b="0" i="1" smtClean="0">
                                          <a:latin typeface="Cambria Math" panose="02040503050406030204" pitchFamily="18" charset="0"/>
                                        </a:rPr>
                                        <m:t>c</m:t>
                                      </m:r>
                                    </m:sub>
                                  </m:sSub>
                                </m:den>
                              </m:f>
                            </m:e>
                          </m:nary>
                        </m:num>
                        <m:den>
                          <m:nary>
                            <m:naryPr>
                              <m:chr m:val="∑"/>
                              <m:subHide m:val="on"/>
                              <m:supHide m:val="on"/>
                              <m:ctrlPr>
                                <a:rPr lang="es-419" sz="2400" i="1">
                                  <a:latin typeface="Cambria Math" panose="02040503050406030204" pitchFamily="18" charset="0"/>
                                </a:rPr>
                              </m:ctrlPr>
                            </m:naryPr>
                            <m:sub/>
                            <m:sup/>
                            <m:e>
                              <m:f>
                                <m:fPr>
                                  <m:type m:val="skw"/>
                                  <m:ctrlPr>
                                    <a:rPr lang="es-419" sz="2400" i="1">
                                      <a:latin typeface="Cambria Math" panose="02040503050406030204" pitchFamily="18" charset="0"/>
                                    </a:rPr>
                                  </m:ctrlPr>
                                </m:fPr>
                                <m:num>
                                  <m:r>
                                    <m:rPr>
                                      <m:sty m:val="p"/>
                                    </m:rPr>
                                    <a:rPr lang="es-419" sz="2400" i="1">
                                      <a:latin typeface="Cambria Math" panose="02040503050406030204" pitchFamily="18" charset="0"/>
                                    </a:rPr>
                                    <m:t>E</m:t>
                                  </m:r>
                                  <m:sSub>
                                    <m:sSubPr>
                                      <m:ctrlPr>
                                        <a:rPr lang="es-419" sz="2400" i="1">
                                          <a:latin typeface="Cambria Math" panose="02040503050406030204" pitchFamily="18" charset="0"/>
                                        </a:rPr>
                                      </m:ctrlPr>
                                    </m:sSubPr>
                                    <m:e>
                                      <m:r>
                                        <m:rPr>
                                          <m:sty m:val="p"/>
                                        </m:rPr>
                                        <a:rPr lang="es-419" sz="2400" i="1">
                                          <a:latin typeface="Cambria Math" panose="02040503050406030204" pitchFamily="18" charset="0"/>
                                        </a:rPr>
                                        <m:t>I</m:t>
                                      </m:r>
                                    </m:e>
                                    <m:sub>
                                      <m:r>
                                        <m:rPr>
                                          <m:sty m:val="p"/>
                                        </m:rPr>
                                        <a:rPr lang="es-419" sz="2400" b="0" i="1" smtClean="0">
                                          <a:latin typeface="Cambria Math" panose="02040503050406030204" pitchFamily="18" charset="0"/>
                                        </a:rPr>
                                        <m:t>v</m:t>
                                      </m:r>
                                    </m:sub>
                                  </m:sSub>
                                </m:num>
                                <m:den>
                                  <m:sSub>
                                    <m:sSubPr>
                                      <m:ctrlPr>
                                        <a:rPr lang="es-419" sz="2400" i="1">
                                          <a:latin typeface="Cambria Math" panose="02040503050406030204" pitchFamily="18" charset="0"/>
                                        </a:rPr>
                                      </m:ctrlPr>
                                    </m:sSubPr>
                                    <m:e>
                                      <m:r>
                                        <m:rPr>
                                          <m:sty m:val="p"/>
                                        </m:rPr>
                                        <a:rPr lang="es-419" sz="2400" i="1">
                                          <a:latin typeface="Cambria Math" panose="02040503050406030204" pitchFamily="18" charset="0"/>
                                        </a:rPr>
                                        <m:t>L</m:t>
                                      </m:r>
                                    </m:e>
                                    <m:sub>
                                      <m:r>
                                        <m:rPr>
                                          <m:sty m:val="p"/>
                                        </m:rPr>
                                        <a:rPr lang="es-419" sz="2400" b="0" i="1" smtClean="0">
                                          <a:latin typeface="Cambria Math" panose="02040503050406030204" pitchFamily="18" charset="0"/>
                                        </a:rPr>
                                        <m:t>v</m:t>
                                      </m:r>
                                    </m:sub>
                                  </m:sSub>
                                </m:den>
                              </m:f>
                            </m:e>
                          </m:nary>
                        </m:den>
                      </m:f>
                    </m:oMath>
                  </m:oMathPara>
                </a14:m>
                <a:endParaRPr lang="es-CO" sz="2400" dirty="0"/>
              </a:p>
            </p:txBody>
          </p:sp>
        </mc:Choice>
        <mc:Fallback>
          <p:sp>
            <p:nvSpPr>
              <p:cNvPr id="18" name="CuadroTexto 17">
                <a:extLst>
                  <a:ext uri="{FF2B5EF4-FFF2-40B4-BE49-F238E27FC236}">
                    <a16:creationId xmlns:a16="http://schemas.microsoft.com/office/drawing/2014/main" id="{54F6ED31-F95C-23F5-76E0-D8918F3FCC21}"/>
                  </a:ext>
                </a:extLst>
              </p:cNvPr>
              <p:cNvSpPr txBox="1">
                <a:spLocks noRot="1" noChangeAspect="1" noMove="1" noResize="1" noEditPoints="1" noAdjustHandles="1" noChangeArrowheads="1" noChangeShapeType="1" noTextEdit="1"/>
              </p:cNvSpPr>
              <p:nvPr/>
            </p:nvSpPr>
            <p:spPr>
              <a:xfrm>
                <a:off x="6409914" y="4887686"/>
                <a:ext cx="6273800" cy="1353512"/>
              </a:xfrm>
              <a:prstGeom prst="rect">
                <a:avLst/>
              </a:prstGeom>
              <a:blipFill>
                <a:blip r:embed="rId5"/>
                <a:stretch>
                  <a:fillRect t="-47222" b="-76852"/>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9" name="CuadroTexto 18">
                <a:extLst>
                  <a:ext uri="{FF2B5EF4-FFF2-40B4-BE49-F238E27FC236}">
                    <a16:creationId xmlns:a16="http://schemas.microsoft.com/office/drawing/2014/main" id="{CE19F857-6626-3BFD-260D-6A644BE69ADE}"/>
                  </a:ext>
                </a:extLst>
              </p:cNvPr>
              <p:cNvSpPr txBox="1"/>
              <p:nvPr/>
            </p:nvSpPr>
            <p:spPr>
              <a:xfrm>
                <a:off x="8419488" y="2878813"/>
                <a:ext cx="1964576" cy="12611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400" i="1" smtClean="0">
                              <a:latin typeface="Cambria Math" panose="02040503050406030204" pitchFamily="18" charset="0"/>
                            </a:rPr>
                          </m:ctrlPr>
                        </m:sSubPr>
                        <m:e>
                          <m:r>
                            <a:rPr lang="es-CO" sz="2400" i="1" smtClean="0">
                              <a:latin typeface="Cambria Math" panose="02040503050406030204" pitchFamily="18" charset="0"/>
                              <a:ea typeface="Cambria Math" panose="02040503050406030204" pitchFamily="18" charset="0"/>
                            </a:rPr>
                            <m:t>𝜓</m:t>
                          </m:r>
                        </m:e>
                        <m:sub>
                          <m:r>
                            <m:rPr>
                              <m:sty m:val="p"/>
                            </m:rPr>
                            <a:rPr lang="es-419" sz="2400" b="0" i="1" smtClean="0">
                              <a:latin typeface="Cambria Math" panose="02040503050406030204" pitchFamily="18" charset="0"/>
                            </a:rPr>
                            <m:t>A</m:t>
                          </m:r>
                        </m:sub>
                      </m:sSub>
                      <m:r>
                        <a:rPr lang="es-419" sz="2400" b="0" i="1" smtClean="0">
                          <a:latin typeface="Cambria Math" panose="02040503050406030204" pitchFamily="18" charset="0"/>
                        </a:rPr>
                        <m:t>=</m:t>
                      </m:r>
                      <m:f>
                        <m:fPr>
                          <m:ctrlPr>
                            <a:rPr lang="es-419" sz="2400" b="0" i="1" smtClean="0">
                              <a:latin typeface="Cambria Math" panose="02040503050406030204" pitchFamily="18" charset="0"/>
                            </a:rPr>
                          </m:ctrlPr>
                        </m:fPr>
                        <m:num>
                          <m:nary>
                            <m:naryPr>
                              <m:chr m:val="∑"/>
                              <m:subHide m:val="on"/>
                              <m:supHide m:val="on"/>
                              <m:ctrlPr>
                                <a:rPr lang="es-419" sz="2400" b="0" i="1" smtClean="0">
                                  <a:latin typeface="Cambria Math" panose="02040503050406030204" pitchFamily="18" charset="0"/>
                                </a:rPr>
                              </m:ctrlPr>
                            </m:naryPr>
                            <m:sub/>
                            <m:sup/>
                            <m:e>
                              <m:f>
                                <m:fPr>
                                  <m:type m:val="skw"/>
                                  <m:ctrlPr>
                                    <a:rPr lang="es-419" sz="2400" i="1">
                                      <a:latin typeface="Cambria Math" panose="02040503050406030204" pitchFamily="18" charset="0"/>
                                    </a:rPr>
                                  </m:ctrlPr>
                                </m:fPr>
                                <m:num>
                                  <m:r>
                                    <m:rPr>
                                      <m:sty m:val="p"/>
                                    </m:rPr>
                                    <a:rPr lang="es-419" sz="2400" b="0" i="1" smtClean="0">
                                      <a:latin typeface="Cambria Math" panose="02040503050406030204" pitchFamily="18" charset="0"/>
                                    </a:rPr>
                                    <m:t>E</m:t>
                                  </m:r>
                                  <m:sSub>
                                    <m:sSubPr>
                                      <m:ctrlPr>
                                        <a:rPr lang="es-419" sz="2400" b="0" i="1" smtClean="0">
                                          <a:latin typeface="Cambria Math" panose="02040503050406030204" pitchFamily="18" charset="0"/>
                                        </a:rPr>
                                      </m:ctrlPr>
                                    </m:sSubPr>
                                    <m:e>
                                      <m:r>
                                        <m:rPr>
                                          <m:sty m:val="p"/>
                                        </m:rPr>
                                        <a:rPr lang="es-419" sz="2400" b="0" i="1" smtClean="0">
                                          <a:latin typeface="Cambria Math" panose="02040503050406030204" pitchFamily="18" charset="0"/>
                                        </a:rPr>
                                        <m:t>I</m:t>
                                      </m:r>
                                    </m:e>
                                    <m:sub>
                                      <m:r>
                                        <m:rPr>
                                          <m:sty m:val="p"/>
                                        </m:rPr>
                                        <a:rPr lang="es-419" sz="2400" b="0" i="1" smtClean="0">
                                          <a:latin typeface="Cambria Math" panose="02040503050406030204" pitchFamily="18" charset="0"/>
                                        </a:rPr>
                                        <m:t>c</m:t>
                                      </m:r>
                                    </m:sub>
                                  </m:sSub>
                                </m:num>
                                <m:den>
                                  <m:sSub>
                                    <m:sSubPr>
                                      <m:ctrlPr>
                                        <a:rPr lang="es-419" sz="2400" i="1" smtClean="0">
                                          <a:latin typeface="Cambria Math" panose="02040503050406030204" pitchFamily="18" charset="0"/>
                                        </a:rPr>
                                      </m:ctrlPr>
                                    </m:sSubPr>
                                    <m:e>
                                      <m:r>
                                        <m:rPr>
                                          <m:sty m:val="p"/>
                                        </m:rPr>
                                        <a:rPr lang="es-419" sz="2400" b="0" i="1" smtClean="0">
                                          <a:latin typeface="Cambria Math" panose="02040503050406030204" pitchFamily="18" charset="0"/>
                                        </a:rPr>
                                        <m:t>L</m:t>
                                      </m:r>
                                    </m:e>
                                    <m:sub>
                                      <m:r>
                                        <m:rPr>
                                          <m:sty m:val="p"/>
                                        </m:rPr>
                                        <a:rPr lang="es-419" sz="2400" b="0" i="1" smtClean="0">
                                          <a:latin typeface="Cambria Math" panose="02040503050406030204" pitchFamily="18" charset="0"/>
                                        </a:rPr>
                                        <m:t>c</m:t>
                                      </m:r>
                                    </m:sub>
                                  </m:sSub>
                                </m:den>
                              </m:f>
                            </m:e>
                          </m:nary>
                        </m:num>
                        <m:den>
                          <m:nary>
                            <m:naryPr>
                              <m:chr m:val="∑"/>
                              <m:subHide m:val="on"/>
                              <m:supHide m:val="on"/>
                              <m:ctrlPr>
                                <a:rPr lang="es-419" sz="2400" i="1">
                                  <a:latin typeface="Cambria Math" panose="02040503050406030204" pitchFamily="18" charset="0"/>
                                </a:rPr>
                              </m:ctrlPr>
                            </m:naryPr>
                            <m:sub/>
                            <m:sup/>
                            <m:e>
                              <m:f>
                                <m:fPr>
                                  <m:type m:val="skw"/>
                                  <m:ctrlPr>
                                    <a:rPr lang="es-419" sz="2400" i="1">
                                      <a:latin typeface="Cambria Math" panose="02040503050406030204" pitchFamily="18" charset="0"/>
                                    </a:rPr>
                                  </m:ctrlPr>
                                </m:fPr>
                                <m:num>
                                  <m:r>
                                    <m:rPr>
                                      <m:sty m:val="p"/>
                                    </m:rPr>
                                    <a:rPr lang="es-419" sz="2400" i="1">
                                      <a:latin typeface="Cambria Math" panose="02040503050406030204" pitchFamily="18" charset="0"/>
                                    </a:rPr>
                                    <m:t>E</m:t>
                                  </m:r>
                                  <m:sSub>
                                    <m:sSubPr>
                                      <m:ctrlPr>
                                        <a:rPr lang="es-419" sz="2400" i="1">
                                          <a:latin typeface="Cambria Math" panose="02040503050406030204" pitchFamily="18" charset="0"/>
                                        </a:rPr>
                                      </m:ctrlPr>
                                    </m:sSubPr>
                                    <m:e>
                                      <m:r>
                                        <m:rPr>
                                          <m:sty m:val="p"/>
                                        </m:rPr>
                                        <a:rPr lang="es-419" sz="2400" i="1">
                                          <a:latin typeface="Cambria Math" panose="02040503050406030204" pitchFamily="18" charset="0"/>
                                        </a:rPr>
                                        <m:t>I</m:t>
                                      </m:r>
                                    </m:e>
                                    <m:sub>
                                      <m:r>
                                        <m:rPr>
                                          <m:sty m:val="p"/>
                                        </m:rPr>
                                        <a:rPr lang="es-419" sz="2400" b="0" i="1" smtClean="0">
                                          <a:latin typeface="Cambria Math" panose="02040503050406030204" pitchFamily="18" charset="0"/>
                                        </a:rPr>
                                        <m:t>v</m:t>
                                      </m:r>
                                    </m:sub>
                                  </m:sSub>
                                </m:num>
                                <m:den>
                                  <m:sSub>
                                    <m:sSubPr>
                                      <m:ctrlPr>
                                        <a:rPr lang="es-419" sz="2400" i="1">
                                          <a:latin typeface="Cambria Math" panose="02040503050406030204" pitchFamily="18" charset="0"/>
                                        </a:rPr>
                                      </m:ctrlPr>
                                    </m:sSubPr>
                                    <m:e>
                                      <m:r>
                                        <m:rPr>
                                          <m:sty m:val="p"/>
                                        </m:rPr>
                                        <a:rPr lang="es-419" sz="2400" i="1">
                                          <a:latin typeface="Cambria Math" panose="02040503050406030204" pitchFamily="18" charset="0"/>
                                        </a:rPr>
                                        <m:t>L</m:t>
                                      </m:r>
                                    </m:e>
                                    <m:sub>
                                      <m:r>
                                        <m:rPr>
                                          <m:sty m:val="p"/>
                                        </m:rPr>
                                        <a:rPr lang="es-419" sz="2400" b="0" i="1" smtClean="0">
                                          <a:latin typeface="Cambria Math" panose="02040503050406030204" pitchFamily="18" charset="0"/>
                                        </a:rPr>
                                        <m:t>v</m:t>
                                      </m:r>
                                    </m:sub>
                                  </m:sSub>
                                </m:den>
                              </m:f>
                            </m:e>
                          </m:nary>
                        </m:den>
                      </m:f>
                    </m:oMath>
                  </m:oMathPara>
                </a14:m>
                <a:endParaRPr lang="es-CO" dirty="0"/>
              </a:p>
            </p:txBody>
          </p:sp>
        </mc:Choice>
        <mc:Fallback>
          <p:sp>
            <p:nvSpPr>
              <p:cNvPr id="19" name="CuadroTexto 18">
                <a:extLst>
                  <a:ext uri="{FF2B5EF4-FFF2-40B4-BE49-F238E27FC236}">
                    <a16:creationId xmlns:a16="http://schemas.microsoft.com/office/drawing/2014/main" id="{CE19F857-6626-3BFD-260D-6A644BE69ADE}"/>
                  </a:ext>
                </a:extLst>
              </p:cNvPr>
              <p:cNvSpPr txBox="1">
                <a:spLocks noRot="1" noChangeAspect="1" noMove="1" noResize="1" noEditPoints="1" noAdjustHandles="1" noChangeArrowheads="1" noChangeShapeType="1" noTextEdit="1"/>
              </p:cNvSpPr>
              <p:nvPr/>
            </p:nvSpPr>
            <p:spPr>
              <a:xfrm>
                <a:off x="8419488" y="2878813"/>
                <a:ext cx="1964576" cy="1261179"/>
              </a:xfrm>
              <a:prstGeom prst="rect">
                <a:avLst/>
              </a:prstGeom>
              <a:blipFill>
                <a:blip r:embed="rId6"/>
                <a:stretch>
                  <a:fillRect l="-4487" t="-55000" r="-10256" b="-87000"/>
                </a:stretch>
              </a:blipFill>
            </p:spPr>
            <p:txBody>
              <a:bodyPr/>
              <a:lstStyle/>
              <a:p>
                <a:r>
                  <a:rPr lang="es-CO">
                    <a:noFill/>
                  </a:rPr>
                  <a:t> </a:t>
                </a:r>
              </a:p>
            </p:txBody>
          </p:sp>
        </mc:Fallback>
      </mc:AlternateContent>
    </p:spTree>
    <p:extLst>
      <p:ext uri="{BB962C8B-B14F-4D97-AF65-F5344CB8AC3E}">
        <p14:creationId xmlns:p14="http://schemas.microsoft.com/office/powerpoint/2010/main" val="19534402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A256D-7EC3-8C41-F0EB-B54F3DD64900}"/>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5763EECF-289D-300A-582D-FA0C00342C0D}"/>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ESBELTAS</a:t>
            </a:r>
          </a:p>
        </p:txBody>
      </p:sp>
      <p:pic>
        <p:nvPicPr>
          <p:cNvPr id="3" name="Picture 12" descr="Se conmemoran 150 años de la Universidad Nacional de Colombia">
            <a:extLst>
              <a:ext uri="{FF2B5EF4-FFF2-40B4-BE49-F238E27FC236}">
                <a16:creationId xmlns:a16="http://schemas.microsoft.com/office/drawing/2014/main" id="{527A8750-E175-1933-928D-67715EB343A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092437B8-DDA5-16D1-3502-093DE7589DD6}"/>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3775EBA1-229E-5484-2793-55EA1DA4B70D}"/>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Estructura con desplazamiento Lateral</a:t>
            </a:r>
          </a:p>
        </p:txBody>
      </p:sp>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2E7F5BD3-B607-64F7-8F61-D10546D7D759}"/>
                  </a:ext>
                </a:extLst>
              </p:cNvPr>
              <p:cNvSpPr txBox="1"/>
              <p:nvPr/>
            </p:nvSpPr>
            <p:spPr>
              <a:xfrm>
                <a:off x="8419839" y="1062439"/>
                <a:ext cx="1964576" cy="12611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400" i="1" smtClean="0">
                              <a:latin typeface="Cambria Math" panose="02040503050406030204" pitchFamily="18" charset="0"/>
                            </a:rPr>
                          </m:ctrlPr>
                        </m:sSubPr>
                        <m:e>
                          <m:r>
                            <a:rPr lang="es-CO" sz="2400" i="1" smtClean="0">
                              <a:latin typeface="Cambria Math" panose="02040503050406030204" pitchFamily="18" charset="0"/>
                              <a:ea typeface="Cambria Math" panose="02040503050406030204" pitchFamily="18" charset="0"/>
                            </a:rPr>
                            <m:t>𝜓</m:t>
                          </m:r>
                        </m:e>
                        <m:sub>
                          <m:r>
                            <m:rPr>
                              <m:sty m:val="p"/>
                            </m:rPr>
                            <a:rPr lang="es-419" sz="2400" b="0" i="1" smtClean="0">
                              <a:latin typeface="Cambria Math" panose="02040503050406030204" pitchFamily="18" charset="0"/>
                            </a:rPr>
                            <m:t>A</m:t>
                          </m:r>
                        </m:sub>
                      </m:sSub>
                      <m:r>
                        <a:rPr lang="es-419" sz="2400" b="0" i="1" smtClean="0">
                          <a:latin typeface="Cambria Math" panose="02040503050406030204" pitchFamily="18" charset="0"/>
                        </a:rPr>
                        <m:t>=</m:t>
                      </m:r>
                      <m:f>
                        <m:fPr>
                          <m:ctrlPr>
                            <a:rPr lang="es-419" sz="2400" b="0" i="1" smtClean="0">
                              <a:latin typeface="Cambria Math" panose="02040503050406030204" pitchFamily="18" charset="0"/>
                            </a:rPr>
                          </m:ctrlPr>
                        </m:fPr>
                        <m:num>
                          <m:nary>
                            <m:naryPr>
                              <m:chr m:val="∑"/>
                              <m:subHide m:val="on"/>
                              <m:supHide m:val="on"/>
                              <m:ctrlPr>
                                <a:rPr lang="es-419" sz="2400" b="0" i="1" smtClean="0">
                                  <a:latin typeface="Cambria Math" panose="02040503050406030204" pitchFamily="18" charset="0"/>
                                </a:rPr>
                              </m:ctrlPr>
                            </m:naryPr>
                            <m:sub/>
                            <m:sup/>
                            <m:e>
                              <m:f>
                                <m:fPr>
                                  <m:type m:val="skw"/>
                                  <m:ctrlPr>
                                    <a:rPr lang="es-419" sz="2400" i="1">
                                      <a:latin typeface="Cambria Math" panose="02040503050406030204" pitchFamily="18" charset="0"/>
                                    </a:rPr>
                                  </m:ctrlPr>
                                </m:fPr>
                                <m:num>
                                  <m:r>
                                    <m:rPr>
                                      <m:sty m:val="p"/>
                                    </m:rPr>
                                    <a:rPr lang="es-419" sz="2400" b="0" i="1" smtClean="0">
                                      <a:latin typeface="Cambria Math" panose="02040503050406030204" pitchFamily="18" charset="0"/>
                                    </a:rPr>
                                    <m:t>E</m:t>
                                  </m:r>
                                  <m:sSub>
                                    <m:sSubPr>
                                      <m:ctrlPr>
                                        <a:rPr lang="es-419" sz="2400" b="0" i="1" smtClean="0">
                                          <a:latin typeface="Cambria Math" panose="02040503050406030204" pitchFamily="18" charset="0"/>
                                        </a:rPr>
                                      </m:ctrlPr>
                                    </m:sSubPr>
                                    <m:e>
                                      <m:r>
                                        <m:rPr>
                                          <m:sty m:val="p"/>
                                        </m:rPr>
                                        <a:rPr lang="es-419" sz="2400" b="0" i="1" smtClean="0">
                                          <a:latin typeface="Cambria Math" panose="02040503050406030204" pitchFamily="18" charset="0"/>
                                        </a:rPr>
                                        <m:t>I</m:t>
                                      </m:r>
                                    </m:e>
                                    <m:sub>
                                      <m:r>
                                        <m:rPr>
                                          <m:sty m:val="p"/>
                                        </m:rPr>
                                        <a:rPr lang="es-419" sz="2400" b="0" i="1" smtClean="0">
                                          <a:latin typeface="Cambria Math" panose="02040503050406030204" pitchFamily="18" charset="0"/>
                                        </a:rPr>
                                        <m:t>c</m:t>
                                      </m:r>
                                    </m:sub>
                                  </m:sSub>
                                </m:num>
                                <m:den>
                                  <m:sSub>
                                    <m:sSubPr>
                                      <m:ctrlPr>
                                        <a:rPr lang="es-419" sz="2400" i="1" smtClean="0">
                                          <a:latin typeface="Cambria Math" panose="02040503050406030204" pitchFamily="18" charset="0"/>
                                        </a:rPr>
                                      </m:ctrlPr>
                                    </m:sSubPr>
                                    <m:e>
                                      <m:r>
                                        <m:rPr>
                                          <m:sty m:val="p"/>
                                        </m:rPr>
                                        <a:rPr lang="es-419" sz="2400" b="0" i="1" smtClean="0">
                                          <a:latin typeface="Cambria Math" panose="02040503050406030204" pitchFamily="18" charset="0"/>
                                        </a:rPr>
                                        <m:t>L</m:t>
                                      </m:r>
                                    </m:e>
                                    <m:sub>
                                      <m:r>
                                        <m:rPr>
                                          <m:sty m:val="p"/>
                                        </m:rPr>
                                        <a:rPr lang="es-419" sz="2400" b="0" i="1" smtClean="0">
                                          <a:latin typeface="Cambria Math" panose="02040503050406030204" pitchFamily="18" charset="0"/>
                                        </a:rPr>
                                        <m:t>c</m:t>
                                      </m:r>
                                    </m:sub>
                                  </m:sSub>
                                </m:den>
                              </m:f>
                            </m:e>
                          </m:nary>
                        </m:num>
                        <m:den>
                          <m:nary>
                            <m:naryPr>
                              <m:chr m:val="∑"/>
                              <m:subHide m:val="on"/>
                              <m:supHide m:val="on"/>
                              <m:ctrlPr>
                                <a:rPr lang="es-419" sz="2400" i="1">
                                  <a:latin typeface="Cambria Math" panose="02040503050406030204" pitchFamily="18" charset="0"/>
                                </a:rPr>
                              </m:ctrlPr>
                            </m:naryPr>
                            <m:sub/>
                            <m:sup/>
                            <m:e>
                              <m:f>
                                <m:fPr>
                                  <m:type m:val="skw"/>
                                  <m:ctrlPr>
                                    <a:rPr lang="es-419" sz="2400" i="1">
                                      <a:latin typeface="Cambria Math" panose="02040503050406030204" pitchFamily="18" charset="0"/>
                                    </a:rPr>
                                  </m:ctrlPr>
                                </m:fPr>
                                <m:num>
                                  <m:r>
                                    <m:rPr>
                                      <m:sty m:val="p"/>
                                    </m:rPr>
                                    <a:rPr lang="es-419" sz="2400" i="1">
                                      <a:latin typeface="Cambria Math" panose="02040503050406030204" pitchFamily="18" charset="0"/>
                                    </a:rPr>
                                    <m:t>E</m:t>
                                  </m:r>
                                  <m:sSub>
                                    <m:sSubPr>
                                      <m:ctrlPr>
                                        <a:rPr lang="es-419" sz="2400" i="1">
                                          <a:latin typeface="Cambria Math" panose="02040503050406030204" pitchFamily="18" charset="0"/>
                                        </a:rPr>
                                      </m:ctrlPr>
                                    </m:sSubPr>
                                    <m:e>
                                      <m:r>
                                        <m:rPr>
                                          <m:sty m:val="p"/>
                                        </m:rPr>
                                        <a:rPr lang="es-419" sz="2400" i="1">
                                          <a:latin typeface="Cambria Math" panose="02040503050406030204" pitchFamily="18" charset="0"/>
                                        </a:rPr>
                                        <m:t>I</m:t>
                                      </m:r>
                                    </m:e>
                                    <m:sub>
                                      <m:r>
                                        <m:rPr>
                                          <m:sty m:val="p"/>
                                        </m:rPr>
                                        <a:rPr lang="es-419" sz="2400" b="0" i="1" smtClean="0">
                                          <a:latin typeface="Cambria Math" panose="02040503050406030204" pitchFamily="18" charset="0"/>
                                        </a:rPr>
                                        <m:t>v</m:t>
                                      </m:r>
                                    </m:sub>
                                  </m:sSub>
                                </m:num>
                                <m:den>
                                  <m:sSub>
                                    <m:sSubPr>
                                      <m:ctrlPr>
                                        <a:rPr lang="es-419" sz="2400" i="1">
                                          <a:latin typeface="Cambria Math" panose="02040503050406030204" pitchFamily="18" charset="0"/>
                                        </a:rPr>
                                      </m:ctrlPr>
                                    </m:sSubPr>
                                    <m:e>
                                      <m:r>
                                        <m:rPr>
                                          <m:sty m:val="p"/>
                                        </m:rPr>
                                        <a:rPr lang="es-419" sz="2400" i="1">
                                          <a:latin typeface="Cambria Math" panose="02040503050406030204" pitchFamily="18" charset="0"/>
                                        </a:rPr>
                                        <m:t>L</m:t>
                                      </m:r>
                                    </m:e>
                                    <m:sub>
                                      <m:r>
                                        <m:rPr>
                                          <m:sty m:val="p"/>
                                        </m:rPr>
                                        <a:rPr lang="es-419" sz="2400" b="0" i="1" smtClean="0">
                                          <a:latin typeface="Cambria Math" panose="02040503050406030204" pitchFamily="18" charset="0"/>
                                        </a:rPr>
                                        <m:t>v</m:t>
                                      </m:r>
                                    </m:sub>
                                  </m:sSub>
                                </m:den>
                              </m:f>
                            </m:e>
                          </m:nary>
                        </m:den>
                      </m:f>
                    </m:oMath>
                  </m:oMathPara>
                </a14:m>
                <a:endParaRPr lang="es-CO" dirty="0"/>
              </a:p>
            </p:txBody>
          </p:sp>
        </mc:Choice>
        <mc:Fallback>
          <p:sp>
            <p:nvSpPr>
              <p:cNvPr id="9" name="CuadroTexto 8">
                <a:extLst>
                  <a:ext uri="{FF2B5EF4-FFF2-40B4-BE49-F238E27FC236}">
                    <a16:creationId xmlns:a16="http://schemas.microsoft.com/office/drawing/2014/main" id="{2E7F5BD3-B607-64F7-8F61-D10546D7D759}"/>
                  </a:ext>
                </a:extLst>
              </p:cNvPr>
              <p:cNvSpPr txBox="1">
                <a:spLocks noRot="1" noChangeAspect="1" noMove="1" noResize="1" noEditPoints="1" noAdjustHandles="1" noChangeArrowheads="1" noChangeShapeType="1" noTextEdit="1"/>
              </p:cNvSpPr>
              <p:nvPr/>
            </p:nvSpPr>
            <p:spPr>
              <a:xfrm>
                <a:off x="8419839" y="1062439"/>
                <a:ext cx="1964576" cy="1261179"/>
              </a:xfrm>
              <a:prstGeom prst="rect">
                <a:avLst/>
              </a:prstGeom>
              <a:blipFill>
                <a:blip r:embed="rId4"/>
                <a:stretch>
                  <a:fillRect l="-4487" t="-55000" r="-10256" b="-87000"/>
                </a:stretch>
              </a:blipFill>
            </p:spPr>
            <p:txBody>
              <a:bodyPr/>
              <a:lstStyle/>
              <a:p>
                <a:r>
                  <a:rPr lang="es-CO">
                    <a:noFill/>
                  </a:rPr>
                  <a:t> </a:t>
                </a:r>
              </a:p>
            </p:txBody>
          </p:sp>
        </mc:Fallback>
      </mc:AlternateContent>
      <p:sp>
        <p:nvSpPr>
          <p:cNvPr id="11" name="CuadroTexto 10">
            <a:extLst>
              <a:ext uri="{FF2B5EF4-FFF2-40B4-BE49-F238E27FC236}">
                <a16:creationId xmlns:a16="http://schemas.microsoft.com/office/drawing/2014/main" id="{A8FE13D4-A41C-0B3A-4665-0B5C7ABA42BF}"/>
              </a:ext>
            </a:extLst>
          </p:cNvPr>
          <p:cNvSpPr txBox="1"/>
          <p:nvPr/>
        </p:nvSpPr>
        <p:spPr>
          <a:xfrm>
            <a:off x="10646228" y="1571654"/>
            <a:ext cx="1596572" cy="769441"/>
          </a:xfrm>
          <a:prstGeom prst="rect">
            <a:avLst/>
          </a:prstGeom>
          <a:noFill/>
        </p:spPr>
        <p:txBody>
          <a:bodyPr wrap="square">
            <a:spAutoFit/>
          </a:bodyPr>
          <a:lstStyle/>
          <a:p>
            <a:r>
              <a:rPr lang="es-CO" sz="2200" dirty="0"/>
              <a:t>Columna Superior</a:t>
            </a:r>
          </a:p>
        </p:txBody>
      </p:sp>
      <p:sp>
        <p:nvSpPr>
          <p:cNvPr id="12" name="CuadroTexto 11">
            <a:extLst>
              <a:ext uri="{FF2B5EF4-FFF2-40B4-BE49-F238E27FC236}">
                <a16:creationId xmlns:a16="http://schemas.microsoft.com/office/drawing/2014/main" id="{4555FAA7-C89C-D6CC-2882-58DF340E7071}"/>
              </a:ext>
            </a:extLst>
          </p:cNvPr>
          <p:cNvSpPr txBox="1"/>
          <p:nvPr/>
        </p:nvSpPr>
        <p:spPr>
          <a:xfrm>
            <a:off x="10863942" y="5731040"/>
            <a:ext cx="1596572" cy="769441"/>
          </a:xfrm>
          <a:prstGeom prst="rect">
            <a:avLst/>
          </a:prstGeom>
          <a:noFill/>
        </p:spPr>
        <p:txBody>
          <a:bodyPr wrap="square">
            <a:spAutoFit/>
          </a:bodyPr>
          <a:lstStyle/>
          <a:p>
            <a:r>
              <a:rPr lang="es-CO" sz="2200" dirty="0"/>
              <a:t>Columna inferior</a:t>
            </a:r>
          </a:p>
        </p:txBody>
      </p:sp>
      <p:sp>
        <p:nvSpPr>
          <p:cNvPr id="17" name="Signo más 16">
            <a:extLst>
              <a:ext uri="{FF2B5EF4-FFF2-40B4-BE49-F238E27FC236}">
                <a16:creationId xmlns:a16="http://schemas.microsoft.com/office/drawing/2014/main" id="{11454317-D15E-0D3A-F08C-AA6AFC6D86DB}"/>
              </a:ext>
            </a:extLst>
          </p:cNvPr>
          <p:cNvSpPr/>
          <p:nvPr/>
        </p:nvSpPr>
        <p:spPr>
          <a:xfrm>
            <a:off x="9402127" y="4350658"/>
            <a:ext cx="384629" cy="39914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Signo más 17">
            <a:extLst>
              <a:ext uri="{FF2B5EF4-FFF2-40B4-BE49-F238E27FC236}">
                <a16:creationId xmlns:a16="http://schemas.microsoft.com/office/drawing/2014/main" id="{8D8B666D-B553-4092-02C4-4ECA9AFA256B}"/>
              </a:ext>
            </a:extLst>
          </p:cNvPr>
          <p:cNvSpPr/>
          <p:nvPr/>
        </p:nvSpPr>
        <p:spPr>
          <a:xfrm>
            <a:off x="9369969" y="2667330"/>
            <a:ext cx="384629" cy="39914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Rectángulo 18">
            <a:extLst>
              <a:ext uri="{FF2B5EF4-FFF2-40B4-BE49-F238E27FC236}">
                <a16:creationId xmlns:a16="http://schemas.microsoft.com/office/drawing/2014/main" id="{90D8B555-DF58-0CA3-9DF8-A3EFC587F7EE}"/>
              </a:ext>
            </a:extLst>
          </p:cNvPr>
          <p:cNvSpPr/>
          <p:nvPr/>
        </p:nvSpPr>
        <p:spPr>
          <a:xfrm>
            <a:off x="9439411" y="3142672"/>
            <a:ext cx="315187" cy="12079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Rectángulo 19">
            <a:extLst>
              <a:ext uri="{FF2B5EF4-FFF2-40B4-BE49-F238E27FC236}">
                <a16:creationId xmlns:a16="http://schemas.microsoft.com/office/drawing/2014/main" id="{22774CAB-FF21-A874-BBE3-920A9A607ED2}"/>
              </a:ext>
            </a:extLst>
          </p:cNvPr>
          <p:cNvSpPr/>
          <p:nvPr/>
        </p:nvSpPr>
        <p:spPr>
          <a:xfrm>
            <a:off x="9436847" y="2417295"/>
            <a:ext cx="315187" cy="2553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Rectángulo 20">
            <a:extLst>
              <a:ext uri="{FF2B5EF4-FFF2-40B4-BE49-F238E27FC236}">
                <a16:creationId xmlns:a16="http://schemas.microsoft.com/office/drawing/2014/main" id="{B4A409F2-D8EE-A6A7-4353-A739C1D8C46D}"/>
              </a:ext>
            </a:extLst>
          </p:cNvPr>
          <p:cNvSpPr/>
          <p:nvPr/>
        </p:nvSpPr>
        <p:spPr>
          <a:xfrm>
            <a:off x="9442538" y="4820644"/>
            <a:ext cx="315187" cy="2553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2" name="Rectángulo 21">
            <a:extLst>
              <a:ext uri="{FF2B5EF4-FFF2-40B4-BE49-F238E27FC236}">
                <a16:creationId xmlns:a16="http://schemas.microsoft.com/office/drawing/2014/main" id="{6764A104-F199-035A-C1D0-09474EB1D3FD}"/>
              </a:ext>
            </a:extLst>
          </p:cNvPr>
          <p:cNvSpPr/>
          <p:nvPr/>
        </p:nvSpPr>
        <p:spPr>
          <a:xfrm>
            <a:off x="9886002" y="4433782"/>
            <a:ext cx="725527" cy="2328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3" name="Rectángulo 22">
            <a:extLst>
              <a:ext uri="{FF2B5EF4-FFF2-40B4-BE49-F238E27FC236}">
                <a16:creationId xmlns:a16="http://schemas.microsoft.com/office/drawing/2014/main" id="{0D7CF382-74D1-D5F4-2908-40D75536986D}"/>
              </a:ext>
            </a:extLst>
          </p:cNvPr>
          <p:cNvSpPr/>
          <p:nvPr/>
        </p:nvSpPr>
        <p:spPr>
          <a:xfrm>
            <a:off x="8592643" y="4433782"/>
            <a:ext cx="725527" cy="2328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4" name="Rectángulo 23">
            <a:extLst>
              <a:ext uri="{FF2B5EF4-FFF2-40B4-BE49-F238E27FC236}">
                <a16:creationId xmlns:a16="http://schemas.microsoft.com/office/drawing/2014/main" id="{7EFC52FF-49F9-F8A1-B177-7CFC025C1B37}"/>
              </a:ext>
            </a:extLst>
          </p:cNvPr>
          <p:cNvSpPr/>
          <p:nvPr/>
        </p:nvSpPr>
        <p:spPr>
          <a:xfrm>
            <a:off x="9886002" y="2764562"/>
            <a:ext cx="725527" cy="2328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Rectángulo 24">
            <a:extLst>
              <a:ext uri="{FF2B5EF4-FFF2-40B4-BE49-F238E27FC236}">
                <a16:creationId xmlns:a16="http://schemas.microsoft.com/office/drawing/2014/main" id="{5C897616-846B-C7C1-DAD4-9B514D79E71B}"/>
              </a:ext>
            </a:extLst>
          </p:cNvPr>
          <p:cNvSpPr/>
          <p:nvPr/>
        </p:nvSpPr>
        <p:spPr>
          <a:xfrm>
            <a:off x="8592643" y="2764562"/>
            <a:ext cx="725527" cy="2328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7" name="Imagen 26">
            <a:extLst>
              <a:ext uri="{FF2B5EF4-FFF2-40B4-BE49-F238E27FC236}">
                <a16:creationId xmlns:a16="http://schemas.microsoft.com/office/drawing/2014/main" id="{DD7CA6D2-29E8-AE27-0C7F-5F01BBD32443}"/>
              </a:ext>
            </a:extLst>
          </p:cNvPr>
          <p:cNvPicPr>
            <a:picLocks noChangeAspect="1"/>
          </p:cNvPicPr>
          <p:nvPr/>
        </p:nvPicPr>
        <p:blipFill>
          <a:blip r:embed="rId5"/>
          <a:stretch>
            <a:fillRect/>
          </a:stretch>
        </p:blipFill>
        <p:spPr>
          <a:xfrm>
            <a:off x="458154" y="1496548"/>
            <a:ext cx="5328919" cy="3657363"/>
          </a:xfrm>
          <a:prstGeom prst="rect">
            <a:avLst/>
          </a:prstGeom>
        </p:spPr>
      </p:pic>
      <mc:AlternateContent xmlns:mc="http://schemas.openxmlformats.org/markup-compatibility/2006">
        <mc:Choice xmlns:a14="http://schemas.microsoft.com/office/drawing/2010/main" Requires="a14">
          <p:sp>
            <p:nvSpPr>
              <p:cNvPr id="28" name="CuadroTexto 27">
                <a:extLst>
                  <a:ext uri="{FF2B5EF4-FFF2-40B4-BE49-F238E27FC236}">
                    <a16:creationId xmlns:a16="http://schemas.microsoft.com/office/drawing/2014/main" id="{872A1B7D-03B2-E762-ECED-7038D9320FF9}"/>
                  </a:ext>
                </a:extLst>
              </p:cNvPr>
              <p:cNvSpPr txBox="1"/>
              <p:nvPr/>
            </p:nvSpPr>
            <p:spPr>
              <a:xfrm>
                <a:off x="8681652" y="5555536"/>
                <a:ext cx="2014269" cy="12611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400" i="1" smtClean="0">
                              <a:latin typeface="Cambria Math" panose="02040503050406030204" pitchFamily="18" charset="0"/>
                            </a:rPr>
                          </m:ctrlPr>
                        </m:sSubPr>
                        <m:e>
                          <m:r>
                            <a:rPr lang="es-CO" sz="2400" i="1" smtClean="0">
                              <a:latin typeface="Cambria Math" panose="02040503050406030204" pitchFamily="18" charset="0"/>
                              <a:ea typeface="Cambria Math" panose="02040503050406030204" pitchFamily="18" charset="0"/>
                            </a:rPr>
                            <m:t>𝜓</m:t>
                          </m:r>
                        </m:e>
                        <m:sub>
                          <m:r>
                            <m:rPr>
                              <m:sty m:val="p"/>
                            </m:rPr>
                            <a:rPr lang="es-419" sz="2400" b="0" i="1" smtClean="0">
                              <a:latin typeface="Cambria Math" panose="02040503050406030204" pitchFamily="18" charset="0"/>
                              <a:ea typeface="Cambria Math" panose="02040503050406030204" pitchFamily="18" charset="0"/>
                            </a:rPr>
                            <m:t>B</m:t>
                          </m:r>
                        </m:sub>
                      </m:sSub>
                      <m:r>
                        <a:rPr lang="es-419" sz="2400" b="0" i="1" smtClean="0">
                          <a:latin typeface="Cambria Math" panose="02040503050406030204" pitchFamily="18" charset="0"/>
                        </a:rPr>
                        <m:t>=</m:t>
                      </m:r>
                      <m:f>
                        <m:fPr>
                          <m:ctrlPr>
                            <a:rPr lang="es-419" sz="2400" b="0" i="1" smtClean="0">
                              <a:latin typeface="Cambria Math" panose="02040503050406030204" pitchFamily="18" charset="0"/>
                            </a:rPr>
                          </m:ctrlPr>
                        </m:fPr>
                        <m:num>
                          <m:nary>
                            <m:naryPr>
                              <m:chr m:val="∑"/>
                              <m:subHide m:val="on"/>
                              <m:supHide m:val="on"/>
                              <m:ctrlPr>
                                <a:rPr lang="es-419" sz="2400" b="0" i="1" smtClean="0">
                                  <a:latin typeface="Cambria Math" panose="02040503050406030204" pitchFamily="18" charset="0"/>
                                </a:rPr>
                              </m:ctrlPr>
                            </m:naryPr>
                            <m:sub/>
                            <m:sup/>
                            <m:e>
                              <m:f>
                                <m:fPr>
                                  <m:type m:val="skw"/>
                                  <m:ctrlPr>
                                    <a:rPr lang="es-419" sz="2400" i="1">
                                      <a:latin typeface="Cambria Math" panose="02040503050406030204" pitchFamily="18" charset="0"/>
                                    </a:rPr>
                                  </m:ctrlPr>
                                </m:fPr>
                                <m:num>
                                  <m:r>
                                    <m:rPr>
                                      <m:sty m:val="p"/>
                                    </m:rPr>
                                    <a:rPr lang="es-419" sz="2400" b="0" i="1" smtClean="0">
                                      <a:latin typeface="Cambria Math" panose="02040503050406030204" pitchFamily="18" charset="0"/>
                                    </a:rPr>
                                    <m:t>E</m:t>
                                  </m:r>
                                  <m:sSub>
                                    <m:sSubPr>
                                      <m:ctrlPr>
                                        <a:rPr lang="es-419" sz="2400" b="0" i="1" smtClean="0">
                                          <a:latin typeface="Cambria Math" panose="02040503050406030204" pitchFamily="18" charset="0"/>
                                        </a:rPr>
                                      </m:ctrlPr>
                                    </m:sSubPr>
                                    <m:e>
                                      <m:r>
                                        <m:rPr>
                                          <m:sty m:val="p"/>
                                        </m:rPr>
                                        <a:rPr lang="es-419" sz="2400" b="0" i="1" smtClean="0">
                                          <a:latin typeface="Cambria Math" panose="02040503050406030204" pitchFamily="18" charset="0"/>
                                        </a:rPr>
                                        <m:t>I</m:t>
                                      </m:r>
                                    </m:e>
                                    <m:sub>
                                      <m:r>
                                        <m:rPr>
                                          <m:sty m:val="p"/>
                                        </m:rPr>
                                        <a:rPr lang="es-419" sz="2400" b="0" i="1" smtClean="0">
                                          <a:latin typeface="Cambria Math" panose="02040503050406030204" pitchFamily="18" charset="0"/>
                                        </a:rPr>
                                        <m:t>c</m:t>
                                      </m:r>
                                    </m:sub>
                                  </m:sSub>
                                </m:num>
                                <m:den>
                                  <m:sSub>
                                    <m:sSubPr>
                                      <m:ctrlPr>
                                        <a:rPr lang="es-419" sz="2400" i="1" smtClean="0">
                                          <a:latin typeface="Cambria Math" panose="02040503050406030204" pitchFamily="18" charset="0"/>
                                        </a:rPr>
                                      </m:ctrlPr>
                                    </m:sSubPr>
                                    <m:e>
                                      <m:r>
                                        <m:rPr>
                                          <m:sty m:val="p"/>
                                        </m:rPr>
                                        <a:rPr lang="es-419" sz="2400" b="0" i="1" smtClean="0">
                                          <a:latin typeface="Cambria Math" panose="02040503050406030204" pitchFamily="18" charset="0"/>
                                        </a:rPr>
                                        <m:t>L</m:t>
                                      </m:r>
                                    </m:e>
                                    <m:sub>
                                      <m:r>
                                        <m:rPr>
                                          <m:sty m:val="p"/>
                                        </m:rPr>
                                        <a:rPr lang="es-419" sz="2400" b="0" i="1" smtClean="0">
                                          <a:latin typeface="Cambria Math" panose="02040503050406030204" pitchFamily="18" charset="0"/>
                                        </a:rPr>
                                        <m:t>c</m:t>
                                      </m:r>
                                    </m:sub>
                                  </m:sSub>
                                </m:den>
                              </m:f>
                            </m:e>
                          </m:nary>
                        </m:num>
                        <m:den>
                          <m:nary>
                            <m:naryPr>
                              <m:chr m:val="∑"/>
                              <m:subHide m:val="on"/>
                              <m:supHide m:val="on"/>
                              <m:ctrlPr>
                                <a:rPr lang="es-419" sz="2400" i="1">
                                  <a:latin typeface="Cambria Math" panose="02040503050406030204" pitchFamily="18" charset="0"/>
                                </a:rPr>
                              </m:ctrlPr>
                            </m:naryPr>
                            <m:sub/>
                            <m:sup/>
                            <m:e>
                              <m:f>
                                <m:fPr>
                                  <m:type m:val="skw"/>
                                  <m:ctrlPr>
                                    <a:rPr lang="es-419" sz="2400" i="1">
                                      <a:latin typeface="Cambria Math" panose="02040503050406030204" pitchFamily="18" charset="0"/>
                                    </a:rPr>
                                  </m:ctrlPr>
                                </m:fPr>
                                <m:num>
                                  <m:r>
                                    <m:rPr>
                                      <m:sty m:val="p"/>
                                    </m:rPr>
                                    <a:rPr lang="es-419" sz="2400" i="1">
                                      <a:latin typeface="Cambria Math" panose="02040503050406030204" pitchFamily="18" charset="0"/>
                                    </a:rPr>
                                    <m:t>E</m:t>
                                  </m:r>
                                  <m:sSub>
                                    <m:sSubPr>
                                      <m:ctrlPr>
                                        <a:rPr lang="es-419" sz="2400" i="1">
                                          <a:latin typeface="Cambria Math" panose="02040503050406030204" pitchFamily="18" charset="0"/>
                                        </a:rPr>
                                      </m:ctrlPr>
                                    </m:sSubPr>
                                    <m:e>
                                      <m:r>
                                        <m:rPr>
                                          <m:sty m:val="p"/>
                                        </m:rPr>
                                        <a:rPr lang="es-419" sz="2400" i="1">
                                          <a:latin typeface="Cambria Math" panose="02040503050406030204" pitchFamily="18" charset="0"/>
                                        </a:rPr>
                                        <m:t>I</m:t>
                                      </m:r>
                                    </m:e>
                                    <m:sub>
                                      <m:r>
                                        <m:rPr>
                                          <m:sty m:val="p"/>
                                        </m:rPr>
                                        <a:rPr lang="es-419" sz="2400" b="0" i="1" smtClean="0">
                                          <a:latin typeface="Cambria Math" panose="02040503050406030204" pitchFamily="18" charset="0"/>
                                        </a:rPr>
                                        <m:t>v</m:t>
                                      </m:r>
                                    </m:sub>
                                  </m:sSub>
                                </m:num>
                                <m:den>
                                  <m:sSub>
                                    <m:sSubPr>
                                      <m:ctrlPr>
                                        <a:rPr lang="es-419" sz="2400" i="1">
                                          <a:latin typeface="Cambria Math" panose="02040503050406030204" pitchFamily="18" charset="0"/>
                                        </a:rPr>
                                      </m:ctrlPr>
                                    </m:sSubPr>
                                    <m:e>
                                      <m:r>
                                        <m:rPr>
                                          <m:sty m:val="p"/>
                                        </m:rPr>
                                        <a:rPr lang="es-419" sz="2400" i="1">
                                          <a:latin typeface="Cambria Math" panose="02040503050406030204" pitchFamily="18" charset="0"/>
                                        </a:rPr>
                                        <m:t>L</m:t>
                                      </m:r>
                                    </m:e>
                                    <m:sub>
                                      <m:r>
                                        <m:rPr>
                                          <m:sty m:val="p"/>
                                        </m:rPr>
                                        <a:rPr lang="es-419" sz="2400" b="0" i="1" smtClean="0">
                                          <a:latin typeface="Cambria Math" panose="02040503050406030204" pitchFamily="18" charset="0"/>
                                        </a:rPr>
                                        <m:t>v</m:t>
                                      </m:r>
                                    </m:sub>
                                  </m:sSub>
                                </m:den>
                              </m:f>
                            </m:e>
                          </m:nary>
                        </m:den>
                      </m:f>
                    </m:oMath>
                  </m:oMathPara>
                </a14:m>
                <a:endParaRPr lang="es-CO" dirty="0"/>
              </a:p>
            </p:txBody>
          </p:sp>
        </mc:Choice>
        <mc:Fallback>
          <p:sp>
            <p:nvSpPr>
              <p:cNvPr id="28" name="CuadroTexto 27">
                <a:extLst>
                  <a:ext uri="{FF2B5EF4-FFF2-40B4-BE49-F238E27FC236}">
                    <a16:creationId xmlns:a16="http://schemas.microsoft.com/office/drawing/2014/main" id="{872A1B7D-03B2-E762-ECED-7038D9320FF9}"/>
                  </a:ext>
                </a:extLst>
              </p:cNvPr>
              <p:cNvSpPr txBox="1">
                <a:spLocks noRot="1" noChangeAspect="1" noMove="1" noResize="1" noEditPoints="1" noAdjustHandles="1" noChangeArrowheads="1" noChangeShapeType="1" noTextEdit="1"/>
              </p:cNvSpPr>
              <p:nvPr/>
            </p:nvSpPr>
            <p:spPr>
              <a:xfrm>
                <a:off x="8681652" y="5555536"/>
                <a:ext cx="2014269" cy="1261179"/>
              </a:xfrm>
              <a:prstGeom prst="rect">
                <a:avLst/>
              </a:prstGeom>
              <a:blipFill>
                <a:blip r:embed="rId6"/>
                <a:stretch>
                  <a:fillRect l="-3125" t="-55000" r="-8125" b="-87000"/>
                </a:stretch>
              </a:blipFill>
            </p:spPr>
            <p:txBody>
              <a:bodyPr/>
              <a:lstStyle/>
              <a:p>
                <a:r>
                  <a:rPr lang="es-CO">
                    <a:noFill/>
                  </a:rPr>
                  <a:t> </a:t>
                </a:r>
              </a:p>
            </p:txBody>
          </p:sp>
        </mc:Fallback>
      </mc:AlternateContent>
      <p:sp>
        <p:nvSpPr>
          <p:cNvPr id="30" name="CuadroTexto 29">
            <a:extLst>
              <a:ext uri="{FF2B5EF4-FFF2-40B4-BE49-F238E27FC236}">
                <a16:creationId xmlns:a16="http://schemas.microsoft.com/office/drawing/2014/main" id="{8330A305-295D-926C-BB63-A41F2C225EE5}"/>
              </a:ext>
            </a:extLst>
          </p:cNvPr>
          <p:cNvSpPr txBox="1"/>
          <p:nvPr/>
        </p:nvSpPr>
        <p:spPr>
          <a:xfrm>
            <a:off x="337164" y="5616386"/>
            <a:ext cx="8082675" cy="1200329"/>
          </a:xfrm>
          <a:prstGeom prst="rect">
            <a:avLst/>
          </a:prstGeom>
          <a:noFill/>
        </p:spPr>
        <p:txBody>
          <a:bodyPr wrap="square">
            <a:spAutoFit/>
          </a:bodyPr>
          <a:lstStyle/>
          <a:p>
            <a:r>
              <a:rPr lang="es-CO" dirty="0"/>
              <a:t>Si un extremo de la columna está articulado, </a:t>
            </a:r>
          </a:p>
          <a:p>
            <a:r>
              <a:rPr lang="es-CO" dirty="0">
                <a:latin typeface="Symbol" panose="05050102010706020507" pitchFamily="18" charset="2"/>
              </a:rPr>
              <a:t>Y</a:t>
            </a:r>
            <a:r>
              <a:rPr lang="es-CO" dirty="0"/>
              <a:t> es teóricamente igual a ∞ y si está empotrado, </a:t>
            </a:r>
            <a:r>
              <a:rPr lang="es-CO" dirty="0">
                <a:latin typeface="Symbol" panose="05050102010706020507" pitchFamily="18" charset="2"/>
              </a:rPr>
              <a:t>Y</a:t>
            </a:r>
            <a:r>
              <a:rPr lang="es-CO" dirty="0"/>
              <a:t> = 0. Como es prácticamente imposible lograr un empotramiento perfecto, </a:t>
            </a:r>
            <a:r>
              <a:rPr lang="es-CO" dirty="0">
                <a:latin typeface="Symbol" panose="05050102010706020507" pitchFamily="18" charset="2"/>
              </a:rPr>
              <a:t>Y</a:t>
            </a:r>
            <a:r>
              <a:rPr lang="es-CO" dirty="0"/>
              <a:t> usualmente se toma igual a 1.0 en vez de 0 para los empotramientos supuestos.</a:t>
            </a:r>
          </a:p>
        </p:txBody>
      </p:sp>
    </p:spTree>
    <p:extLst>
      <p:ext uri="{BB962C8B-B14F-4D97-AF65-F5344CB8AC3E}">
        <p14:creationId xmlns:p14="http://schemas.microsoft.com/office/powerpoint/2010/main" val="8303441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40F93-8F08-542D-6078-F549AFE82A8F}"/>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6DF9218C-605D-2DFA-A035-7CD8334CAD09}"/>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ESBELTAS</a:t>
            </a:r>
          </a:p>
        </p:txBody>
      </p:sp>
      <p:pic>
        <p:nvPicPr>
          <p:cNvPr id="3" name="Picture 12" descr="Se conmemoran 150 años de la Universidad Nacional de Colombia">
            <a:extLst>
              <a:ext uri="{FF2B5EF4-FFF2-40B4-BE49-F238E27FC236}">
                <a16:creationId xmlns:a16="http://schemas.microsoft.com/office/drawing/2014/main" id="{B63BEAA7-84B8-9529-FEE9-2628D1356D20}"/>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5DAEBF28-F9A3-6AC2-881E-3E13AFF9161E}"/>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8A3DC825-378B-34E6-83F9-22E390635F98}"/>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Ejemplo</a:t>
            </a:r>
          </a:p>
        </p:txBody>
      </p:sp>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073C4108-8355-CE90-573B-18B73329506E}"/>
                  </a:ext>
                </a:extLst>
              </p:cNvPr>
              <p:cNvSpPr txBox="1"/>
              <p:nvPr/>
            </p:nvSpPr>
            <p:spPr>
              <a:xfrm>
                <a:off x="8419839" y="1062439"/>
                <a:ext cx="1964576" cy="12611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400" i="1" smtClean="0">
                              <a:latin typeface="Cambria Math" panose="02040503050406030204" pitchFamily="18" charset="0"/>
                            </a:rPr>
                          </m:ctrlPr>
                        </m:sSubPr>
                        <m:e>
                          <m:r>
                            <a:rPr lang="es-CO" sz="2400" i="1" smtClean="0">
                              <a:latin typeface="Cambria Math" panose="02040503050406030204" pitchFamily="18" charset="0"/>
                              <a:ea typeface="Cambria Math" panose="02040503050406030204" pitchFamily="18" charset="0"/>
                            </a:rPr>
                            <m:t>𝜓</m:t>
                          </m:r>
                        </m:e>
                        <m:sub>
                          <m:r>
                            <m:rPr>
                              <m:sty m:val="p"/>
                            </m:rPr>
                            <a:rPr lang="es-419" sz="2400" b="0" i="1" smtClean="0">
                              <a:latin typeface="Cambria Math" panose="02040503050406030204" pitchFamily="18" charset="0"/>
                            </a:rPr>
                            <m:t>A</m:t>
                          </m:r>
                        </m:sub>
                      </m:sSub>
                      <m:r>
                        <a:rPr lang="es-419" sz="2400" b="0" i="1" smtClean="0">
                          <a:latin typeface="Cambria Math" panose="02040503050406030204" pitchFamily="18" charset="0"/>
                        </a:rPr>
                        <m:t>=</m:t>
                      </m:r>
                      <m:f>
                        <m:fPr>
                          <m:ctrlPr>
                            <a:rPr lang="es-419" sz="2400" b="0" i="1" smtClean="0">
                              <a:latin typeface="Cambria Math" panose="02040503050406030204" pitchFamily="18" charset="0"/>
                            </a:rPr>
                          </m:ctrlPr>
                        </m:fPr>
                        <m:num>
                          <m:nary>
                            <m:naryPr>
                              <m:chr m:val="∑"/>
                              <m:subHide m:val="on"/>
                              <m:supHide m:val="on"/>
                              <m:ctrlPr>
                                <a:rPr lang="es-419" sz="2400" b="0" i="1" smtClean="0">
                                  <a:latin typeface="Cambria Math" panose="02040503050406030204" pitchFamily="18" charset="0"/>
                                </a:rPr>
                              </m:ctrlPr>
                            </m:naryPr>
                            <m:sub/>
                            <m:sup/>
                            <m:e>
                              <m:f>
                                <m:fPr>
                                  <m:type m:val="skw"/>
                                  <m:ctrlPr>
                                    <a:rPr lang="es-419" sz="2400" i="1">
                                      <a:latin typeface="Cambria Math" panose="02040503050406030204" pitchFamily="18" charset="0"/>
                                    </a:rPr>
                                  </m:ctrlPr>
                                </m:fPr>
                                <m:num>
                                  <m:r>
                                    <m:rPr>
                                      <m:sty m:val="p"/>
                                    </m:rPr>
                                    <a:rPr lang="es-419" sz="2400" b="0" i="1" smtClean="0">
                                      <a:latin typeface="Cambria Math" panose="02040503050406030204" pitchFamily="18" charset="0"/>
                                    </a:rPr>
                                    <m:t>E</m:t>
                                  </m:r>
                                  <m:sSub>
                                    <m:sSubPr>
                                      <m:ctrlPr>
                                        <a:rPr lang="es-419" sz="2400" b="0" i="1" smtClean="0">
                                          <a:latin typeface="Cambria Math" panose="02040503050406030204" pitchFamily="18" charset="0"/>
                                        </a:rPr>
                                      </m:ctrlPr>
                                    </m:sSubPr>
                                    <m:e>
                                      <m:r>
                                        <m:rPr>
                                          <m:sty m:val="p"/>
                                        </m:rPr>
                                        <a:rPr lang="es-419" sz="2400" b="0" i="1" smtClean="0">
                                          <a:latin typeface="Cambria Math" panose="02040503050406030204" pitchFamily="18" charset="0"/>
                                        </a:rPr>
                                        <m:t>I</m:t>
                                      </m:r>
                                    </m:e>
                                    <m:sub>
                                      <m:r>
                                        <m:rPr>
                                          <m:sty m:val="p"/>
                                        </m:rPr>
                                        <a:rPr lang="es-419" sz="2400" b="0" i="1" smtClean="0">
                                          <a:latin typeface="Cambria Math" panose="02040503050406030204" pitchFamily="18" charset="0"/>
                                        </a:rPr>
                                        <m:t>c</m:t>
                                      </m:r>
                                    </m:sub>
                                  </m:sSub>
                                </m:num>
                                <m:den>
                                  <m:sSub>
                                    <m:sSubPr>
                                      <m:ctrlPr>
                                        <a:rPr lang="es-419" sz="2400" i="1" smtClean="0">
                                          <a:latin typeface="Cambria Math" panose="02040503050406030204" pitchFamily="18" charset="0"/>
                                        </a:rPr>
                                      </m:ctrlPr>
                                    </m:sSubPr>
                                    <m:e>
                                      <m:r>
                                        <m:rPr>
                                          <m:sty m:val="p"/>
                                        </m:rPr>
                                        <a:rPr lang="es-419" sz="2400" b="0" i="1" smtClean="0">
                                          <a:latin typeface="Cambria Math" panose="02040503050406030204" pitchFamily="18" charset="0"/>
                                        </a:rPr>
                                        <m:t>L</m:t>
                                      </m:r>
                                    </m:e>
                                    <m:sub>
                                      <m:r>
                                        <m:rPr>
                                          <m:sty m:val="p"/>
                                        </m:rPr>
                                        <a:rPr lang="es-419" sz="2400" b="0" i="1" smtClean="0">
                                          <a:latin typeface="Cambria Math" panose="02040503050406030204" pitchFamily="18" charset="0"/>
                                        </a:rPr>
                                        <m:t>c</m:t>
                                      </m:r>
                                    </m:sub>
                                  </m:sSub>
                                </m:den>
                              </m:f>
                            </m:e>
                          </m:nary>
                        </m:num>
                        <m:den>
                          <m:nary>
                            <m:naryPr>
                              <m:chr m:val="∑"/>
                              <m:subHide m:val="on"/>
                              <m:supHide m:val="on"/>
                              <m:ctrlPr>
                                <a:rPr lang="es-419" sz="2400" i="1">
                                  <a:latin typeface="Cambria Math" panose="02040503050406030204" pitchFamily="18" charset="0"/>
                                </a:rPr>
                              </m:ctrlPr>
                            </m:naryPr>
                            <m:sub/>
                            <m:sup/>
                            <m:e>
                              <m:f>
                                <m:fPr>
                                  <m:type m:val="skw"/>
                                  <m:ctrlPr>
                                    <a:rPr lang="es-419" sz="2400" i="1">
                                      <a:latin typeface="Cambria Math" panose="02040503050406030204" pitchFamily="18" charset="0"/>
                                    </a:rPr>
                                  </m:ctrlPr>
                                </m:fPr>
                                <m:num>
                                  <m:r>
                                    <m:rPr>
                                      <m:sty m:val="p"/>
                                    </m:rPr>
                                    <a:rPr lang="es-419" sz="2400" i="1">
                                      <a:latin typeface="Cambria Math" panose="02040503050406030204" pitchFamily="18" charset="0"/>
                                    </a:rPr>
                                    <m:t>E</m:t>
                                  </m:r>
                                  <m:sSub>
                                    <m:sSubPr>
                                      <m:ctrlPr>
                                        <a:rPr lang="es-419" sz="2400" i="1">
                                          <a:latin typeface="Cambria Math" panose="02040503050406030204" pitchFamily="18" charset="0"/>
                                        </a:rPr>
                                      </m:ctrlPr>
                                    </m:sSubPr>
                                    <m:e>
                                      <m:r>
                                        <m:rPr>
                                          <m:sty m:val="p"/>
                                        </m:rPr>
                                        <a:rPr lang="es-419" sz="2400" i="1">
                                          <a:latin typeface="Cambria Math" panose="02040503050406030204" pitchFamily="18" charset="0"/>
                                        </a:rPr>
                                        <m:t>I</m:t>
                                      </m:r>
                                    </m:e>
                                    <m:sub>
                                      <m:r>
                                        <m:rPr>
                                          <m:sty m:val="p"/>
                                        </m:rPr>
                                        <a:rPr lang="es-419" sz="2400" b="0" i="1" smtClean="0">
                                          <a:latin typeface="Cambria Math" panose="02040503050406030204" pitchFamily="18" charset="0"/>
                                        </a:rPr>
                                        <m:t>v</m:t>
                                      </m:r>
                                    </m:sub>
                                  </m:sSub>
                                </m:num>
                                <m:den>
                                  <m:sSub>
                                    <m:sSubPr>
                                      <m:ctrlPr>
                                        <a:rPr lang="es-419" sz="2400" i="1">
                                          <a:latin typeface="Cambria Math" panose="02040503050406030204" pitchFamily="18" charset="0"/>
                                        </a:rPr>
                                      </m:ctrlPr>
                                    </m:sSubPr>
                                    <m:e>
                                      <m:r>
                                        <m:rPr>
                                          <m:sty m:val="p"/>
                                        </m:rPr>
                                        <a:rPr lang="es-419" sz="2400" i="1">
                                          <a:latin typeface="Cambria Math" panose="02040503050406030204" pitchFamily="18" charset="0"/>
                                        </a:rPr>
                                        <m:t>L</m:t>
                                      </m:r>
                                    </m:e>
                                    <m:sub>
                                      <m:r>
                                        <m:rPr>
                                          <m:sty m:val="p"/>
                                        </m:rPr>
                                        <a:rPr lang="es-419" sz="2400" b="0" i="1" smtClean="0">
                                          <a:latin typeface="Cambria Math" panose="02040503050406030204" pitchFamily="18" charset="0"/>
                                        </a:rPr>
                                        <m:t>v</m:t>
                                      </m:r>
                                    </m:sub>
                                  </m:sSub>
                                </m:den>
                              </m:f>
                            </m:e>
                          </m:nary>
                        </m:den>
                      </m:f>
                    </m:oMath>
                  </m:oMathPara>
                </a14:m>
                <a:endParaRPr lang="es-CO" dirty="0"/>
              </a:p>
            </p:txBody>
          </p:sp>
        </mc:Choice>
        <mc:Fallback>
          <p:sp>
            <p:nvSpPr>
              <p:cNvPr id="9" name="CuadroTexto 8">
                <a:extLst>
                  <a:ext uri="{FF2B5EF4-FFF2-40B4-BE49-F238E27FC236}">
                    <a16:creationId xmlns:a16="http://schemas.microsoft.com/office/drawing/2014/main" id="{073C4108-8355-CE90-573B-18B73329506E}"/>
                  </a:ext>
                </a:extLst>
              </p:cNvPr>
              <p:cNvSpPr txBox="1">
                <a:spLocks noRot="1" noChangeAspect="1" noMove="1" noResize="1" noEditPoints="1" noAdjustHandles="1" noChangeArrowheads="1" noChangeShapeType="1" noTextEdit="1"/>
              </p:cNvSpPr>
              <p:nvPr/>
            </p:nvSpPr>
            <p:spPr>
              <a:xfrm>
                <a:off x="8419839" y="1062439"/>
                <a:ext cx="1964576" cy="1261179"/>
              </a:xfrm>
              <a:prstGeom prst="rect">
                <a:avLst/>
              </a:prstGeom>
              <a:blipFill>
                <a:blip r:embed="rId4"/>
                <a:stretch>
                  <a:fillRect l="-4487" t="-55000" r="-10256" b="-87000"/>
                </a:stretch>
              </a:blipFill>
            </p:spPr>
            <p:txBody>
              <a:bodyPr/>
              <a:lstStyle/>
              <a:p>
                <a:r>
                  <a:rPr lang="es-CO">
                    <a:noFill/>
                  </a:rPr>
                  <a:t> </a:t>
                </a:r>
              </a:p>
            </p:txBody>
          </p:sp>
        </mc:Fallback>
      </mc:AlternateContent>
      <p:sp>
        <p:nvSpPr>
          <p:cNvPr id="11" name="CuadroTexto 10">
            <a:extLst>
              <a:ext uri="{FF2B5EF4-FFF2-40B4-BE49-F238E27FC236}">
                <a16:creationId xmlns:a16="http://schemas.microsoft.com/office/drawing/2014/main" id="{AEAF1A5A-BC75-D82D-4741-16F2779EF6CF}"/>
              </a:ext>
            </a:extLst>
          </p:cNvPr>
          <p:cNvSpPr txBox="1"/>
          <p:nvPr/>
        </p:nvSpPr>
        <p:spPr>
          <a:xfrm>
            <a:off x="10646228" y="1571654"/>
            <a:ext cx="1596572" cy="769441"/>
          </a:xfrm>
          <a:prstGeom prst="rect">
            <a:avLst/>
          </a:prstGeom>
          <a:noFill/>
        </p:spPr>
        <p:txBody>
          <a:bodyPr wrap="square">
            <a:spAutoFit/>
          </a:bodyPr>
          <a:lstStyle/>
          <a:p>
            <a:r>
              <a:rPr lang="es-CO" sz="2200" dirty="0"/>
              <a:t>Columna Superior</a:t>
            </a:r>
          </a:p>
        </p:txBody>
      </p:sp>
      <p:sp>
        <p:nvSpPr>
          <p:cNvPr id="12" name="CuadroTexto 11">
            <a:extLst>
              <a:ext uri="{FF2B5EF4-FFF2-40B4-BE49-F238E27FC236}">
                <a16:creationId xmlns:a16="http://schemas.microsoft.com/office/drawing/2014/main" id="{12003A22-BE7B-843D-C150-B2BE6AEC8D45}"/>
              </a:ext>
            </a:extLst>
          </p:cNvPr>
          <p:cNvSpPr txBox="1"/>
          <p:nvPr/>
        </p:nvSpPr>
        <p:spPr>
          <a:xfrm>
            <a:off x="10863942" y="5731040"/>
            <a:ext cx="1596572" cy="769441"/>
          </a:xfrm>
          <a:prstGeom prst="rect">
            <a:avLst/>
          </a:prstGeom>
          <a:noFill/>
        </p:spPr>
        <p:txBody>
          <a:bodyPr wrap="square">
            <a:spAutoFit/>
          </a:bodyPr>
          <a:lstStyle/>
          <a:p>
            <a:r>
              <a:rPr lang="es-CO" sz="2200" dirty="0"/>
              <a:t>Columna inferior</a:t>
            </a:r>
          </a:p>
        </p:txBody>
      </p:sp>
      <p:sp>
        <p:nvSpPr>
          <p:cNvPr id="17" name="Signo más 16">
            <a:extLst>
              <a:ext uri="{FF2B5EF4-FFF2-40B4-BE49-F238E27FC236}">
                <a16:creationId xmlns:a16="http://schemas.microsoft.com/office/drawing/2014/main" id="{12F762F1-0CE3-66E9-59BA-7EED8FF1E8AB}"/>
              </a:ext>
            </a:extLst>
          </p:cNvPr>
          <p:cNvSpPr/>
          <p:nvPr/>
        </p:nvSpPr>
        <p:spPr>
          <a:xfrm>
            <a:off x="9402127" y="4350658"/>
            <a:ext cx="384629" cy="39914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Signo más 17">
            <a:extLst>
              <a:ext uri="{FF2B5EF4-FFF2-40B4-BE49-F238E27FC236}">
                <a16:creationId xmlns:a16="http://schemas.microsoft.com/office/drawing/2014/main" id="{2D957DA1-3FEE-1AC3-72B4-CB1C57B18332}"/>
              </a:ext>
            </a:extLst>
          </p:cNvPr>
          <p:cNvSpPr/>
          <p:nvPr/>
        </p:nvSpPr>
        <p:spPr>
          <a:xfrm>
            <a:off x="9369969" y="2667330"/>
            <a:ext cx="384629" cy="39914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Rectángulo 18">
            <a:extLst>
              <a:ext uri="{FF2B5EF4-FFF2-40B4-BE49-F238E27FC236}">
                <a16:creationId xmlns:a16="http://schemas.microsoft.com/office/drawing/2014/main" id="{E4970DBB-5A87-EB0C-1D67-171B70FBAB89}"/>
              </a:ext>
            </a:extLst>
          </p:cNvPr>
          <p:cNvSpPr/>
          <p:nvPr/>
        </p:nvSpPr>
        <p:spPr>
          <a:xfrm>
            <a:off x="9439411" y="3142672"/>
            <a:ext cx="315187" cy="12079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Rectángulo 19">
            <a:extLst>
              <a:ext uri="{FF2B5EF4-FFF2-40B4-BE49-F238E27FC236}">
                <a16:creationId xmlns:a16="http://schemas.microsoft.com/office/drawing/2014/main" id="{7F9659C6-9FEF-1C09-C6CA-AAAEB2886F17}"/>
              </a:ext>
            </a:extLst>
          </p:cNvPr>
          <p:cNvSpPr/>
          <p:nvPr/>
        </p:nvSpPr>
        <p:spPr>
          <a:xfrm>
            <a:off x="9436847" y="2417295"/>
            <a:ext cx="315187" cy="2553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Rectángulo 20">
            <a:extLst>
              <a:ext uri="{FF2B5EF4-FFF2-40B4-BE49-F238E27FC236}">
                <a16:creationId xmlns:a16="http://schemas.microsoft.com/office/drawing/2014/main" id="{7BB0BB59-E2EB-B9F0-F745-2E4119A20F32}"/>
              </a:ext>
            </a:extLst>
          </p:cNvPr>
          <p:cNvSpPr/>
          <p:nvPr/>
        </p:nvSpPr>
        <p:spPr>
          <a:xfrm>
            <a:off x="9442538" y="4820644"/>
            <a:ext cx="315187" cy="2553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2" name="Rectángulo 21">
            <a:extLst>
              <a:ext uri="{FF2B5EF4-FFF2-40B4-BE49-F238E27FC236}">
                <a16:creationId xmlns:a16="http://schemas.microsoft.com/office/drawing/2014/main" id="{48D09F60-55B7-F05B-2379-454691222B98}"/>
              </a:ext>
            </a:extLst>
          </p:cNvPr>
          <p:cNvSpPr/>
          <p:nvPr/>
        </p:nvSpPr>
        <p:spPr>
          <a:xfrm>
            <a:off x="9886002" y="4433782"/>
            <a:ext cx="725527" cy="2328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3" name="Rectángulo 22">
            <a:extLst>
              <a:ext uri="{FF2B5EF4-FFF2-40B4-BE49-F238E27FC236}">
                <a16:creationId xmlns:a16="http://schemas.microsoft.com/office/drawing/2014/main" id="{4349267A-4EB2-2E71-2D61-E439584B7F50}"/>
              </a:ext>
            </a:extLst>
          </p:cNvPr>
          <p:cNvSpPr/>
          <p:nvPr/>
        </p:nvSpPr>
        <p:spPr>
          <a:xfrm>
            <a:off x="8592643" y="4433782"/>
            <a:ext cx="725527" cy="2328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4" name="Rectángulo 23">
            <a:extLst>
              <a:ext uri="{FF2B5EF4-FFF2-40B4-BE49-F238E27FC236}">
                <a16:creationId xmlns:a16="http://schemas.microsoft.com/office/drawing/2014/main" id="{68A75689-3044-9F01-A53F-D553482DC854}"/>
              </a:ext>
            </a:extLst>
          </p:cNvPr>
          <p:cNvSpPr/>
          <p:nvPr/>
        </p:nvSpPr>
        <p:spPr>
          <a:xfrm>
            <a:off x="9886002" y="2764562"/>
            <a:ext cx="725527" cy="2328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Rectángulo 24">
            <a:extLst>
              <a:ext uri="{FF2B5EF4-FFF2-40B4-BE49-F238E27FC236}">
                <a16:creationId xmlns:a16="http://schemas.microsoft.com/office/drawing/2014/main" id="{CC610AFE-93B3-4B5F-15D1-7434D4A4F185}"/>
              </a:ext>
            </a:extLst>
          </p:cNvPr>
          <p:cNvSpPr/>
          <p:nvPr/>
        </p:nvSpPr>
        <p:spPr>
          <a:xfrm>
            <a:off x="8592643" y="2764562"/>
            <a:ext cx="725527" cy="2328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mc:AlternateContent xmlns:mc="http://schemas.openxmlformats.org/markup-compatibility/2006">
        <mc:Choice xmlns:a14="http://schemas.microsoft.com/office/drawing/2010/main" Requires="a14">
          <p:sp>
            <p:nvSpPr>
              <p:cNvPr id="28" name="CuadroTexto 27">
                <a:extLst>
                  <a:ext uri="{FF2B5EF4-FFF2-40B4-BE49-F238E27FC236}">
                    <a16:creationId xmlns:a16="http://schemas.microsoft.com/office/drawing/2014/main" id="{31C8780D-65F5-2B92-C158-502399E96C46}"/>
                  </a:ext>
                </a:extLst>
              </p:cNvPr>
              <p:cNvSpPr txBox="1"/>
              <p:nvPr/>
            </p:nvSpPr>
            <p:spPr>
              <a:xfrm>
                <a:off x="8681652" y="5555536"/>
                <a:ext cx="2014269" cy="12611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400" i="1" smtClean="0">
                              <a:latin typeface="Cambria Math" panose="02040503050406030204" pitchFamily="18" charset="0"/>
                            </a:rPr>
                          </m:ctrlPr>
                        </m:sSubPr>
                        <m:e>
                          <m:r>
                            <a:rPr lang="es-CO" sz="2400" i="1" smtClean="0">
                              <a:latin typeface="Cambria Math" panose="02040503050406030204" pitchFamily="18" charset="0"/>
                              <a:ea typeface="Cambria Math" panose="02040503050406030204" pitchFamily="18" charset="0"/>
                            </a:rPr>
                            <m:t>𝜓</m:t>
                          </m:r>
                        </m:e>
                        <m:sub>
                          <m:r>
                            <m:rPr>
                              <m:sty m:val="p"/>
                            </m:rPr>
                            <a:rPr lang="es-419" sz="2400" b="0" i="1" smtClean="0">
                              <a:latin typeface="Cambria Math" panose="02040503050406030204" pitchFamily="18" charset="0"/>
                              <a:ea typeface="Cambria Math" panose="02040503050406030204" pitchFamily="18" charset="0"/>
                            </a:rPr>
                            <m:t>B</m:t>
                          </m:r>
                        </m:sub>
                      </m:sSub>
                      <m:r>
                        <a:rPr lang="es-419" sz="2400" b="0" i="1" smtClean="0">
                          <a:latin typeface="Cambria Math" panose="02040503050406030204" pitchFamily="18" charset="0"/>
                        </a:rPr>
                        <m:t>=</m:t>
                      </m:r>
                      <m:f>
                        <m:fPr>
                          <m:ctrlPr>
                            <a:rPr lang="es-419" sz="2400" b="0" i="1" smtClean="0">
                              <a:latin typeface="Cambria Math" panose="02040503050406030204" pitchFamily="18" charset="0"/>
                            </a:rPr>
                          </m:ctrlPr>
                        </m:fPr>
                        <m:num>
                          <m:nary>
                            <m:naryPr>
                              <m:chr m:val="∑"/>
                              <m:subHide m:val="on"/>
                              <m:supHide m:val="on"/>
                              <m:ctrlPr>
                                <a:rPr lang="es-419" sz="2400" b="0" i="1" smtClean="0">
                                  <a:latin typeface="Cambria Math" panose="02040503050406030204" pitchFamily="18" charset="0"/>
                                </a:rPr>
                              </m:ctrlPr>
                            </m:naryPr>
                            <m:sub/>
                            <m:sup/>
                            <m:e>
                              <m:f>
                                <m:fPr>
                                  <m:type m:val="skw"/>
                                  <m:ctrlPr>
                                    <a:rPr lang="es-419" sz="2400" i="1">
                                      <a:latin typeface="Cambria Math" panose="02040503050406030204" pitchFamily="18" charset="0"/>
                                    </a:rPr>
                                  </m:ctrlPr>
                                </m:fPr>
                                <m:num>
                                  <m:r>
                                    <m:rPr>
                                      <m:sty m:val="p"/>
                                    </m:rPr>
                                    <a:rPr lang="es-419" sz="2400" b="0" i="1" smtClean="0">
                                      <a:latin typeface="Cambria Math" panose="02040503050406030204" pitchFamily="18" charset="0"/>
                                    </a:rPr>
                                    <m:t>E</m:t>
                                  </m:r>
                                  <m:sSub>
                                    <m:sSubPr>
                                      <m:ctrlPr>
                                        <a:rPr lang="es-419" sz="2400" b="0" i="1" smtClean="0">
                                          <a:latin typeface="Cambria Math" panose="02040503050406030204" pitchFamily="18" charset="0"/>
                                        </a:rPr>
                                      </m:ctrlPr>
                                    </m:sSubPr>
                                    <m:e>
                                      <m:r>
                                        <m:rPr>
                                          <m:sty m:val="p"/>
                                        </m:rPr>
                                        <a:rPr lang="es-419" sz="2400" b="0" i="1" smtClean="0">
                                          <a:latin typeface="Cambria Math" panose="02040503050406030204" pitchFamily="18" charset="0"/>
                                        </a:rPr>
                                        <m:t>I</m:t>
                                      </m:r>
                                    </m:e>
                                    <m:sub>
                                      <m:r>
                                        <m:rPr>
                                          <m:sty m:val="p"/>
                                        </m:rPr>
                                        <a:rPr lang="es-419" sz="2400" b="0" i="1" smtClean="0">
                                          <a:latin typeface="Cambria Math" panose="02040503050406030204" pitchFamily="18" charset="0"/>
                                        </a:rPr>
                                        <m:t>c</m:t>
                                      </m:r>
                                    </m:sub>
                                  </m:sSub>
                                </m:num>
                                <m:den>
                                  <m:sSub>
                                    <m:sSubPr>
                                      <m:ctrlPr>
                                        <a:rPr lang="es-419" sz="2400" i="1" smtClean="0">
                                          <a:latin typeface="Cambria Math" panose="02040503050406030204" pitchFamily="18" charset="0"/>
                                        </a:rPr>
                                      </m:ctrlPr>
                                    </m:sSubPr>
                                    <m:e>
                                      <m:r>
                                        <m:rPr>
                                          <m:sty m:val="p"/>
                                        </m:rPr>
                                        <a:rPr lang="es-419" sz="2400" b="0" i="1" smtClean="0">
                                          <a:latin typeface="Cambria Math" panose="02040503050406030204" pitchFamily="18" charset="0"/>
                                        </a:rPr>
                                        <m:t>L</m:t>
                                      </m:r>
                                    </m:e>
                                    <m:sub>
                                      <m:r>
                                        <m:rPr>
                                          <m:sty m:val="p"/>
                                        </m:rPr>
                                        <a:rPr lang="es-419" sz="2400" b="0" i="1" smtClean="0">
                                          <a:latin typeface="Cambria Math" panose="02040503050406030204" pitchFamily="18" charset="0"/>
                                        </a:rPr>
                                        <m:t>c</m:t>
                                      </m:r>
                                    </m:sub>
                                  </m:sSub>
                                </m:den>
                              </m:f>
                            </m:e>
                          </m:nary>
                        </m:num>
                        <m:den>
                          <m:nary>
                            <m:naryPr>
                              <m:chr m:val="∑"/>
                              <m:subHide m:val="on"/>
                              <m:supHide m:val="on"/>
                              <m:ctrlPr>
                                <a:rPr lang="es-419" sz="2400" i="1">
                                  <a:latin typeface="Cambria Math" panose="02040503050406030204" pitchFamily="18" charset="0"/>
                                </a:rPr>
                              </m:ctrlPr>
                            </m:naryPr>
                            <m:sub/>
                            <m:sup/>
                            <m:e>
                              <m:f>
                                <m:fPr>
                                  <m:type m:val="skw"/>
                                  <m:ctrlPr>
                                    <a:rPr lang="es-419" sz="2400" i="1">
                                      <a:latin typeface="Cambria Math" panose="02040503050406030204" pitchFamily="18" charset="0"/>
                                    </a:rPr>
                                  </m:ctrlPr>
                                </m:fPr>
                                <m:num>
                                  <m:r>
                                    <m:rPr>
                                      <m:sty m:val="p"/>
                                    </m:rPr>
                                    <a:rPr lang="es-419" sz="2400" i="1">
                                      <a:latin typeface="Cambria Math" panose="02040503050406030204" pitchFamily="18" charset="0"/>
                                    </a:rPr>
                                    <m:t>E</m:t>
                                  </m:r>
                                  <m:sSub>
                                    <m:sSubPr>
                                      <m:ctrlPr>
                                        <a:rPr lang="es-419" sz="2400" i="1">
                                          <a:latin typeface="Cambria Math" panose="02040503050406030204" pitchFamily="18" charset="0"/>
                                        </a:rPr>
                                      </m:ctrlPr>
                                    </m:sSubPr>
                                    <m:e>
                                      <m:r>
                                        <m:rPr>
                                          <m:sty m:val="p"/>
                                        </m:rPr>
                                        <a:rPr lang="es-419" sz="2400" i="1">
                                          <a:latin typeface="Cambria Math" panose="02040503050406030204" pitchFamily="18" charset="0"/>
                                        </a:rPr>
                                        <m:t>I</m:t>
                                      </m:r>
                                    </m:e>
                                    <m:sub>
                                      <m:r>
                                        <m:rPr>
                                          <m:sty m:val="p"/>
                                        </m:rPr>
                                        <a:rPr lang="es-419" sz="2400" b="0" i="1" smtClean="0">
                                          <a:latin typeface="Cambria Math" panose="02040503050406030204" pitchFamily="18" charset="0"/>
                                        </a:rPr>
                                        <m:t>v</m:t>
                                      </m:r>
                                    </m:sub>
                                  </m:sSub>
                                </m:num>
                                <m:den>
                                  <m:sSub>
                                    <m:sSubPr>
                                      <m:ctrlPr>
                                        <a:rPr lang="es-419" sz="2400" i="1">
                                          <a:latin typeface="Cambria Math" panose="02040503050406030204" pitchFamily="18" charset="0"/>
                                        </a:rPr>
                                      </m:ctrlPr>
                                    </m:sSubPr>
                                    <m:e>
                                      <m:r>
                                        <m:rPr>
                                          <m:sty m:val="p"/>
                                        </m:rPr>
                                        <a:rPr lang="es-419" sz="2400" i="1">
                                          <a:latin typeface="Cambria Math" panose="02040503050406030204" pitchFamily="18" charset="0"/>
                                        </a:rPr>
                                        <m:t>L</m:t>
                                      </m:r>
                                    </m:e>
                                    <m:sub>
                                      <m:r>
                                        <m:rPr>
                                          <m:sty m:val="p"/>
                                        </m:rPr>
                                        <a:rPr lang="es-419" sz="2400" b="0" i="1" smtClean="0">
                                          <a:latin typeface="Cambria Math" panose="02040503050406030204" pitchFamily="18" charset="0"/>
                                        </a:rPr>
                                        <m:t>v</m:t>
                                      </m:r>
                                    </m:sub>
                                  </m:sSub>
                                </m:den>
                              </m:f>
                            </m:e>
                          </m:nary>
                        </m:den>
                      </m:f>
                    </m:oMath>
                  </m:oMathPara>
                </a14:m>
                <a:endParaRPr lang="es-CO" dirty="0"/>
              </a:p>
            </p:txBody>
          </p:sp>
        </mc:Choice>
        <mc:Fallback>
          <p:sp>
            <p:nvSpPr>
              <p:cNvPr id="28" name="CuadroTexto 27">
                <a:extLst>
                  <a:ext uri="{FF2B5EF4-FFF2-40B4-BE49-F238E27FC236}">
                    <a16:creationId xmlns:a16="http://schemas.microsoft.com/office/drawing/2014/main" id="{31C8780D-65F5-2B92-C158-502399E96C46}"/>
                  </a:ext>
                </a:extLst>
              </p:cNvPr>
              <p:cNvSpPr txBox="1">
                <a:spLocks noRot="1" noChangeAspect="1" noMove="1" noResize="1" noEditPoints="1" noAdjustHandles="1" noChangeArrowheads="1" noChangeShapeType="1" noTextEdit="1"/>
              </p:cNvSpPr>
              <p:nvPr/>
            </p:nvSpPr>
            <p:spPr>
              <a:xfrm>
                <a:off x="8681652" y="5555536"/>
                <a:ext cx="2014269" cy="1261179"/>
              </a:xfrm>
              <a:prstGeom prst="rect">
                <a:avLst/>
              </a:prstGeom>
              <a:blipFill>
                <a:blip r:embed="rId5"/>
                <a:stretch>
                  <a:fillRect l="-3125" t="-55000" r="-8125" b="-87000"/>
                </a:stretch>
              </a:blipFill>
            </p:spPr>
            <p:txBody>
              <a:bodyPr/>
              <a:lstStyle/>
              <a:p>
                <a:r>
                  <a:rPr lang="es-CO">
                    <a:noFill/>
                  </a:rPr>
                  <a:t> </a:t>
                </a:r>
              </a:p>
            </p:txBody>
          </p:sp>
        </mc:Fallback>
      </mc:AlternateContent>
      <p:sp>
        <p:nvSpPr>
          <p:cNvPr id="4" name="Rectángulo 3">
            <a:extLst>
              <a:ext uri="{FF2B5EF4-FFF2-40B4-BE49-F238E27FC236}">
                <a16:creationId xmlns:a16="http://schemas.microsoft.com/office/drawing/2014/main" id="{6E87871A-1F01-A40B-A4D5-D80BD5043114}"/>
              </a:ext>
            </a:extLst>
          </p:cNvPr>
          <p:cNvSpPr/>
          <p:nvPr/>
        </p:nvSpPr>
        <p:spPr>
          <a:xfrm>
            <a:off x="574694" y="4666676"/>
            <a:ext cx="508000" cy="1306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BA56571D-6F38-4DD3-8C7D-953C06EDEBAD}"/>
              </a:ext>
            </a:extLst>
          </p:cNvPr>
          <p:cNvSpPr/>
          <p:nvPr/>
        </p:nvSpPr>
        <p:spPr>
          <a:xfrm>
            <a:off x="1890367" y="4666676"/>
            <a:ext cx="508000" cy="1306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a:extLst>
              <a:ext uri="{FF2B5EF4-FFF2-40B4-BE49-F238E27FC236}">
                <a16:creationId xmlns:a16="http://schemas.microsoft.com/office/drawing/2014/main" id="{5E7B3906-8DC3-3B04-B64E-A0B0111A566C}"/>
              </a:ext>
            </a:extLst>
          </p:cNvPr>
          <p:cNvSpPr/>
          <p:nvPr/>
        </p:nvSpPr>
        <p:spPr>
          <a:xfrm>
            <a:off x="3325939" y="4666676"/>
            <a:ext cx="508000" cy="1306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Rectángulo 7">
            <a:extLst>
              <a:ext uri="{FF2B5EF4-FFF2-40B4-BE49-F238E27FC236}">
                <a16:creationId xmlns:a16="http://schemas.microsoft.com/office/drawing/2014/main" id="{41FE7F2C-E799-5CD3-05BD-0FBEF6D3BD47}"/>
              </a:ext>
            </a:extLst>
          </p:cNvPr>
          <p:cNvSpPr/>
          <p:nvPr/>
        </p:nvSpPr>
        <p:spPr>
          <a:xfrm>
            <a:off x="4675768" y="4666676"/>
            <a:ext cx="508000" cy="1306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3" name="Conector recto 12">
            <a:extLst>
              <a:ext uri="{FF2B5EF4-FFF2-40B4-BE49-F238E27FC236}">
                <a16:creationId xmlns:a16="http://schemas.microsoft.com/office/drawing/2014/main" id="{0C7F1AA3-22A3-90EB-76ED-11394A7BF261}"/>
              </a:ext>
            </a:extLst>
          </p:cNvPr>
          <p:cNvCxnSpPr>
            <a:cxnSpLocks/>
          </p:cNvCxnSpPr>
          <p:nvPr/>
        </p:nvCxnSpPr>
        <p:spPr>
          <a:xfrm flipV="1">
            <a:off x="828694" y="2527463"/>
            <a:ext cx="0" cy="216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Conector recto 14">
            <a:extLst>
              <a:ext uri="{FF2B5EF4-FFF2-40B4-BE49-F238E27FC236}">
                <a16:creationId xmlns:a16="http://schemas.microsoft.com/office/drawing/2014/main" id="{FBC3E833-0AC7-B7EB-9D71-7D2E61D596A1}"/>
              </a:ext>
            </a:extLst>
          </p:cNvPr>
          <p:cNvCxnSpPr>
            <a:cxnSpLocks/>
          </p:cNvCxnSpPr>
          <p:nvPr/>
        </p:nvCxnSpPr>
        <p:spPr>
          <a:xfrm flipV="1">
            <a:off x="2119466" y="2541571"/>
            <a:ext cx="0" cy="216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Conector recto 15">
            <a:extLst>
              <a:ext uri="{FF2B5EF4-FFF2-40B4-BE49-F238E27FC236}">
                <a16:creationId xmlns:a16="http://schemas.microsoft.com/office/drawing/2014/main" id="{7BD2E010-931E-BACE-BC6D-79F30728AA85}"/>
              </a:ext>
            </a:extLst>
          </p:cNvPr>
          <p:cNvCxnSpPr>
            <a:cxnSpLocks/>
          </p:cNvCxnSpPr>
          <p:nvPr/>
        </p:nvCxnSpPr>
        <p:spPr>
          <a:xfrm flipV="1">
            <a:off x="3576809" y="2527463"/>
            <a:ext cx="0" cy="216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Conector recto 25">
            <a:extLst>
              <a:ext uri="{FF2B5EF4-FFF2-40B4-BE49-F238E27FC236}">
                <a16:creationId xmlns:a16="http://schemas.microsoft.com/office/drawing/2014/main" id="{C772AC07-6BA3-8ADE-BDE4-C852894579AB}"/>
              </a:ext>
            </a:extLst>
          </p:cNvPr>
          <p:cNvCxnSpPr>
            <a:cxnSpLocks/>
          </p:cNvCxnSpPr>
          <p:nvPr/>
        </p:nvCxnSpPr>
        <p:spPr>
          <a:xfrm flipV="1">
            <a:off x="4931554" y="3586676"/>
            <a:ext cx="0" cy="108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Conector recto 28">
            <a:extLst>
              <a:ext uri="{FF2B5EF4-FFF2-40B4-BE49-F238E27FC236}">
                <a16:creationId xmlns:a16="http://schemas.microsoft.com/office/drawing/2014/main" id="{CD0A8343-55FB-70F0-90FA-BB8B696A837D}"/>
              </a:ext>
            </a:extLst>
          </p:cNvPr>
          <p:cNvCxnSpPr>
            <a:cxnSpLocks/>
          </p:cNvCxnSpPr>
          <p:nvPr/>
        </p:nvCxnSpPr>
        <p:spPr>
          <a:xfrm flipH="1" flipV="1">
            <a:off x="826130" y="3593933"/>
            <a:ext cx="4104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Conector recto 31">
            <a:extLst>
              <a:ext uri="{FF2B5EF4-FFF2-40B4-BE49-F238E27FC236}">
                <a16:creationId xmlns:a16="http://schemas.microsoft.com/office/drawing/2014/main" id="{1C147D90-82CC-1EA6-C0B9-6BBFD78036FE}"/>
              </a:ext>
            </a:extLst>
          </p:cNvPr>
          <p:cNvCxnSpPr>
            <a:cxnSpLocks/>
          </p:cNvCxnSpPr>
          <p:nvPr/>
        </p:nvCxnSpPr>
        <p:spPr>
          <a:xfrm flipH="1">
            <a:off x="820658" y="2534314"/>
            <a:ext cx="2756151" cy="0"/>
          </a:xfrm>
          <a:prstGeom prst="line">
            <a:avLst/>
          </a:prstGeom>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81E0A52A-8996-3407-8B4D-991833F7A921}"/>
              </a:ext>
            </a:extLst>
          </p:cNvPr>
          <p:cNvSpPr txBox="1"/>
          <p:nvPr/>
        </p:nvSpPr>
        <p:spPr>
          <a:xfrm>
            <a:off x="0" y="3883234"/>
            <a:ext cx="1596572" cy="338554"/>
          </a:xfrm>
          <a:prstGeom prst="rect">
            <a:avLst/>
          </a:prstGeom>
          <a:noFill/>
        </p:spPr>
        <p:txBody>
          <a:bodyPr wrap="square">
            <a:spAutoFit/>
          </a:bodyPr>
          <a:lstStyle/>
          <a:p>
            <a:r>
              <a:rPr lang="es-CO" sz="1600" dirty="0"/>
              <a:t>3.50</a:t>
            </a:r>
          </a:p>
        </p:txBody>
      </p:sp>
      <p:cxnSp>
        <p:nvCxnSpPr>
          <p:cNvPr id="36" name="Conector recto de flecha 35">
            <a:extLst>
              <a:ext uri="{FF2B5EF4-FFF2-40B4-BE49-F238E27FC236}">
                <a16:creationId xmlns:a16="http://schemas.microsoft.com/office/drawing/2014/main" id="{8872E3AF-99A4-2D33-40C8-64233552CF4B}"/>
              </a:ext>
            </a:extLst>
          </p:cNvPr>
          <p:cNvCxnSpPr/>
          <p:nvPr/>
        </p:nvCxnSpPr>
        <p:spPr>
          <a:xfrm flipV="1">
            <a:off x="497995" y="3593933"/>
            <a:ext cx="0" cy="107274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 name="Conector recto de flecha 36">
            <a:extLst>
              <a:ext uri="{FF2B5EF4-FFF2-40B4-BE49-F238E27FC236}">
                <a16:creationId xmlns:a16="http://schemas.microsoft.com/office/drawing/2014/main" id="{3775C7E7-FBDD-6035-E99C-EEF7340FEAFD}"/>
              </a:ext>
            </a:extLst>
          </p:cNvPr>
          <p:cNvCxnSpPr/>
          <p:nvPr/>
        </p:nvCxnSpPr>
        <p:spPr>
          <a:xfrm flipV="1">
            <a:off x="497995" y="2527463"/>
            <a:ext cx="0" cy="107274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8" name="CuadroTexto 37">
            <a:extLst>
              <a:ext uri="{FF2B5EF4-FFF2-40B4-BE49-F238E27FC236}">
                <a16:creationId xmlns:a16="http://schemas.microsoft.com/office/drawing/2014/main" id="{2EFEDE18-1875-262F-92B9-CD0FB4F4F569}"/>
              </a:ext>
            </a:extLst>
          </p:cNvPr>
          <p:cNvSpPr txBox="1"/>
          <p:nvPr/>
        </p:nvSpPr>
        <p:spPr>
          <a:xfrm>
            <a:off x="15115" y="2903486"/>
            <a:ext cx="1596572" cy="338554"/>
          </a:xfrm>
          <a:prstGeom prst="rect">
            <a:avLst/>
          </a:prstGeom>
          <a:noFill/>
        </p:spPr>
        <p:txBody>
          <a:bodyPr wrap="square">
            <a:spAutoFit/>
          </a:bodyPr>
          <a:lstStyle/>
          <a:p>
            <a:r>
              <a:rPr lang="es-CO" sz="1600" dirty="0"/>
              <a:t>3.00</a:t>
            </a:r>
          </a:p>
        </p:txBody>
      </p:sp>
      <p:sp>
        <p:nvSpPr>
          <p:cNvPr id="40" name="CuadroTexto 39">
            <a:extLst>
              <a:ext uri="{FF2B5EF4-FFF2-40B4-BE49-F238E27FC236}">
                <a16:creationId xmlns:a16="http://schemas.microsoft.com/office/drawing/2014/main" id="{6F9CFBA9-924B-23AC-7B04-09A1A87A3B8D}"/>
              </a:ext>
            </a:extLst>
          </p:cNvPr>
          <p:cNvSpPr txBox="1"/>
          <p:nvPr/>
        </p:nvSpPr>
        <p:spPr>
          <a:xfrm>
            <a:off x="1357087" y="887701"/>
            <a:ext cx="6981370" cy="923330"/>
          </a:xfrm>
          <a:prstGeom prst="rect">
            <a:avLst/>
          </a:prstGeom>
          <a:noFill/>
        </p:spPr>
        <p:txBody>
          <a:bodyPr wrap="square">
            <a:spAutoFit/>
          </a:bodyPr>
          <a:lstStyle/>
          <a:p>
            <a:pPr marL="0" indent="0" algn="just">
              <a:buNone/>
            </a:pPr>
            <a:r>
              <a:rPr lang="es-CO" sz="1800" dirty="0">
                <a:latin typeface="Arial" panose="020B0604020202020204" pitchFamily="34" charset="0"/>
                <a:cs typeface="Arial" panose="020B0604020202020204" pitchFamily="34" charset="0"/>
              </a:rPr>
              <a:t>Calcular el factor de longitud efectiva y la longitud efectiva de la columna central, en 1° y 2° piso, del pórtico de la figura. </a:t>
            </a:r>
          </a:p>
          <a:p>
            <a:pPr marL="0" indent="0" algn="just">
              <a:buNone/>
            </a:pPr>
            <a:r>
              <a:rPr lang="es-CO" sz="1800" dirty="0">
                <a:latin typeface="Arial" panose="020B0604020202020204" pitchFamily="34" charset="0"/>
                <a:cs typeface="Arial" panose="020B0604020202020204" pitchFamily="34" charset="0"/>
              </a:rPr>
              <a:t>Vigas 30x40 Columnas 40x60. Determine si la columna es esbelta</a:t>
            </a:r>
          </a:p>
        </p:txBody>
      </p:sp>
      <p:cxnSp>
        <p:nvCxnSpPr>
          <p:cNvPr id="41" name="Conector recto de flecha 40">
            <a:extLst>
              <a:ext uri="{FF2B5EF4-FFF2-40B4-BE49-F238E27FC236}">
                <a16:creationId xmlns:a16="http://schemas.microsoft.com/office/drawing/2014/main" id="{AB2036B1-9A41-882C-2210-9F42DCF5D929}"/>
              </a:ext>
            </a:extLst>
          </p:cNvPr>
          <p:cNvCxnSpPr>
            <a:cxnSpLocks/>
          </p:cNvCxnSpPr>
          <p:nvPr/>
        </p:nvCxnSpPr>
        <p:spPr>
          <a:xfrm flipH="1">
            <a:off x="842429" y="5039348"/>
            <a:ext cx="1277037"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3" name="Conector recto de flecha 42">
            <a:extLst>
              <a:ext uri="{FF2B5EF4-FFF2-40B4-BE49-F238E27FC236}">
                <a16:creationId xmlns:a16="http://schemas.microsoft.com/office/drawing/2014/main" id="{92EAE594-AB5D-8B15-E85C-2473A5A05655}"/>
              </a:ext>
            </a:extLst>
          </p:cNvPr>
          <p:cNvCxnSpPr>
            <a:cxnSpLocks/>
          </p:cNvCxnSpPr>
          <p:nvPr/>
        </p:nvCxnSpPr>
        <p:spPr>
          <a:xfrm flipH="1">
            <a:off x="2119466" y="5035720"/>
            <a:ext cx="1457343"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5" name="Conector recto de flecha 44">
            <a:extLst>
              <a:ext uri="{FF2B5EF4-FFF2-40B4-BE49-F238E27FC236}">
                <a16:creationId xmlns:a16="http://schemas.microsoft.com/office/drawing/2014/main" id="{6EB4E6E7-D53A-12CF-36D0-FDF45EEAA83B}"/>
              </a:ext>
            </a:extLst>
          </p:cNvPr>
          <p:cNvCxnSpPr>
            <a:cxnSpLocks/>
          </p:cNvCxnSpPr>
          <p:nvPr/>
        </p:nvCxnSpPr>
        <p:spPr>
          <a:xfrm flipH="1">
            <a:off x="3576809" y="5035720"/>
            <a:ext cx="135332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7" name="CuadroTexto 46">
            <a:extLst>
              <a:ext uri="{FF2B5EF4-FFF2-40B4-BE49-F238E27FC236}">
                <a16:creationId xmlns:a16="http://schemas.microsoft.com/office/drawing/2014/main" id="{1EBDB163-CD95-9C9F-CE96-3B9F10EEC840}"/>
              </a:ext>
            </a:extLst>
          </p:cNvPr>
          <p:cNvSpPr txBox="1"/>
          <p:nvPr/>
        </p:nvSpPr>
        <p:spPr>
          <a:xfrm>
            <a:off x="1251565" y="5091219"/>
            <a:ext cx="638802" cy="338554"/>
          </a:xfrm>
          <a:prstGeom prst="rect">
            <a:avLst/>
          </a:prstGeom>
          <a:noFill/>
        </p:spPr>
        <p:txBody>
          <a:bodyPr wrap="square">
            <a:spAutoFit/>
          </a:bodyPr>
          <a:lstStyle/>
          <a:p>
            <a:r>
              <a:rPr lang="es-CO" sz="1600" dirty="0"/>
              <a:t>7.00</a:t>
            </a:r>
          </a:p>
        </p:txBody>
      </p:sp>
      <p:sp>
        <p:nvSpPr>
          <p:cNvPr id="48" name="CuadroTexto 47">
            <a:extLst>
              <a:ext uri="{FF2B5EF4-FFF2-40B4-BE49-F238E27FC236}">
                <a16:creationId xmlns:a16="http://schemas.microsoft.com/office/drawing/2014/main" id="{AB24F592-3CC9-4FC8-6E25-9204F3E568EE}"/>
              </a:ext>
            </a:extLst>
          </p:cNvPr>
          <p:cNvSpPr txBox="1"/>
          <p:nvPr/>
        </p:nvSpPr>
        <p:spPr>
          <a:xfrm>
            <a:off x="2643595" y="5091219"/>
            <a:ext cx="638802" cy="338554"/>
          </a:xfrm>
          <a:prstGeom prst="rect">
            <a:avLst/>
          </a:prstGeom>
          <a:noFill/>
        </p:spPr>
        <p:txBody>
          <a:bodyPr wrap="square">
            <a:spAutoFit/>
          </a:bodyPr>
          <a:lstStyle/>
          <a:p>
            <a:r>
              <a:rPr lang="es-CO" sz="1600" dirty="0"/>
              <a:t>8.00</a:t>
            </a:r>
          </a:p>
        </p:txBody>
      </p:sp>
      <p:sp>
        <p:nvSpPr>
          <p:cNvPr id="49" name="CuadroTexto 48">
            <a:extLst>
              <a:ext uri="{FF2B5EF4-FFF2-40B4-BE49-F238E27FC236}">
                <a16:creationId xmlns:a16="http://schemas.microsoft.com/office/drawing/2014/main" id="{C50C2F56-5225-C9E7-7A36-C96D25286B9B}"/>
              </a:ext>
            </a:extLst>
          </p:cNvPr>
          <p:cNvSpPr txBox="1"/>
          <p:nvPr/>
        </p:nvSpPr>
        <p:spPr>
          <a:xfrm>
            <a:off x="4013468" y="5091219"/>
            <a:ext cx="638802" cy="338554"/>
          </a:xfrm>
          <a:prstGeom prst="rect">
            <a:avLst/>
          </a:prstGeom>
          <a:noFill/>
        </p:spPr>
        <p:txBody>
          <a:bodyPr wrap="square">
            <a:spAutoFit/>
          </a:bodyPr>
          <a:lstStyle/>
          <a:p>
            <a:r>
              <a:rPr lang="es-CO" sz="1600" dirty="0"/>
              <a:t>6.00</a:t>
            </a:r>
          </a:p>
        </p:txBody>
      </p:sp>
      <p:sp>
        <p:nvSpPr>
          <p:cNvPr id="50" name="Rectángulo 49">
            <a:extLst>
              <a:ext uri="{FF2B5EF4-FFF2-40B4-BE49-F238E27FC236}">
                <a16:creationId xmlns:a16="http://schemas.microsoft.com/office/drawing/2014/main" id="{711A58C3-0C3D-2D81-D614-0D12DC1A25E7}"/>
              </a:ext>
            </a:extLst>
          </p:cNvPr>
          <p:cNvSpPr/>
          <p:nvPr/>
        </p:nvSpPr>
        <p:spPr>
          <a:xfrm>
            <a:off x="1847442" y="2417295"/>
            <a:ext cx="557802" cy="250304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6129485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FD9E1-41BF-65C9-CF5A-C70273EB2AB3}"/>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661293B-8849-CA23-49CE-D173AF52A13B}"/>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a:t>
            </a:r>
          </a:p>
        </p:txBody>
      </p:sp>
      <p:pic>
        <p:nvPicPr>
          <p:cNvPr id="3" name="Picture 12" descr="Se conmemoran 150 años de la Universidad Nacional de Colombia">
            <a:extLst>
              <a:ext uri="{FF2B5EF4-FFF2-40B4-BE49-F238E27FC236}">
                <a16:creationId xmlns:a16="http://schemas.microsoft.com/office/drawing/2014/main" id="{3C8E41C9-DE1C-631A-8D11-BB3546CA7DC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B16ACAD0-FB64-495D-00B5-A0F00E3A9942}"/>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2CE75889-CC92-7347-081A-6FCA274EF5D6}"/>
              </a:ext>
            </a:extLst>
          </p:cNvPr>
          <p:cNvSpPr txBox="1"/>
          <p:nvPr/>
        </p:nvSpPr>
        <p:spPr>
          <a:xfrm>
            <a:off x="3467100" y="1851720"/>
            <a:ext cx="5257800" cy="2308324"/>
          </a:xfrm>
          <a:prstGeom prst="rect">
            <a:avLst/>
          </a:prstGeom>
          <a:noFill/>
        </p:spPr>
        <p:txBody>
          <a:bodyPr wrap="square">
            <a:spAutoFit/>
          </a:bodyPr>
          <a:lstStyle/>
          <a:p>
            <a:pPr algn="ctr"/>
            <a:r>
              <a:rPr lang="es-CO" sz="4800" b="1" dirty="0"/>
              <a:t>EFECTOS DE SEGUNDO ORDEN</a:t>
            </a:r>
          </a:p>
        </p:txBody>
      </p:sp>
    </p:spTree>
    <p:extLst>
      <p:ext uri="{BB962C8B-B14F-4D97-AF65-F5344CB8AC3E}">
        <p14:creationId xmlns:p14="http://schemas.microsoft.com/office/powerpoint/2010/main" val="40609317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C39DA-9598-4804-61BF-0B6627D7D128}"/>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21B28E7F-57FA-8F63-78C8-389E646AD7A3}"/>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ESBELTAS</a:t>
            </a:r>
          </a:p>
        </p:txBody>
      </p:sp>
      <p:pic>
        <p:nvPicPr>
          <p:cNvPr id="3" name="Picture 12" descr="Se conmemoran 150 años de la Universidad Nacional de Colombia">
            <a:extLst>
              <a:ext uri="{FF2B5EF4-FFF2-40B4-BE49-F238E27FC236}">
                <a16:creationId xmlns:a16="http://schemas.microsoft.com/office/drawing/2014/main" id="{D53CE45A-1685-36FD-0A47-B62F564BF06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8CDF66EC-7DB8-7649-C105-CB6EB831ED86}"/>
              </a:ext>
            </a:extLst>
          </p:cNvPr>
          <p:cNvCxnSpPr>
            <a:cxnSpLocks/>
          </p:cNvCxnSpPr>
          <p:nvPr/>
        </p:nvCxnSpPr>
        <p:spPr>
          <a:xfrm>
            <a:off x="0" y="88770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30" name="CuadroTexto 29">
            <a:extLst>
              <a:ext uri="{FF2B5EF4-FFF2-40B4-BE49-F238E27FC236}">
                <a16:creationId xmlns:a16="http://schemas.microsoft.com/office/drawing/2014/main" id="{61198F0B-9A9F-7118-8D25-88B6D543595E}"/>
              </a:ext>
            </a:extLst>
          </p:cNvPr>
          <p:cNvSpPr txBox="1"/>
          <p:nvPr/>
        </p:nvSpPr>
        <p:spPr>
          <a:xfrm>
            <a:off x="125376" y="1608414"/>
            <a:ext cx="6168571" cy="2554545"/>
          </a:xfrm>
          <a:prstGeom prst="rect">
            <a:avLst/>
          </a:prstGeom>
          <a:noFill/>
        </p:spPr>
        <p:txBody>
          <a:bodyPr wrap="square">
            <a:spAutoFit/>
          </a:bodyPr>
          <a:lstStyle/>
          <a:p>
            <a:r>
              <a:rPr lang="es-CO" sz="2000" dirty="0"/>
              <a:t>Ocurre a nivel de toda la estructura o piso debido al desplazamiento lateral relativo provocado por fuerzas horizontales</a:t>
            </a:r>
          </a:p>
          <a:p>
            <a:r>
              <a:rPr lang="es-CO" sz="2000" dirty="0"/>
              <a:t>Las cargas gravitacionales totales de la edificación que bajan por ese piso ya no están alineadas con las bases de las columnas estructurales. Esto genera un momento de volcamiento global extra igual, el cual incrementa las solicitaciones</a:t>
            </a:r>
          </a:p>
        </p:txBody>
      </p:sp>
      <p:sp>
        <p:nvSpPr>
          <p:cNvPr id="31" name="CuadroTexto 30">
            <a:extLst>
              <a:ext uri="{FF2B5EF4-FFF2-40B4-BE49-F238E27FC236}">
                <a16:creationId xmlns:a16="http://schemas.microsoft.com/office/drawing/2014/main" id="{7A0B6584-3288-8502-54DF-72BF576F3A3B}"/>
              </a:ext>
            </a:extLst>
          </p:cNvPr>
          <p:cNvSpPr txBox="1"/>
          <p:nvPr/>
        </p:nvSpPr>
        <p:spPr>
          <a:xfrm>
            <a:off x="2264229" y="1175657"/>
            <a:ext cx="2778565" cy="430887"/>
          </a:xfrm>
          <a:prstGeom prst="rect">
            <a:avLst/>
          </a:prstGeom>
          <a:noFill/>
        </p:spPr>
        <p:txBody>
          <a:bodyPr wrap="square">
            <a:spAutoFit/>
          </a:bodyPr>
          <a:lstStyle/>
          <a:p>
            <a:pPr algn="just"/>
            <a:r>
              <a:rPr lang="es-CO" sz="2200" b="1" dirty="0"/>
              <a:t>Efecto P-</a:t>
            </a:r>
            <a:r>
              <a:rPr lang="es-CO" sz="2200" b="1" dirty="0">
                <a:latin typeface="Symbol" panose="05050102010706020507" pitchFamily="18" charset="2"/>
              </a:rPr>
              <a:t>D</a:t>
            </a:r>
          </a:p>
        </p:txBody>
      </p:sp>
      <p:cxnSp>
        <p:nvCxnSpPr>
          <p:cNvPr id="33" name="Conector recto 32">
            <a:extLst>
              <a:ext uri="{FF2B5EF4-FFF2-40B4-BE49-F238E27FC236}">
                <a16:creationId xmlns:a16="http://schemas.microsoft.com/office/drawing/2014/main" id="{14ECA1A9-B30C-DD31-B507-A9C7E465E58C}"/>
              </a:ext>
            </a:extLst>
          </p:cNvPr>
          <p:cNvCxnSpPr>
            <a:cxnSpLocks/>
          </p:cNvCxnSpPr>
          <p:nvPr/>
        </p:nvCxnSpPr>
        <p:spPr>
          <a:xfrm>
            <a:off x="6419322" y="1175657"/>
            <a:ext cx="0" cy="5682343"/>
          </a:xfrm>
          <a:prstGeom prst="line">
            <a:avLst/>
          </a:prstGeom>
        </p:spPr>
        <p:style>
          <a:lnRef idx="2">
            <a:schemeClr val="dk1"/>
          </a:lnRef>
          <a:fillRef idx="0">
            <a:schemeClr val="dk1"/>
          </a:fillRef>
          <a:effectRef idx="1">
            <a:schemeClr val="dk1"/>
          </a:effectRef>
          <a:fontRef idx="minor">
            <a:schemeClr val="tx1"/>
          </a:fontRef>
        </p:style>
      </p:cxnSp>
      <p:pic>
        <p:nvPicPr>
          <p:cNvPr id="39" name="Imagen 38">
            <a:extLst>
              <a:ext uri="{FF2B5EF4-FFF2-40B4-BE49-F238E27FC236}">
                <a16:creationId xmlns:a16="http://schemas.microsoft.com/office/drawing/2014/main" id="{F1D2CF5A-31F2-D51C-2264-410CFE473ACC}"/>
              </a:ext>
            </a:extLst>
          </p:cNvPr>
          <p:cNvPicPr>
            <a:picLocks noChangeAspect="1"/>
          </p:cNvPicPr>
          <p:nvPr/>
        </p:nvPicPr>
        <p:blipFill>
          <a:blip r:embed="rId4"/>
          <a:stretch>
            <a:fillRect/>
          </a:stretch>
        </p:blipFill>
        <p:spPr>
          <a:xfrm>
            <a:off x="981130" y="4162959"/>
            <a:ext cx="3723208" cy="2422835"/>
          </a:xfrm>
          <a:prstGeom prst="rect">
            <a:avLst/>
          </a:prstGeom>
        </p:spPr>
      </p:pic>
      <p:sp>
        <p:nvSpPr>
          <p:cNvPr id="44" name="CuadroTexto 43">
            <a:extLst>
              <a:ext uri="{FF2B5EF4-FFF2-40B4-BE49-F238E27FC236}">
                <a16:creationId xmlns:a16="http://schemas.microsoft.com/office/drawing/2014/main" id="{16B6C115-9E26-E16E-1CD3-4E514B3EEB24}"/>
              </a:ext>
            </a:extLst>
          </p:cNvPr>
          <p:cNvSpPr txBox="1"/>
          <p:nvPr/>
        </p:nvSpPr>
        <p:spPr>
          <a:xfrm>
            <a:off x="8955314" y="1226457"/>
            <a:ext cx="2778565" cy="430887"/>
          </a:xfrm>
          <a:prstGeom prst="rect">
            <a:avLst/>
          </a:prstGeom>
          <a:noFill/>
        </p:spPr>
        <p:txBody>
          <a:bodyPr wrap="square">
            <a:spAutoFit/>
          </a:bodyPr>
          <a:lstStyle/>
          <a:p>
            <a:pPr algn="just"/>
            <a:r>
              <a:rPr lang="es-CO" sz="2200" b="1" dirty="0"/>
              <a:t>Efecto P-</a:t>
            </a:r>
            <a:r>
              <a:rPr lang="es-CO" sz="2200" b="1" dirty="0">
                <a:latin typeface="Symbol" panose="05050102010706020507" pitchFamily="18" charset="2"/>
              </a:rPr>
              <a:t>d</a:t>
            </a:r>
          </a:p>
        </p:txBody>
      </p:sp>
      <p:sp>
        <p:nvSpPr>
          <p:cNvPr id="46" name="CuadroTexto 45">
            <a:extLst>
              <a:ext uri="{FF2B5EF4-FFF2-40B4-BE49-F238E27FC236}">
                <a16:creationId xmlns:a16="http://schemas.microsoft.com/office/drawing/2014/main" id="{7E32CEEB-F717-3A5E-88E9-36D9ACED34EE}"/>
              </a:ext>
            </a:extLst>
          </p:cNvPr>
          <p:cNvSpPr txBox="1"/>
          <p:nvPr/>
        </p:nvSpPr>
        <p:spPr>
          <a:xfrm>
            <a:off x="6419322" y="1606544"/>
            <a:ext cx="5651308" cy="1323439"/>
          </a:xfrm>
          <a:prstGeom prst="rect">
            <a:avLst/>
          </a:prstGeom>
          <a:noFill/>
        </p:spPr>
        <p:txBody>
          <a:bodyPr wrap="square">
            <a:spAutoFit/>
          </a:bodyPr>
          <a:lstStyle/>
          <a:p>
            <a:r>
              <a:rPr lang="es-CO" sz="2000" dirty="0"/>
              <a:t>La carga P ahora actúa a una distancia delta de la línea original del eje, creando un momento flector adicional igual a </a:t>
            </a:r>
            <a:r>
              <a:rPr lang="es-CO" sz="2000" dirty="0" err="1"/>
              <a:t>Pdelta</a:t>
            </a:r>
            <a:r>
              <a:rPr lang="es-CO" sz="2000" dirty="0"/>
              <a:t>. Este momento adicional aumenta la flexión.</a:t>
            </a:r>
          </a:p>
        </p:txBody>
      </p:sp>
      <p:graphicFrame>
        <p:nvGraphicFramePr>
          <p:cNvPr id="51" name="Objeto 50">
            <a:extLst>
              <a:ext uri="{FF2B5EF4-FFF2-40B4-BE49-F238E27FC236}">
                <a16:creationId xmlns:a16="http://schemas.microsoft.com/office/drawing/2014/main" id="{04C805B7-045D-592A-022D-B3D088C634AE}"/>
              </a:ext>
            </a:extLst>
          </p:cNvPr>
          <p:cNvGraphicFramePr>
            <a:graphicFrameLocks noChangeAspect="1"/>
          </p:cNvGraphicFramePr>
          <p:nvPr>
            <p:extLst>
              <p:ext uri="{D42A27DB-BD31-4B8C-83A1-F6EECF244321}">
                <p14:modId xmlns:p14="http://schemas.microsoft.com/office/powerpoint/2010/main" val="3344506200"/>
              </p:ext>
            </p:extLst>
          </p:nvPr>
        </p:nvGraphicFramePr>
        <p:xfrm>
          <a:off x="7570727" y="3429000"/>
          <a:ext cx="3348498" cy="3333482"/>
        </p:xfrm>
        <a:graphic>
          <a:graphicData uri="http://schemas.openxmlformats.org/presentationml/2006/ole">
            <mc:AlternateContent xmlns:mc="http://schemas.openxmlformats.org/markup-compatibility/2006">
              <mc:Choice xmlns:v="urn:schemas-microsoft-com:vml" Requires="v">
                <p:oleObj name="AutoCAD LT Drawing" r:id="rId5" imgW="4248000" imgH="4229280" progId="AutoCADLT.Drawing.20">
                  <p:embed/>
                </p:oleObj>
              </mc:Choice>
              <mc:Fallback>
                <p:oleObj name="AutoCAD LT Drawing" r:id="rId5" imgW="4248000" imgH="4229280" progId="AutoCADLT.Drawing.20">
                  <p:embed/>
                  <p:pic>
                    <p:nvPicPr>
                      <p:cNvPr id="51" name="Objeto 50">
                        <a:extLst>
                          <a:ext uri="{FF2B5EF4-FFF2-40B4-BE49-F238E27FC236}">
                            <a16:creationId xmlns:a16="http://schemas.microsoft.com/office/drawing/2014/main" id="{04C805B7-045D-592A-022D-B3D088C634AE}"/>
                          </a:ext>
                        </a:extLst>
                      </p:cNvPr>
                      <p:cNvPicPr/>
                      <p:nvPr/>
                    </p:nvPicPr>
                    <p:blipFill>
                      <a:blip r:embed="rId6"/>
                      <a:stretch>
                        <a:fillRect/>
                      </a:stretch>
                    </p:blipFill>
                    <p:spPr>
                      <a:xfrm>
                        <a:off x="7570727" y="3429000"/>
                        <a:ext cx="3348498" cy="3333482"/>
                      </a:xfrm>
                      <a:prstGeom prst="rect">
                        <a:avLst/>
                      </a:prstGeom>
                    </p:spPr>
                  </p:pic>
                </p:oleObj>
              </mc:Fallback>
            </mc:AlternateContent>
          </a:graphicData>
        </a:graphic>
      </p:graphicFrame>
    </p:spTree>
    <p:extLst>
      <p:ext uri="{BB962C8B-B14F-4D97-AF65-F5344CB8AC3E}">
        <p14:creationId xmlns:p14="http://schemas.microsoft.com/office/powerpoint/2010/main" val="944768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44" grpId="0" build="allAtOnce"/>
      <p:bldP spid="4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897AB-FEBE-8288-F4A4-31DE51A7581F}"/>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46042CD1-8D3D-4C19-ACEB-8FB59B8D5FAE}"/>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ESBELTAS</a:t>
            </a:r>
          </a:p>
        </p:txBody>
      </p:sp>
      <p:pic>
        <p:nvPicPr>
          <p:cNvPr id="3" name="Picture 12" descr="Se conmemoran 150 años de la Universidad Nacional de Colombia">
            <a:extLst>
              <a:ext uri="{FF2B5EF4-FFF2-40B4-BE49-F238E27FC236}">
                <a16:creationId xmlns:a16="http://schemas.microsoft.com/office/drawing/2014/main" id="{38C79744-E61C-3846-2938-280B665AC7D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6FF8C193-7F9E-AEE6-FB71-ED7759999878}"/>
              </a:ext>
            </a:extLst>
          </p:cNvPr>
          <p:cNvCxnSpPr>
            <a:cxnSpLocks/>
          </p:cNvCxnSpPr>
          <p:nvPr/>
        </p:nvCxnSpPr>
        <p:spPr>
          <a:xfrm>
            <a:off x="0" y="88770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6" name="CuadroTexto 5">
            <a:extLst>
              <a:ext uri="{FF2B5EF4-FFF2-40B4-BE49-F238E27FC236}">
                <a16:creationId xmlns:a16="http://schemas.microsoft.com/office/drawing/2014/main" id="{D62ACC14-8FAC-354F-F231-B035E0E48B11}"/>
              </a:ext>
            </a:extLst>
          </p:cNvPr>
          <p:cNvSpPr txBox="1"/>
          <p:nvPr/>
        </p:nvSpPr>
        <p:spPr>
          <a:xfrm>
            <a:off x="65315" y="2791545"/>
            <a:ext cx="2778565" cy="769441"/>
          </a:xfrm>
          <a:prstGeom prst="rect">
            <a:avLst/>
          </a:prstGeom>
          <a:noFill/>
        </p:spPr>
        <p:txBody>
          <a:bodyPr wrap="square">
            <a:spAutoFit/>
          </a:bodyPr>
          <a:lstStyle/>
          <a:p>
            <a:pPr algn="just"/>
            <a:r>
              <a:rPr lang="es-CO" sz="2200" b="1" dirty="0"/>
              <a:t>Efectos de segundo orden</a:t>
            </a:r>
            <a:endParaRPr lang="es-CO" sz="2200" b="1" dirty="0">
              <a:latin typeface="Symbol" panose="05050102010706020507" pitchFamily="18" charset="2"/>
            </a:endParaRPr>
          </a:p>
        </p:txBody>
      </p:sp>
      <p:sp>
        <p:nvSpPr>
          <p:cNvPr id="7" name="CuadroTexto 6">
            <a:extLst>
              <a:ext uri="{FF2B5EF4-FFF2-40B4-BE49-F238E27FC236}">
                <a16:creationId xmlns:a16="http://schemas.microsoft.com/office/drawing/2014/main" id="{48D78DB7-BCE0-71DF-4CB3-CE6B4ABD107A}"/>
              </a:ext>
            </a:extLst>
          </p:cNvPr>
          <p:cNvSpPr txBox="1"/>
          <p:nvPr/>
        </p:nvSpPr>
        <p:spPr>
          <a:xfrm>
            <a:off x="5130802" y="1369145"/>
            <a:ext cx="2778565" cy="769441"/>
          </a:xfrm>
          <a:prstGeom prst="rect">
            <a:avLst/>
          </a:prstGeom>
          <a:noFill/>
        </p:spPr>
        <p:txBody>
          <a:bodyPr wrap="square">
            <a:spAutoFit/>
          </a:bodyPr>
          <a:lstStyle/>
          <a:p>
            <a:pPr algn="just"/>
            <a:r>
              <a:rPr lang="es-CO" sz="2200" b="1" dirty="0"/>
              <a:t>Análisis no lineal de segundo orden</a:t>
            </a:r>
            <a:endParaRPr lang="es-CO" sz="2200" b="1" dirty="0">
              <a:latin typeface="Symbol" panose="05050102010706020507" pitchFamily="18" charset="2"/>
            </a:endParaRPr>
          </a:p>
        </p:txBody>
      </p:sp>
      <p:sp>
        <p:nvSpPr>
          <p:cNvPr id="8" name="CuadroTexto 7">
            <a:extLst>
              <a:ext uri="{FF2B5EF4-FFF2-40B4-BE49-F238E27FC236}">
                <a16:creationId xmlns:a16="http://schemas.microsoft.com/office/drawing/2014/main" id="{6D575F30-2D0B-D9A4-B5C5-11AE2B220A37}"/>
              </a:ext>
            </a:extLst>
          </p:cNvPr>
          <p:cNvSpPr txBox="1"/>
          <p:nvPr/>
        </p:nvSpPr>
        <p:spPr>
          <a:xfrm>
            <a:off x="5130801" y="2791545"/>
            <a:ext cx="2778565" cy="769441"/>
          </a:xfrm>
          <a:prstGeom prst="rect">
            <a:avLst/>
          </a:prstGeom>
          <a:noFill/>
        </p:spPr>
        <p:txBody>
          <a:bodyPr wrap="square">
            <a:spAutoFit/>
          </a:bodyPr>
          <a:lstStyle/>
          <a:p>
            <a:pPr algn="just"/>
            <a:r>
              <a:rPr lang="es-CO" sz="2200" b="1" dirty="0"/>
              <a:t>Análisis elástico de segundo orden</a:t>
            </a:r>
            <a:endParaRPr lang="es-CO" sz="2200" b="1" dirty="0">
              <a:latin typeface="Symbol" panose="05050102010706020507" pitchFamily="18" charset="2"/>
            </a:endParaRPr>
          </a:p>
        </p:txBody>
      </p:sp>
      <p:sp>
        <p:nvSpPr>
          <p:cNvPr id="9" name="CuadroTexto 8">
            <a:extLst>
              <a:ext uri="{FF2B5EF4-FFF2-40B4-BE49-F238E27FC236}">
                <a16:creationId xmlns:a16="http://schemas.microsoft.com/office/drawing/2014/main" id="{79099771-E981-1795-D035-D0BE8AF85924}"/>
              </a:ext>
            </a:extLst>
          </p:cNvPr>
          <p:cNvSpPr txBox="1"/>
          <p:nvPr/>
        </p:nvSpPr>
        <p:spPr>
          <a:xfrm>
            <a:off x="5130801" y="4380859"/>
            <a:ext cx="2778565" cy="1107996"/>
          </a:xfrm>
          <a:prstGeom prst="rect">
            <a:avLst/>
          </a:prstGeom>
          <a:noFill/>
        </p:spPr>
        <p:txBody>
          <a:bodyPr wrap="square">
            <a:spAutoFit/>
          </a:bodyPr>
          <a:lstStyle/>
          <a:p>
            <a:pPr algn="just"/>
            <a:r>
              <a:rPr lang="es-CO" sz="2200" b="1" dirty="0"/>
              <a:t>Procedimiento de magnificación de momentos</a:t>
            </a:r>
            <a:endParaRPr lang="es-CO" sz="2200" b="1" dirty="0">
              <a:latin typeface="Symbol" panose="05050102010706020507" pitchFamily="18" charset="2"/>
            </a:endParaRPr>
          </a:p>
        </p:txBody>
      </p:sp>
      <p:sp>
        <p:nvSpPr>
          <p:cNvPr id="10" name="Forma libre: forma 9">
            <a:extLst>
              <a:ext uri="{FF2B5EF4-FFF2-40B4-BE49-F238E27FC236}">
                <a16:creationId xmlns:a16="http://schemas.microsoft.com/office/drawing/2014/main" id="{CBAC5FE0-B078-FE36-47FC-3661EDFDE3A4}"/>
              </a:ext>
            </a:extLst>
          </p:cNvPr>
          <p:cNvSpPr/>
          <p:nvPr/>
        </p:nvSpPr>
        <p:spPr>
          <a:xfrm>
            <a:off x="2989943" y="1626774"/>
            <a:ext cx="1611085" cy="994228"/>
          </a:xfrm>
          <a:custGeom>
            <a:avLst/>
            <a:gdLst>
              <a:gd name="csX0" fmla="*/ 0 w 1611085"/>
              <a:gd name="csY0" fmla="*/ 994228 h 994228"/>
              <a:gd name="csX1" fmla="*/ 602342 w 1611085"/>
              <a:gd name="csY1" fmla="*/ 261257 h 994228"/>
              <a:gd name="csX2" fmla="*/ 1611085 w 1611085"/>
              <a:gd name="csY2" fmla="*/ 0 h 994228"/>
            </a:gdLst>
            <a:ahLst/>
            <a:cxnLst>
              <a:cxn ang="0">
                <a:pos x="csX0" y="csY0"/>
              </a:cxn>
              <a:cxn ang="0">
                <a:pos x="csX1" y="csY1"/>
              </a:cxn>
              <a:cxn ang="0">
                <a:pos x="csX2" y="csY2"/>
              </a:cxn>
            </a:cxnLst>
            <a:rect l="l" t="t" r="r" b="b"/>
            <a:pathLst>
              <a:path w="1611085" h="994228">
                <a:moveTo>
                  <a:pt x="0" y="994228"/>
                </a:moveTo>
                <a:cubicBezTo>
                  <a:pt x="166914" y="710595"/>
                  <a:pt x="333828" y="426962"/>
                  <a:pt x="602342" y="261257"/>
                </a:cubicBezTo>
                <a:cubicBezTo>
                  <a:pt x="870856" y="95552"/>
                  <a:pt x="1497390" y="53219"/>
                  <a:pt x="1611085"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Forma libre: forma 10">
            <a:extLst>
              <a:ext uri="{FF2B5EF4-FFF2-40B4-BE49-F238E27FC236}">
                <a16:creationId xmlns:a16="http://schemas.microsoft.com/office/drawing/2014/main" id="{5ED10B28-6C3B-C5AF-0497-66C3762E8B4A}"/>
              </a:ext>
            </a:extLst>
          </p:cNvPr>
          <p:cNvSpPr/>
          <p:nvPr/>
        </p:nvSpPr>
        <p:spPr>
          <a:xfrm>
            <a:off x="2989943" y="3843830"/>
            <a:ext cx="1814285" cy="1436914"/>
          </a:xfrm>
          <a:custGeom>
            <a:avLst/>
            <a:gdLst>
              <a:gd name="csX0" fmla="*/ 0 w 1814285"/>
              <a:gd name="csY0" fmla="*/ 0 h 1436914"/>
              <a:gd name="csX1" fmla="*/ 348343 w 1814285"/>
              <a:gd name="csY1" fmla="*/ 1066800 h 1436914"/>
              <a:gd name="csX2" fmla="*/ 1814285 w 1814285"/>
              <a:gd name="csY2" fmla="*/ 1436914 h 1436914"/>
            </a:gdLst>
            <a:ahLst/>
            <a:cxnLst>
              <a:cxn ang="0">
                <a:pos x="csX0" y="csY0"/>
              </a:cxn>
              <a:cxn ang="0">
                <a:pos x="csX1" y="csY1"/>
              </a:cxn>
              <a:cxn ang="0">
                <a:pos x="csX2" y="csY2"/>
              </a:cxn>
            </a:cxnLst>
            <a:rect l="l" t="t" r="r" b="b"/>
            <a:pathLst>
              <a:path w="1814285" h="1436914">
                <a:moveTo>
                  <a:pt x="0" y="0"/>
                </a:moveTo>
                <a:cubicBezTo>
                  <a:pt x="22981" y="413657"/>
                  <a:pt x="45962" y="827314"/>
                  <a:pt x="348343" y="1066800"/>
                </a:cubicBezTo>
                <a:cubicBezTo>
                  <a:pt x="650724" y="1306286"/>
                  <a:pt x="1557866" y="1429657"/>
                  <a:pt x="1814285" y="1436914"/>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Forma libre: forma 11">
            <a:extLst>
              <a:ext uri="{FF2B5EF4-FFF2-40B4-BE49-F238E27FC236}">
                <a16:creationId xmlns:a16="http://schemas.microsoft.com/office/drawing/2014/main" id="{81355B6B-29CB-6F00-06B9-FAF4178076AC}"/>
              </a:ext>
            </a:extLst>
          </p:cNvPr>
          <p:cNvSpPr/>
          <p:nvPr/>
        </p:nvSpPr>
        <p:spPr>
          <a:xfrm>
            <a:off x="2989943" y="3036366"/>
            <a:ext cx="1988457" cy="130700"/>
          </a:xfrm>
          <a:custGeom>
            <a:avLst/>
            <a:gdLst>
              <a:gd name="csX0" fmla="*/ 0 w 1988457"/>
              <a:gd name="csY0" fmla="*/ 130700 h 130700"/>
              <a:gd name="csX1" fmla="*/ 1095829 w 1988457"/>
              <a:gd name="csY1" fmla="*/ 71 h 130700"/>
              <a:gd name="csX2" fmla="*/ 1988457 w 1988457"/>
              <a:gd name="csY2" fmla="*/ 116185 h 130700"/>
            </a:gdLst>
            <a:ahLst/>
            <a:cxnLst>
              <a:cxn ang="0">
                <a:pos x="csX0" y="csY0"/>
              </a:cxn>
              <a:cxn ang="0">
                <a:pos x="csX1" y="csY1"/>
              </a:cxn>
              <a:cxn ang="0">
                <a:pos x="csX2" y="csY2"/>
              </a:cxn>
            </a:cxnLst>
            <a:rect l="l" t="t" r="r" b="b"/>
            <a:pathLst>
              <a:path w="1988457" h="130700">
                <a:moveTo>
                  <a:pt x="0" y="130700"/>
                </a:moveTo>
                <a:cubicBezTo>
                  <a:pt x="382210" y="66595"/>
                  <a:pt x="764420" y="2490"/>
                  <a:pt x="1095829" y="71"/>
                </a:cubicBezTo>
                <a:cubicBezTo>
                  <a:pt x="1427238" y="-2348"/>
                  <a:pt x="1707847" y="56918"/>
                  <a:pt x="1988457" y="116185"/>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CuadroTexto 13">
            <a:extLst>
              <a:ext uri="{FF2B5EF4-FFF2-40B4-BE49-F238E27FC236}">
                <a16:creationId xmlns:a16="http://schemas.microsoft.com/office/drawing/2014/main" id="{8766CAA6-8B0B-F75C-81D9-40A74A9510FC}"/>
              </a:ext>
            </a:extLst>
          </p:cNvPr>
          <p:cNvSpPr txBox="1"/>
          <p:nvPr/>
        </p:nvSpPr>
        <p:spPr>
          <a:xfrm>
            <a:off x="359228" y="5970299"/>
            <a:ext cx="11731172" cy="923330"/>
          </a:xfrm>
          <a:prstGeom prst="rect">
            <a:avLst/>
          </a:prstGeom>
          <a:noFill/>
        </p:spPr>
        <p:txBody>
          <a:bodyPr wrap="square">
            <a:spAutoFit/>
          </a:bodyPr>
          <a:lstStyle/>
          <a:p>
            <a:r>
              <a:rPr lang="es-CO" b="1" dirty="0"/>
              <a:t>NOTA:</a:t>
            </a:r>
            <a:r>
              <a:rPr lang="es-CO" dirty="0"/>
              <a:t> Los momentos totales, incluyendo los efectos de segundo orden, de elementos en compresión, vigas de restricción u otros elementos estructurales no deben exceder 1.4 veces los momentos debidos a los efectos de primer orden. </a:t>
            </a:r>
          </a:p>
        </p:txBody>
      </p:sp>
      <p:sp>
        <p:nvSpPr>
          <p:cNvPr id="16" name="CuadroTexto 15">
            <a:extLst>
              <a:ext uri="{FF2B5EF4-FFF2-40B4-BE49-F238E27FC236}">
                <a16:creationId xmlns:a16="http://schemas.microsoft.com/office/drawing/2014/main" id="{39D6F41F-ECB7-6DA6-F999-59D113299188}"/>
              </a:ext>
            </a:extLst>
          </p:cNvPr>
          <p:cNvSpPr txBox="1"/>
          <p:nvPr/>
        </p:nvSpPr>
        <p:spPr>
          <a:xfrm>
            <a:off x="8332122" y="969035"/>
            <a:ext cx="3859878" cy="1477328"/>
          </a:xfrm>
          <a:prstGeom prst="rect">
            <a:avLst/>
          </a:prstGeom>
          <a:noFill/>
        </p:spPr>
        <p:txBody>
          <a:bodyPr wrap="square">
            <a:spAutoFit/>
          </a:bodyPr>
          <a:lstStyle/>
          <a:p>
            <a:pPr>
              <a:buNone/>
            </a:pPr>
            <a:r>
              <a:rPr lang="es-CO" dirty="0">
                <a:effectLst/>
                <a:latin typeface="Aptos "/>
              </a:rPr>
              <a:t>Considera la No linealidad geométrica</a:t>
            </a:r>
            <a:r>
              <a:rPr lang="es-CO" dirty="0">
                <a:latin typeface="Aptos "/>
              </a:rPr>
              <a:t> (</a:t>
            </a:r>
            <a:r>
              <a:rPr lang="es-CO" dirty="0">
                <a:effectLst/>
                <a:latin typeface="Aptos "/>
              </a:rPr>
              <a:t>P</a:t>
            </a:r>
            <a:r>
              <a:rPr lang="es-CO" dirty="0">
                <a:effectLst/>
                <a:latin typeface="Symbol" panose="05050102010706020507" pitchFamily="18" charset="2"/>
              </a:rPr>
              <a:t>D</a:t>
            </a:r>
            <a:r>
              <a:rPr lang="es-CO" dirty="0">
                <a:effectLst/>
                <a:latin typeface="Aptos "/>
              </a:rPr>
              <a:t> y P</a:t>
            </a:r>
            <a:r>
              <a:rPr lang="es-CO" dirty="0">
                <a:effectLst/>
                <a:latin typeface="Symbol" panose="05050102010706020507" pitchFamily="18" charset="2"/>
              </a:rPr>
              <a:t>d</a:t>
            </a:r>
            <a:r>
              <a:rPr lang="es-CO" dirty="0">
                <a:effectLst/>
                <a:latin typeface="Aptos "/>
              </a:rPr>
              <a:t>)</a:t>
            </a:r>
            <a:r>
              <a:rPr lang="es-CO" dirty="0">
                <a:latin typeface="Aptos "/>
              </a:rPr>
              <a:t> y </a:t>
            </a:r>
            <a:r>
              <a:rPr lang="es-CO" dirty="0">
                <a:effectLst/>
                <a:latin typeface="Aptos "/>
              </a:rPr>
              <a:t>No linealidad del material Modifica la rigidez de los elementos Considera la fisuración progresiva de las secciones</a:t>
            </a:r>
          </a:p>
        </p:txBody>
      </p:sp>
      <p:sp>
        <p:nvSpPr>
          <p:cNvPr id="17" name="CuadroTexto 16">
            <a:extLst>
              <a:ext uri="{FF2B5EF4-FFF2-40B4-BE49-F238E27FC236}">
                <a16:creationId xmlns:a16="http://schemas.microsoft.com/office/drawing/2014/main" id="{9124FB57-BA1E-7F52-9488-F1368D91D7EF}"/>
              </a:ext>
            </a:extLst>
          </p:cNvPr>
          <p:cNvSpPr txBox="1"/>
          <p:nvPr/>
        </p:nvSpPr>
        <p:spPr>
          <a:xfrm>
            <a:off x="8390179" y="2807947"/>
            <a:ext cx="3859878" cy="1200329"/>
          </a:xfrm>
          <a:prstGeom prst="rect">
            <a:avLst/>
          </a:prstGeom>
          <a:noFill/>
        </p:spPr>
        <p:txBody>
          <a:bodyPr wrap="square">
            <a:spAutoFit/>
          </a:bodyPr>
          <a:lstStyle/>
          <a:p>
            <a:pPr>
              <a:buNone/>
            </a:pPr>
            <a:r>
              <a:rPr lang="es-CO" dirty="0">
                <a:effectLst/>
                <a:latin typeface="Aptos "/>
              </a:rPr>
              <a:t>Considera la No linealidad geométrica</a:t>
            </a:r>
            <a:r>
              <a:rPr lang="es-CO" dirty="0">
                <a:latin typeface="Aptos "/>
              </a:rPr>
              <a:t> (</a:t>
            </a:r>
            <a:r>
              <a:rPr lang="es-CO" dirty="0">
                <a:effectLst/>
                <a:latin typeface="Aptos "/>
              </a:rPr>
              <a:t>P</a:t>
            </a:r>
            <a:r>
              <a:rPr lang="es-CO" dirty="0">
                <a:effectLst/>
                <a:latin typeface="Symbol" panose="05050102010706020507" pitchFamily="18" charset="2"/>
              </a:rPr>
              <a:t>D</a:t>
            </a:r>
            <a:r>
              <a:rPr lang="es-CO" dirty="0">
                <a:effectLst/>
                <a:latin typeface="Aptos "/>
              </a:rPr>
              <a:t> y P</a:t>
            </a:r>
            <a:r>
              <a:rPr lang="es-CO" dirty="0">
                <a:effectLst/>
                <a:latin typeface="Symbol" panose="05050102010706020507" pitchFamily="18" charset="2"/>
              </a:rPr>
              <a:t>d</a:t>
            </a:r>
            <a:r>
              <a:rPr lang="es-CO" dirty="0">
                <a:effectLst/>
                <a:latin typeface="Aptos "/>
              </a:rPr>
              <a:t>)</a:t>
            </a:r>
            <a:r>
              <a:rPr lang="es-CO" dirty="0">
                <a:latin typeface="Aptos "/>
              </a:rPr>
              <a:t> y </a:t>
            </a:r>
            <a:r>
              <a:rPr lang="es-CO" dirty="0">
                <a:effectLst/>
                <a:latin typeface="Aptos "/>
              </a:rPr>
              <a:t>Linealidad del material por medio de fisuración de las secciones</a:t>
            </a:r>
          </a:p>
        </p:txBody>
      </p:sp>
      <p:sp>
        <p:nvSpPr>
          <p:cNvPr id="18" name="CuadroTexto 17">
            <a:extLst>
              <a:ext uri="{FF2B5EF4-FFF2-40B4-BE49-F238E27FC236}">
                <a16:creationId xmlns:a16="http://schemas.microsoft.com/office/drawing/2014/main" id="{976CA134-2688-53B6-2D25-ED287FF82178}"/>
              </a:ext>
            </a:extLst>
          </p:cNvPr>
          <p:cNvSpPr txBox="1"/>
          <p:nvPr/>
        </p:nvSpPr>
        <p:spPr>
          <a:xfrm>
            <a:off x="8390179" y="4411637"/>
            <a:ext cx="3859878" cy="1200329"/>
          </a:xfrm>
          <a:prstGeom prst="rect">
            <a:avLst/>
          </a:prstGeom>
          <a:noFill/>
        </p:spPr>
        <p:txBody>
          <a:bodyPr wrap="square">
            <a:spAutoFit/>
          </a:bodyPr>
          <a:lstStyle/>
          <a:p>
            <a:pPr>
              <a:buNone/>
            </a:pPr>
            <a:r>
              <a:rPr lang="es-CO" dirty="0">
                <a:effectLst/>
                <a:latin typeface="Aptos "/>
              </a:rPr>
              <a:t>Método simplificado diseñado para estimar los efectos de segundo orden a partir de un análisis simple de primer orden.</a:t>
            </a:r>
          </a:p>
        </p:txBody>
      </p:sp>
    </p:spTree>
    <p:extLst>
      <p:ext uri="{BB962C8B-B14F-4D97-AF65-F5344CB8AC3E}">
        <p14:creationId xmlns:p14="http://schemas.microsoft.com/office/powerpoint/2010/main" val="1808357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P spid="8" grpId="0" build="allAtOnce"/>
      <p:bldP spid="9" grpId="0" build="allAtOnce"/>
      <p:bldP spid="10" grpId="0" animBg="1"/>
      <p:bldP spid="11" grpId="0" animBg="1"/>
      <p:bldP spid="12" grpId="0" animBg="1"/>
      <p:bldP spid="14" grpId="0"/>
      <p:bldP spid="16" grpId="0"/>
      <p:bldP spid="17" grpId="0"/>
      <p:bldP spid="1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597BD-0BCD-2977-A28A-79C78F8B1881}"/>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20F6B0E7-B781-F18C-ABBB-849C298C9A54}"/>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ESBELTAS</a:t>
            </a:r>
          </a:p>
        </p:txBody>
      </p:sp>
      <p:pic>
        <p:nvPicPr>
          <p:cNvPr id="3" name="Picture 12" descr="Se conmemoran 150 años de la Universidad Nacional de Colombia">
            <a:extLst>
              <a:ext uri="{FF2B5EF4-FFF2-40B4-BE49-F238E27FC236}">
                <a16:creationId xmlns:a16="http://schemas.microsoft.com/office/drawing/2014/main" id="{B13C7B64-B879-5BF4-218D-24466DE75B9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349B6DA3-FFBE-A92C-27E2-C3B0DBF15EAF}"/>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1665B111-5E0C-2971-EF1F-815F74CABE6C}"/>
              </a:ext>
            </a:extLst>
          </p:cNvPr>
          <p:cNvSpPr txBox="1"/>
          <p:nvPr/>
        </p:nvSpPr>
        <p:spPr>
          <a:xfrm>
            <a:off x="0" y="960004"/>
            <a:ext cx="8162931" cy="461665"/>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Magnificación de momentos</a:t>
            </a:r>
          </a:p>
        </p:txBody>
      </p:sp>
      <mc:AlternateContent xmlns:mc="http://schemas.openxmlformats.org/markup-compatibility/2006">
        <mc:Choice xmlns:a14="http://schemas.microsoft.com/office/drawing/2010/main" Requires="a14">
          <p:sp>
            <p:nvSpPr>
              <p:cNvPr id="28" name="CuadroTexto 27">
                <a:extLst>
                  <a:ext uri="{FF2B5EF4-FFF2-40B4-BE49-F238E27FC236}">
                    <a16:creationId xmlns:a16="http://schemas.microsoft.com/office/drawing/2014/main" id="{BB07530D-BC9D-B4A1-8D95-8F4BE5D7DB31}"/>
                  </a:ext>
                </a:extLst>
              </p:cNvPr>
              <p:cNvSpPr txBox="1"/>
              <p:nvPr/>
            </p:nvSpPr>
            <p:spPr>
              <a:xfrm>
                <a:off x="6901880" y="2032729"/>
                <a:ext cx="2522101" cy="7764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419" sz="2400" i="1">
                          <a:latin typeface="Cambria Math" panose="02040503050406030204" pitchFamily="18" charset="0"/>
                        </a:rPr>
                        <m:t>Q</m:t>
                      </m:r>
                      <m:r>
                        <a:rPr lang="es-419" sz="2400" b="0" i="1" smtClean="0">
                          <a:latin typeface="Cambria Math" panose="02040503050406030204" pitchFamily="18" charset="0"/>
                        </a:rPr>
                        <m:t>=</m:t>
                      </m:r>
                      <m:f>
                        <m:fPr>
                          <m:ctrlPr>
                            <a:rPr lang="es-419" sz="2400" b="0" i="1" smtClean="0">
                              <a:latin typeface="Cambria Math" panose="02040503050406030204" pitchFamily="18" charset="0"/>
                            </a:rPr>
                          </m:ctrlPr>
                        </m:fPr>
                        <m:num>
                          <m:nary>
                            <m:naryPr>
                              <m:chr m:val="∑"/>
                              <m:subHide m:val="on"/>
                              <m:supHide m:val="on"/>
                              <m:ctrlPr>
                                <a:rPr lang="es-419" sz="2400" b="0" i="1" smtClean="0">
                                  <a:latin typeface="Cambria Math" panose="02040503050406030204" pitchFamily="18" charset="0"/>
                                </a:rPr>
                              </m:ctrlPr>
                            </m:naryPr>
                            <m:sub/>
                            <m:sup/>
                            <m:e>
                              <m:sSub>
                                <m:sSubPr>
                                  <m:ctrlPr>
                                    <a:rPr lang="es-419" sz="2400" b="0" i="1" smtClean="0">
                                      <a:latin typeface="Cambria Math" panose="02040503050406030204" pitchFamily="18" charset="0"/>
                                    </a:rPr>
                                  </m:ctrlPr>
                                </m:sSubPr>
                                <m:e>
                                  <m:r>
                                    <m:rPr>
                                      <m:sty m:val="p"/>
                                    </m:rPr>
                                    <a:rPr lang="es-419" sz="2400" b="0" i="1" smtClean="0">
                                      <a:latin typeface="Cambria Math" panose="02040503050406030204" pitchFamily="18" charset="0"/>
                                    </a:rPr>
                                    <m:t>P</m:t>
                                  </m:r>
                                </m:e>
                                <m:sub>
                                  <m:r>
                                    <m:rPr>
                                      <m:sty m:val="p"/>
                                    </m:rPr>
                                    <a:rPr lang="es-419" sz="2400" b="0" i="1" smtClean="0">
                                      <a:latin typeface="Cambria Math" panose="02040503050406030204" pitchFamily="18" charset="0"/>
                                    </a:rPr>
                                    <m:t>u</m:t>
                                  </m:r>
                                </m:sub>
                              </m:sSub>
                              <m:sSub>
                                <m:sSubPr>
                                  <m:ctrlPr>
                                    <a:rPr lang="es-419" sz="2400" b="0" i="1" smtClean="0">
                                      <a:latin typeface="Cambria Math" panose="02040503050406030204" pitchFamily="18" charset="0"/>
                                    </a:rPr>
                                  </m:ctrlPr>
                                </m:sSubPr>
                                <m:e>
                                  <m:r>
                                    <m:rPr>
                                      <m:sty m:val="p"/>
                                    </m:rPr>
                                    <a:rPr lang="el-GR" sz="2400" b="0" i="1" smtClean="0">
                                      <a:latin typeface="Cambria Math" panose="02040503050406030204" pitchFamily="18" charset="0"/>
                                      <a:ea typeface="Cambria Math" panose="02040503050406030204" pitchFamily="18" charset="0"/>
                                    </a:rPr>
                                    <m:t>Δ</m:t>
                                  </m:r>
                                </m:e>
                                <m:sub>
                                  <m:r>
                                    <m:rPr>
                                      <m:sty m:val="p"/>
                                    </m:rPr>
                                    <a:rPr lang="es-419" sz="2400" b="0" i="1" smtClean="0">
                                      <a:latin typeface="Cambria Math" panose="02040503050406030204" pitchFamily="18" charset="0"/>
                                    </a:rPr>
                                    <m:t>o</m:t>
                                  </m:r>
                                </m:sub>
                              </m:sSub>
                            </m:e>
                          </m:nary>
                        </m:num>
                        <m:den>
                          <m:sSub>
                            <m:sSubPr>
                              <m:ctrlPr>
                                <a:rPr lang="es-419" sz="2400" b="0" i="1" smtClean="0">
                                  <a:latin typeface="Cambria Math" panose="02040503050406030204" pitchFamily="18" charset="0"/>
                                </a:rPr>
                              </m:ctrlPr>
                            </m:sSubPr>
                            <m:e>
                              <m:r>
                                <m:rPr>
                                  <m:sty m:val="p"/>
                                </m:rPr>
                                <a:rPr lang="es-419" sz="2400" b="0" i="1" smtClean="0">
                                  <a:latin typeface="Cambria Math" panose="02040503050406030204" pitchFamily="18" charset="0"/>
                                </a:rPr>
                                <m:t>V</m:t>
                              </m:r>
                            </m:e>
                            <m:sub>
                              <m:r>
                                <m:rPr>
                                  <m:sty m:val="p"/>
                                </m:rPr>
                                <a:rPr lang="es-419" sz="2400" b="0" i="1" smtClean="0">
                                  <a:latin typeface="Cambria Math" panose="02040503050406030204" pitchFamily="18" charset="0"/>
                                </a:rPr>
                                <m:t>u</m:t>
                              </m:r>
                            </m:sub>
                          </m:sSub>
                          <m:sSub>
                            <m:sSubPr>
                              <m:ctrlPr>
                                <a:rPr lang="es-419" sz="2400" b="0" i="1" smtClean="0">
                                  <a:latin typeface="Cambria Math" panose="02040503050406030204" pitchFamily="18" charset="0"/>
                                </a:rPr>
                              </m:ctrlPr>
                            </m:sSubPr>
                            <m:e>
                              <m:r>
                                <m:rPr>
                                  <m:sty m:val="p"/>
                                </m:rPr>
                                <a:rPr lang="es-419" sz="2400" b="0" i="1" smtClean="0">
                                  <a:latin typeface="Cambria Math" panose="02040503050406030204" pitchFamily="18" charset="0"/>
                                </a:rPr>
                                <m:t>L</m:t>
                              </m:r>
                            </m:e>
                            <m:sub>
                              <m:r>
                                <m:rPr>
                                  <m:sty m:val="p"/>
                                </m:rPr>
                                <a:rPr lang="es-419" sz="2400" b="0" i="1" smtClean="0">
                                  <a:latin typeface="Cambria Math" panose="02040503050406030204" pitchFamily="18" charset="0"/>
                                </a:rPr>
                                <m:t>c</m:t>
                              </m:r>
                            </m:sub>
                          </m:sSub>
                        </m:den>
                      </m:f>
                      <m:r>
                        <a:rPr lang="es-419" sz="2400" i="1">
                          <a:latin typeface="Cambria Math" panose="02040503050406030204" pitchFamily="18" charset="0"/>
                          <a:ea typeface="Cambria Math" panose="02040503050406030204" pitchFamily="18" charset="0"/>
                        </a:rPr>
                        <m:t>≤</m:t>
                      </m:r>
                      <m:r>
                        <a:rPr lang="es-419" sz="2400" b="0" i="1" smtClean="0">
                          <a:latin typeface="Cambria Math" panose="02040503050406030204" pitchFamily="18" charset="0"/>
                          <a:ea typeface="Cambria Math" panose="02040503050406030204" pitchFamily="18" charset="0"/>
                        </a:rPr>
                        <m:t>0.05</m:t>
                      </m:r>
                    </m:oMath>
                  </m:oMathPara>
                </a14:m>
                <a:endParaRPr lang="es-CO" dirty="0"/>
              </a:p>
            </p:txBody>
          </p:sp>
        </mc:Choice>
        <mc:Fallback>
          <p:sp>
            <p:nvSpPr>
              <p:cNvPr id="28" name="CuadroTexto 27">
                <a:extLst>
                  <a:ext uri="{FF2B5EF4-FFF2-40B4-BE49-F238E27FC236}">
                    <a16:creationId xmlns:a16="http://schemas.microsoft.com/office/drawing/2014/main" id="{BB07530D-BC9D-B4A1-8D95-8F4BE5D7DB31}"/>
                  </a:ext>
                </a:extLst>
              </p:cNvPr>
              <p:cNvSpPr txBox="1">
                <a:spLocks noRot="1" noChangeAspect="1" noMove="1" noResize="1" noEditPoints="1" noAdjustHandles="1" noChangeArrowheads="1" noChangeShapeType="1" noTextEdit="1"/>
              </p:cNvSpPr>
              <p:nvPr/>
            </p:nvSpPr>
            <p:spPr>
              <a:xfrm>
                <a:off x="6901880" y="2032729"/>
                <a:ext cx="2522101" cy="776495"/>
              </a:xfrm>
              <a:prstGeom prst="rect">
                <a:avLst/>
              </a:prstGeom>
              <a:blipFill>
                <a:blip r:embed="rId4"/>
                <a:stretch>
                  <a:fillRect l="-3500" t="-82540" r="-2500" b="-65079"/>
                </a:stretch>
              </a:blipFill>
            </p:spPr>
            <p:txBody>
              <a:bodyPr/>
              <a:lstStyle/>
              <a:p>
                <a:r>
                  <a:rPr lang="es-CO">
                    <a:noFill/>
                  </a:rPr>
                  <a:t> </a:t>
                </a:r>
              </a:p>
            </p:txBody>
          </p:sp>
        </mc:Fallback>
      </mc:AlternateContent>
      <p:sp>
        <p:nvSpPr>
          <p:cNvPr id="30" name="CuadroTexto 29">
            <a:extLst>
              <a:ext uri="{FF2B5EF4-FFF2-40B4-BE49-F238E27FC236}">
                <a16:creationId xmlns:a16="http://schemas.microsoft.com/office/drawing/2014/main" id="{9B07B23D-FA42-A1D4-D1BC-61A77012F9BE}"/>
              </a:ext>
            </a:extLst>
          </p:cNvPr>
          <p:cNvSpPr txBox="1"/>
          <p:nvPr/>
        </p:nvSpPr>
        <p:spPr>
          <a:xfrm>
            <a:off x="1048086" y="2032729"/>
            <a:ext cx="4808429" cy="3046988"/>
          </a:xfrm>
          <a:prstGeom prst="rect">
            <a:avLst/>
          </a:prstGeom>
          <a:noFill/>
        </p:spPr>
        <p:txBody>
          <a:bodyPr wrap="square">
            <a:spAutoFit/>
          </a:bodyPr>
          <a:lstStyle/>
          <a:p>
            <a:r>
              <a:rPr lang="es-CO" sz="2400" dirty="0"/>
              <a:t>Columnas de estructuras sin desplazamiento lateral C.10.10.6.</a:t>
            </a:r>
          </a:p>
          <a:p>
            <a:endParaRPr lang="es-CO" sz="2400" dirty="0"/>
          </a:p>
          <a:p>
            <a:endParaRPr lang="es-CO" sz="2400" dirty="0"/>
          </a:p>
          <a:p>
            <a:r>
              <a:rPr lang="es-CO" sz="2400" dirty="0"/>
              <a:t> </a:t>
            </a:r>
          </a:p>
          <a:p>
            <a:endParaRPr lang="es-CO" sz="2400" dirty="0"/>
          </a:p>
          <a:p>
            <a:r>
              <a:rPr lang="es-CO" sz="2400" dirty="0"/>
              <a:t>Columnas de estructuras con desplazamiento lateral C.10.10.7</a:t>
            </a:r>
          </a:p>
        </p:txBody>
      </p:sp>
      <mc:AlternateContent xmlns:mc="http://schemas.openxmlformats.org/markup-compatibility/2006">
        <mc:Choice xmlns:a14="http://schemas.microsoft.com/office/drawing/2010/main" Requires="a14">
          <p:sp>
            <p:nvSpPr>
              <p:cNvPr id="4" name="CuadroTexto 3">
                <a:extLst>
                  <a:ext uri="{FF2B5EF4-FFF2-40B4-BE49-F238E27FC236}">
                    <a16:creationId xmlns:a16="http://schemas.microsoft.com/office/drawing/2014/main" id="{C7C3EDA3-14BA-8295-B14D-B7F91AAFC7D3}"/>
                  </a:ext>
                </a:extLst>
              </p:cNvPr>
              <p:cNvSpPr txBox="1"/>
              <p:nvPr/>
            </p:nvSpPr>
            <p:spPr>
              <a:xfrm>
                <a:off x="6990736" y="4311494"/>
                <a:ext cx="2522101" cy="7764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419" sz="2400" i="1">
                          <a:latin typeface="Cambria Math" panose="02040503050406030204" pitchFamily="18" charset="0"/>
                        </a:rPr>
                        <m:t>Q</m:t>
                      </m:r>
                      <m:r>
                        <a:rPr lang="es-419" sz="2400" b="0" i="1" smtClean="0">
                          <a:latin typeface="Cambria Math" panose="02040503050406030204" pitchFamily="18" charset="0"/>
                        </a:rPr>
                        <m:t>=</m:t>
                      </m:r>
                      <m:f>
                        <m:fPr>
                          <m:ctrlPr>
                            <a:rPr lang="es-419" sz="2400" b="0" i="1" smtClean="0">
                              <a:latin typeface="Cambria Math" panose="02040503050406030204" pitchFamily="18" charset="0"/>
                            </a:rPr>
                          </m:ctrlPr>
                        </m:fPr>
                        <m:num>
                          <m:nary>
                            <m:naryPr>
                              <m:chr m:val="∑"/>
                              <m:subHide m:val="on"/>
                              <m:supHide m:val="on"/>
                              <m:ctrlPr>
                                <a:rPr lang="es-419" sz="2400" b="0" i="1" smtClean="0">
                                  <a:latin typeface="Cambria Math" panose="02040503050406030204" pitchFamily="18" charset="0"/>
                                </a:rPr>
                              </m:ctrlPr>
                            </m:naryPr>
                            <m:sub/>
                            <m:sup/>
                            <m:e>
                              <m:sSub>
                                <m:sSubPr>
                                  <m:ctrlPr>
                                    <a:rPr lang="es-419" sz="2400" b="0" i="1" smtClean="0">
                                      <a:latin typeface="Cambria Math" panose="02040503050406030204" pitchFamily="18" charset="0"/>
                                    </a:rPr>
                                  </m:ctrlPr>
                                </m:sSubPr>
                                <m:e>
                                  <m:r>
                                    <m:rPr>
                                      <m:sty m:val="p"/>
                                    </m:rPr>
                                    <a:rPr lang="es-419" sz="2400" b="0" i="1" smtClean="0">
                                      <a:latin typeface="Cambria Math" panose="02040503050406030204" pitchFamily="18" charset="0"/>
                                    </a:rPr>
                                    <m:t>P</m:t>
                                  </m:r>
                                </m:e>
                                <m:sub>
                                  <m:r>
                                    <m:rPr>
                                      <m:sty m:val="p"/>
                                    </m:rPr>
                                    <a:rPr lang="es-419" sz="2400" b="0" i="1" smtClean="0">
                                      <a:latin typeface="Cambria Math" panose="02040503050406030204" pitchFamily="18" charset="0"/>
                                    </a:rPr>
                                    <m:t>u</m:t>
                                  </m:r>
                                </m:sub>
                              </m:sSub>
                              <m:sSub>
                                <m:sSubPr>
                                  <m:ctrlPr>
                                    <a:rPr lang="es-419" sz="2400" b="0" i="1" smtClean="0">
                                      <a:latin typeface="Cambria Math" panose="02040503050406030204" pitchFamily="18" charset="0"/>
                                    </a:rPr>
                                  </m:ctrlPr>
                                </m:sSubPr>
                                <m:e>
                                  <m:r>
                                    <m:rPr>
                                      <m:sty m:val="p"/>
                                    </m:rPr>
                                    <a:rPr lang="el-GR" sz="2400" b="0" i="1" smtClean="0">
                                      <a:latin typeface="Cambria Math" panose="02040503050406030204" pitchFamily="18" charset="0"/>
                                      <a:ea typeface="Cambria Math" panose="02040503050406030204" pitchFamily="18" charset="0"/>
                                    </a:rPr>
                                    <m:t>Δ</m:t>
                                  </m:r>
                                </m:e>
                                <m:sub>
                                  <m:r>
                                    <m:rPr>
                                      <m:sty m:val="p"/>
                                    </m:rPr>
                                    <a:rPr lang="es-419" sz="2400" b="0" i="1" smtClean="0">
                                      <a:latin typeface="Cambria Math" panose="02040503050406030204" pitchFamily="18" charset="0"/>
                                    </a:rPr>
                                    <m:t>o</m:t>
                                  </m:r>
                                </m:sub>
                              </m:sSub>
                            </m:e>
                          </m:nary>
                        </m:num>
                        <m:den>
                          <m:sSub>
                            <m:sSubPr>
                              <m:ctrlPr>
                                <a:rPr lang="es-419" sz="2400" b="0" i="1" smtClean="0">
                                  <a:latin typeface="Cambria Math" panose="02040503050406030204" pitchFamily="18" charset="0"/>
                                </a:rPr>
                              </m:ctrlPr>
                            </m:sSubPr>
                            <m:e>
                              <m:r>
                                <m:rPr>
                                  <m:sty m:val="p"/>
                                </m:rPr>
                                <a:rPr lang="es-419" sz="2400" b="0" i="1" smtClean="0">
                                  <a:latin typeface="Cambria Math" panose="02040503050406030204" pitchFamily="18" charset="0"/>
                                </a:rPr>
                                <m:t>V</m:t>
                              </m:r>
                            </m:e>
                            <m:sub>
                              <m:r>
                                <m:rPr>
                                  <m:sty m:val="p"/>
                                </m:rPr>
                                <a:rPr lang="es-419" sz="2400" b="0" i="1" smtClean="0">
                                  <a:latin typeface="Cambria Math" panose="02040503050406030204" pitchFamily="18" charset="0"/>
                                </a:rPr>
                                <m:t>u</m:t>
                              </m:r>
                            </m:sub>
                          </m:sSub>
                          <m:sSub>
                            <m:sSubPr>
                              <m:ctrlPr>
                                <a:rPr lang="es-419" sz="2400" b="0" i="1" smtClean="0">
                                  <a:latin typeface="Cambria Math" panose="02040503050406030204" pitchFamily="18" charset="0"/>
                                </a:rPr>
                              </m:ctrlPr>
                            </m:sSubPr>
                            <m:e>
                              <m:r>
                                <m:rPr>
                                  <m:sty m:val="p"/>
                                </m:rPr>
                                <a:rPr lang="es-419" sz="2400" b="0" i="1" smtClean="0">
                                  <a:latin typeface="Cambria Math" panose="02040503050406030204" pitchFamily="18" charset="0"/>
                                </a:rPr>
                                <m:t>L</m:t>
                              </m:r>
                            </m:e>
                            <m:sub>
                              <m:r>
                                <m:rPr>
                                  <m:sty m:val="p"/>
                                </m:rPr>
                                <a:rPr lang="es-419" sz="2400" b="0" i="1" smtClean="0">
                                  <a:latin typeface="Cambria Math" panose="02040503050406030204" pitchFamily="18" charset="0"/>
                                </a:rPr>
                                <m:t>c</m:t>
                              </m:r>
                            </m:sub>
                          </m:sSub>
                        </m:den>
                      </m:f>
                      <m:r>
                        <a:rPr lang="es-419" sz="2400" i="1">
                          <a:latin typeface="Cambria Math" panose="02040503050406030204" pitchFamily="18" charset="0"/>
                          <a:ea typeface="Cambria Math" panose="02040503050406030204" pitchFamily="18" charset="0"/>
                        </a:rPr>
                        <m:t>&gt;</m:t>
                      </m:r>
                      <m:r>
                        <a:rPr lang="es-419" sz="2400" b="0" i="1" smtClean="0">
                          <a:latin typeface="Cambria Math" panose="02040503050406030204" pitchFamily="18" charset="0"/>
                          <a:ea typeface="Cambria Math" panose="02040503050406030204" pitchFamily="18" charset="0"/>
                        </a:rPr>
                        <m:t>0.05</m:t>
                      </m:r>
                    </m:oMath>
                  </m:oMathPara>
                </a14:m>
                <a:endParaRPr lang="es-CO" dirty="0"/>
              </a:p>
            </p:txBody>
          </p:sp>
        </mc:Choice>
        <mc:Fallback>
          <p:sp>
            <p:nvSpPr>
              <p:cNvPr id="4" name="CuadroTexto 3">
                <a:extLst>
                  <a:ext uri="{FF2B5EF4-FFF2-40B4-BE49-F238E27FC236}">
                    <a16:creationId xmlns:a16="http://schemas.microsoft.com/office/drawing/2014/main" id="{C7C3EDA3-14BA-8295-B14D-B7F91AAFC7D3}"/>
                  </a:ext>
                </a:extLst>
              </p:cNvPr>
              <p:cNvSpPr txBox="1">
                <a:spLocks noRot="1" noChangeAspect="1" noMove="1" noResize="1" noEditPoints="1" noAdjustHandles="1" noChangeArrowheads="1" noChangeShapeType="1" noTextEdit="1"/>
              </p:cNvSpPr>
              <p:nvPr/>
            </p:nvSpPr>
            <p:spPr>
              <a:xfrm>
                <a:off x="6990736" y="4311494"/>
                <a:ext cx="2522101" cy="776495"/>
              </a:xfrm>
              <a:prstGeom prst="rect">
                <a:avLst/>
              </a:prstGeom>
              <a:blipFill>
                <a:blip r:embed="rId5"/>
                <a:stretch>
                  <a:fillRect l="-3500" t="-83871" r="-2500" b="-66129"/>
                </a:stretch>
              </a:blipFill>
            </p:spPr>
            <p:txBody>
              <a:bodyPr/>
              <a:lstStyle/>
              <a:p>
                <a:r>
                  <a:rPr lang="es-CO">
                    <a:noFill/>
                  </a:rPr>
                  <a:t> </a:t>
                </a:r>
              </a:p>
            </p:txBody>
          </p:sp>
        </mc:Fallback>
      </mc:AlternateContent>
    </p:spTree>
    <p:extLst>
      <p:ext uri="{BB962C8B-B14F-4D97-AF65-F5344CB8AC3E}">
        <p14:creationId xmlns:p14="http://schemas.microsoft.com/office/powerpoint/2010/main" val="16348939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57BF3-BF7C-BD95-4281-C9D47A135C4B}"/>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14297AB5-A144-01BE-1749-AFC4FE1BAC2D}"/>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ESBELTAS</a:t>
            </a:r>
          </a:p>
        </p:txBody>
      </p:sp>
      <p:pic>
        <p:nvPicPr>
          <p:cNvPr id="3" name="Picture 12" descr="Se conmemoran 150 años de la Universidad Nacional de Colombia">
            <a:extLst>
              <a:ext uri="{FF2B5EF4-FFF2-40B4-BE49-F238E27FC236}">
                <a16:creationId xmlns:a16="http://schemas.microsoft.com/office/drawing/2014/main" id="{55E607BB-A405-6F50-DB86-8D6CE7555D1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73ACF12C-130E-850D-157C-83869156982C}"/>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5" name="CuadroTexto 14">
            <a:extLst>
              <a:ext uri="{FF2B5EF4-FFF2-40B4-BE49-F238E27FC236}">
                <a16:creationId xmlns:a16="http://schemas.microsoft.com/office/drawing/2014/main" id="{EE720E2E-7C50-D330-8B28-C509C654DE49}"/>
              </a:ext>
            </a:extLst>
          </p:cNvPr>
          <p:cNvSpPr txBox="1"/>
          <p:nvPr/>
        </p:nvSpPr>
        <p:spPr>
          <a:xfrm>
            <a:off x="-37205" y="3132631"/>
            <a:ext cx="2003892" cy="769441"/>
          </a:xfrm>
          <a:prstGeom prst="rect">
            <a:avLst/>
          </a:prstGeom>
          <a:noFill/>
        </p:spPr>
        <p:txBody>
          <a:bodyPr wrap="square">
            <a:spAutoFit/>
          </a:bodyPr>
          <a:lstStyle/>
          <a:p>
            <a:pPr algn="just"/>
            <a:r>
              <a:rPr lang="es-CO" sz="2200" b="1" dirty="0"/>
              <a:t>Magnificación de momentos</a:t>
            </a:r>
            <a:endParaRPr lang="es-CO" sz="2200" b="1" dirty="0">
              <a:latin typeface="Symbol" panose="05050102010706020507" pitchFamily="18" charset="2"/>
            </a:endParaRPr>
          </a:p>
        </p:txBody>
      </p:sp>
      <p:sp>
        <p:nvSpPr>
          <p:cNvPr id="19" name="Forma libre: forma 18">
            <a:extLst>
              <a:ext uri="{FF2B5EF4-FFF2-40B4-BE49-F238E27FC236}">
                <a16:creationId xmlns:a16="http://schemas.microsoft.com/office/drawing/2014/main" id="{98C7FCFE-0B89-3F95-FA53-240E5912916A}"/>
              </a:ext>
            </a:extLst>
          </p:cNvPr>
          <p:cNvSpPr/>
          <p:nvPr/>
        </p:nvSpPr>
        <p:spPr>
          <a:xfrm>
            <a:off x="1059544" y="2050344"/>
            <a:ext cx="1611085" cy="994228"/>
          </a:xfrm>
          <a:custGeom>
            <a:avLst/>
            <a:gdLst>
              <a:gd name="csX0" fmla="*/ 0 w 1611085"/>
              <a:gd name="csY0" fmla="*/ 994228 h 994228"/>
              <a:gd name="csX1" fmla="*/ 602342 w 1611085"/>
              <a:gd name="csY1" fmla="*/ 261257 h 994228"/>
              <a:gd name="csX2" fmla="*/ 1611085 w 1611085"/>
              <a:gd name="csY2" fmla="*/ 0 h 994228"/>
            </a:gdLst>
            <a:ahLst/>
            <a:cxnLst>
              <a:cxn ang="0">
                <a:pos x="csX0" y="csY0"/>
              </a:cxn>
              <a:cxn ang="0">
                <a:pos x="csX1" y="csY1"/>
              </a:cxn>
              <a:cxn ang="0">
                <a:pos x="csX2" y="csY2"/>
              </a:cxn>
            </a:cxnLst>
            <a:rect l="l" t="t" r="r" b="b"/>
            <a:pathLst>
              <a:path w="1611085" h="994228">
                <a:moveTo>
                  <a:pt x="0" y="994228"/>
                </a:moveTo>
                <a:cubicBezTo>
                  <a:pt x="166914" y="710595"/>
                  <a:pt x="333828" y="426962"/>
                  <a:pt x="602342" y="261257"/>
                </a:cubicBezTo>
                <a:cubicBezTo>
                  <a:pt x="870856" y="95552"/>
                  <a:pt x="1497390" y="53219"/>
                  <a:pt x="1611085"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Forma libre: forma 19">
            <a:extLst>
              <a:ext uri="{FF2B5EF4-FFF2-40B4-BE49-F238E27FC236}">
                <a16:creationId xmlns:a16="http://schemas.microsoft.com/office/drawing/2014/main" id="{04D740D7-B3B6-28A1-C676-5D552A1E03AC}"/>
              </a:ext>
            </a:extLst>
          </p:cNvPr>
          <p:cNvSpPr/>
          <p:nvPr/>
        </p:nvSpPr>
        <p:spPr>
          <a:xfrm>
            <a:off x="1059544" y="3933630"/>
            <a:ext cx="1814285" cy="1436914"/>
          </a:xfrm>
          <a:custGeom>
            <a:avLst/>
            <a:gdLst>
              <a:gd name="csX0" fmla="*/ 0 w 1814285"/>
              <a:gd name="csY0" fmla="*/ 0 h 1436914"/>
              <a:gd name="csX1" fmla="*/ 348343 w 1814285"/>
              <a:gd name="csY1" fmla="*/ 1066800 h 1436914"/>
              <a:gd name="csX2" fmla="*/ 1814285 w 1814285"/>
              <a:gd name="csY2" fmla="*/ 1436914 h 1436914"/>
            </a:gdLst>
            <a:ahLst/>
            <a:cxnLst>
              <a:cxn ang="0">
                <a:pos x="csX0" y="csY0"/>
              </a:cxn>
              <a:cxn ang="0">
                <a:pos x="csX1" y="csY1"/>
              </a:cxn>
              <a:cxn ang="0">
                <a:pos x="csX2" y="csY2"/>
              </a:cxn>
            </a:cxnLst>
            <a:rect l="l" t="t" r="r" b="b"/>
            <a:pathLst>
              <a:path w="1814285" h="1436914">
                <a:moveTo>
                  <a:pt x="0" y="0"/>
                </a:moveTo>
                <a:cubicBezTo>
                  <a:pt x="22981" y="413657"/>
                  <a:pt x="45962" y="827314"/>
                  <a:pt x="348343" y="1066800"/>
                </a:cubicBezTo>
                <a:cubicBezTo>
                  <a:pt x="650724" y="1306286"/>
                  <a:pt x="1557866" y="1429657"/>
                  <a:pt x="1814285" y="1436914"/>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CuadroTexto 20">
            <a:extLst>
              <a:ext uri="{FF2B5EF4-FFF2-40B4-BE49-F238E27FC236}">
                <a16:creationId xmlns:a16="http://schemas.microsoft.com/office/drawing/2014/main" id="{548DD41C-E8BB-66FE-E139-AFF6B8AF1ED4}"/>
              </a:ext>
            </a:extLst>
          </p:cNvPr>
          <p:cNvSpPr txBox="1"/>
          <p:nvPr/>
        </p:nvSpPr>
        <p:spPr>
          <a:xfrm>
            <a:off x="3014286" y="4652087"/>
            <a:ext cx="2348742" cy="1200329"/>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Con desplazamiento lateral</a:t>
            </a:r>
          </a:p>
        </p:txBody>
      </p:sp>
      <p:sp>
        <p:nvSpPr>
          <p:cNvPr id="22" name="CuadroTexto 21">
            <a:extLst>
              <a:ext uri="{FF2B5EF4-FFF2-40B4-BE49-F238E27FC236}">
                <a16:creationId xmlns:a16="http://schemas.microsoft.com/office/drawing/2014/main" id="{D358EDD7-6A7A-7401-BE0F-A891456DAA52}"/>
              </a:ext>
            </a:extLst>
          </p:cNvPr>
          <p:cNvSpPr txBox="1"/>
          <p:nvPr/>
        </p:nvSpPr>
        <p:spPr>
          <a:xfrm>
            <a:off x="5849718" y="1148823"/>
            <a:ext cx="6398227" cy="2308324"/>
          </a:xfrm>
          <a:prstGeom prst="rect">
            <a:avLst/>
          </a:prstGeom>
          <a:noFill/>
        </p:spPr>
        <p:txBody>
          <a:bodyPr wrap="square">
            <a:spAutoFit/>
          </a:bodyPr>
          <a:lstStyle/>
          <a:p>
            <a:pPr>
              <a:buNone/>
            </a:pPr>
            <a:r>
              <a:rPr lang="es-CO" dirty="0">
                <a:latin typeface="Aptos "/>
              </a:rPr>
              <a:t>El piso está impedido de desplazarse lateralmente de forma significativa La deformación ocurre únicamente a lo largo del propio eje del miembro (Efecto P</a:t>
            </a:r>
            <a:r>
              <a:rPr lang="es-CO" dirty="0">
                <a:latin typeface="Symbol" panose="05050102010706020507" pitchFamily="18" charset="2"/>
              </a:rPr>
              <a:t>d</a:t>
            </a:r>
            <a:r>
              <a:rPr lang="es-CO" dirty="0">
                <a:latin typeface="Aptos "/>
              </a:rPr>
              <a:t>).</a:t>
            </a:r>
          </a:p>
          <a:p>
            <a:pPr>
              <a:buNone/>
            </a:pPr>
            <a:endParaRPr lang="es-CO" dirty="0">
              <a:effectLst/>
              <a:latin typeface="Aptos "/>
            </a:endParaRPr>
          </a:p>
          <a:p>
            <a:pPr>
              <a:buNone/>
            </a:pPr>
            <a:r>
              <a:rPr lang="es-CO" b="1" u="sng" dirty="0">
                <a:latin typeface="Aptos "/>
              </a:rPr>
              <a:t>Magnificación</a:t>
            </a:r>
            <a:r>
              <a:rPr lang="es-CO" dirty="0">
                <a:latin typeface="Aptos "/>
              </a:rPr>
              <a:t>: El momento máximo real ocurrirá típicamente cerca de la sección media de la columna debido a su curvatura. El momento de diseño se amplifica mediante un factor</a:t>
            </a:r>
            <a:endParaRPr lang="es-CO" dirty="0">
              <a:effectLst/>
              <a:latin typeface="Aptos "/>
            </a:endParaRPr>
          </a:p>
        </p:txBody>
      </p:sp>
      <p:sp>
        <p:nvSpPr>
          <p:cNvPr id="23" name="CuadroTexto 22">
            <a:extLst>
              <a:ext uri="{FF2B5EF4-FFF2-40B4-BE49-F238E27FC236}">
                <a16:creationId xmlns:a16="http://schemas.microsoft.com/office/drawing/2014/main" id="{A532CFC0-F973-D1A3-3A4C-7D12D75E0BF8}"/>
              </a:ext>
            </a:extLst>
          </p:cNvPr>
          <p:cNvSpPr txBox="1"/>
          <p:nvPr/>
        </p:nvSpPr>
        <p:spPr>
          <a:xfrm>
            <a:off x="2956691" y="1409797"/>
            <a:ext cx="2189084" cy="1200329"/>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Sin desplazamiento lateral</a:t>
            </a:r>
          </a:p>
        </p:txBody>
      </p:sp>
      <mc:AlternateContent xmlns:mc="http://schemas.openxmlformats.org/markup-compatibility/2006">
        <mc:Choice xmlns:a14="http://schemas.microsoft.com/office/drawing/2010/main" Requires="a14">
          <p:sp>
            <p:nvSpPr>
              <p:cNvPr id="26" name="CuadroTexto 25">
                <a:extLst>
                  <a:ext uri="{FF2B5EF4-FFF2-40B4-BE49-F238E27FC236}">
                    <a16:creationId xmlns:a16="http://schemas.microsoft.com/office/drawing/2014/main" id="{FE8961C9-9343-9BEE-1695-3CD82F4C7785}"/>
                  </a:ext>
                </a:extLst>
              </p:cNvPr>
              <p:cNvSpPr txBox="1"/>
              <p:nvPr/>
            </p:nvSpPr>
            <p:spPr>
              <a:xfrm>
                <a:off x="5849718" y="3718679"/>
                <a:ext cx="6276969" cy="3170099"/>
              </a:xfrm>
              <a:prstGeom prst="rect">
                <a:avLst/>
              </a:prstGeom>
              <a:noFill/>
            </p:spPr>
            <p:txBody>
              <a:bodyPr wrap="square">
                <a:spAutoFit/>
              </a:bodyPr>
              <a:lstStyle/>
              <a:p>
                <a:pPr>
                  <a:buNone/>
                </a:pPr>
                <a:r>
                  <a:rPr lang="es-CO" dirty="0"/>
                  <a:t>La estructura depende de la rigidez a la flexión de sus propias vigas y columnas para resistir cargas laterales (sismo). Las nudos superiores de las columnas se desplazan horizontalmente respecto a las inferiores </a:t>
                </a:r>
                <a:r>
                  <a:rPr lang="es-CO" dirty="0">
                    <a:latin typeface="Aptos "/>
                  </a:rPr>
                  <a:t>(Efecto P</a:t>
                </a:r>
                <a:r>
                  <a:rPr lang="es-CO" dirty="0">
                    <a:latin typeface="Symbol" panose="05050102010706020507" pitchFamily="18" charset="2"/>
                  </a:rPr>
                  <a:t>D</a:t>
                </a:r>
                <a:r>
                  <a:rPr lang="es-CO" dirty="0">
                    <a:latin typeface="Aptos "/>
                  </a:rPr>
                  <a:t>).</a:t>
                </a:r>
              </a:p>
              <a:p>
                <a:pPr>
                  <a:buNone/>
                </a:pPr>
                <a:endParaRPr lang="es-CO" dirty="0">
                  <a:effectLst/>
                  <a:latin typeface="Aptos "/>
                </a:endParaRPr>
              </a:p>
              <a:p>
                <a:pPr>
                  <a:buNone/>
                </a:pPr>
                <a:r>
                  <a:rPr lang="es-CO" b="1" u="sng" dirty="0">
                    <a:latin typeface="Aptos "/>
                  </a:rPr>
                  <a:t>Magnificación:</a:t>
                </a:r>
                <a:r>
                  <a:rPr lang="es-CO" b="1" u="sng" dirty="0"/>
                  <a:t> </a:t>
                </a:r>
                <a:r>
                  <a:rPr lang="es-CO" dirty="0"/>
                  <a:t>Los momentos se dividen en dos componentes: aquellos generados por cargas que no producen desplazamiento (como cargas de gravedad simétricas, </a:t>
                </a:r>
                <a:r>
                  <a:rPr lang="es-CO" dirty="0" err="1"/>
                  <a:t>Mns</a:t>
                </a:r>
                <a:r>
                  <a:rPr lang="es-CO" dirty="0"/>
                  <a:t>) y aquellos que sí lo producen (como sismo Ms). Se amplifican los momentos de traslación mediante un factor </a:t>
                </a:r>
                <a14:m>
                  <m:oMath xmlns:m="http://schemas.openxmlformats.org/officeDocument/2006/math">
                    <m:r>
                      <a:rPr lang="es-CO" i="1">
                        <a:solidFill>
                          <a:srgbClr val="000000"/>
                        </a:solidFill>
                        <a:latin typeface="Cambria Math" panose="02040503050406030204" pitchFamily="18" charset="0"/>
                      </a:rPr>
                      <m:t>𝛿</m:t>
                    </m:r>
                    <m:r>
                      <a:rPr lang="es-CO" i="1" baseline="-25000">
                        <a:solidFill>
                          <a:srgbClr val="000000"/>
                        </a:solidFill>
                        <a:latin typeface="Cambria Math" panose="02040503050406030204" pitchFamily="18" charset="0"/>
                      </a:rPr>
                      <m:t>𝑠</m:t>
                    </m:r>
                  </m:oMath>
                </a14:m>
                <a:endParaRPr lang="es-CO" dirty="0">
                  <a:effectLst/>
                  <a:latin typeface="Aptos "/>
                </a:endParaRPr>
              </a:p>
            </p:txBody>
          </p:sp>
        </mc:Choice>
        <mc:Fallback>
          <p:sp>
            <p:nvSpPr>
              <p:cNvPr id="26" name="CuadroTexto 25">
                <a:extLst>
                  <a:ext uri="{FF2B5EF4-FFF2-40B4-BE49-F238E27FC236}">
                    <a16:creationId xmlns:a16="http://schemas.microsoft.com/office/drawing/2014/main" id="{FE8961C9-9343-9BEE-1695-3CD82F4C7785}"/>
                  </a:ext>
                </a:extLst>
              </p:cNvPr>
              <p:cNvSpPr txBox="1">
                <a:spLocks noRot="1" noChangeAspect="1" noMove="1" noResize="1" noEditPoints="1" noAdjustHandles="1" noChangeArrowheads="1" noChangeShapeType="1" noTextEdit="1"/>
              </p:cNvSpPr>
              <p:nvPr/>
            </p:nvSpPr>
            <p:spPr>
              <a:xfrm>
                <a:off x="5849718" y="3718679"/>
                <a:ext cx="6276969" cy="3170099"/>
              </a:xfrm>
              <a:prstGeom prst="rect">
                <a:avLst/>
              </a:prstGeom>
              <a:blipFill>
                <a:blip r:embed="rId4"/>
                <a:stretch>
                  <a:fillRect l="-808" t="-797" r="-202" b="-1195"/>
                </a:stretch>
              </a:blipFill>
            </p:spPr>
            <p:txBody>
              <a:bodyPr/>
              <a:lstStyle/>
              <a:p>
                <a:r>
                  <a:rPr lang="es-CO">
                    <a:noFill/>
                  </a:rPr>
                  <a:t> </a:t>
                </a:r>
              </a:p>
            </p:txBody>
          </p:sp>
        </mc:Fallback>
      </mc:AlternateContent>
    </p:spTree>
    <p:extLst>
      <p:ext uri="{BB962C8B-B14F-4D97-AF65-F5344CB8AC3E}">
        <p14:creationId xmlns:p14="http://schemas.microsoft.com/office/powerpoint/2010/main" val="3175053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36CE9-EC6A-CCD6-76F7-3846DE26B6F5}"/>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68856EEF-2AB1-41DA-9EC8-976702C3AAA9}"/>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ESBELTAS</a:t>
            </a:r>
          </a:p>
        </p:txBody>
      </p:sp>
      <p:pic>
        <p:nvPicPr>
          <p:cNvPr id="3" name="Picture 12" descr="Se conmemoran 150 años de la Universidad Nacional de Colombia">
            <a:extLst>
              <a:ext uri="{FF2B5EF4-FFF2-40B4-BE49-F238E27FC236}">
                <a16:creationId xmlns:a16="http://schemas.microsoft.com/office/drawing/2014/main" id="{9DC34E12-C470-3236-703E-FBF0FE0DBF4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5A5E4705-EFC1-A6EA-B199-353BBEE7A1FA}"/>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AC30C7F7-DB08-F497-4B0D-6EA68C20DAE7}"/>
              </a:ext>
            </a:extLst>
          </p:cNvPr>
          <p:cNvSpPr txBox="1"/>
          <p:nvPr/>
        </p:nvSpPr>
        <p:spPr>
          <a:xfrm>
            <a:off x="0" y="960004"/>
            <a:ext cx="8162931" cy="830997"/>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Magnificación de momentos</a:t>
            </a:r>
          </a:p>
          <a:p>
            <a:r>
              <a:rPr lang="es-CO" sz="2400" b="1" dirty="0">
                <a:latin typeface="Calibri" panose="020F0502020204030204" pitchFamily="34" charset="0"/>
                <a:ea typeface="Calibri" panose="020F0502020204030204" pitchFamily="34" charset="0"/>
                <a:cs typeface="Calibri" panose="020F0502020204030204" pitchFamily="34" charset="0"/>
              </a:rPr>
              <a:t>Sin desplazamiento lateral</a:t>
            </a:r>
          </a:p>
        </p:txBody>
      </p:sp>
      <p:sp>
        <p:nvSpPr>
          <p:cNvPr id="7" name="CuadroTexto 6">
            <a:extLst>
              <a:ext uri="{FF2B5EF4-FFF2-40B4-BE49-F238E27FC236}">
                <a16:creationId xmlns:a16="http://schemas.microsoft.com/office/drawing/2014/main" id="{E4B13E1D-3A38-EA06-F135-9D6F197B20E4}"/>
              </a:ext>
            </a:extLst>
          </p:cNvPr>
          <p:cNvSpPr txBox="1"/>
          <p:nvPr/>
        </p:nvSpPr>
        <p:spPr>
          <a:xfrm>
            <a:off x="359228" y="1863713"/>
            <a:ext cx="10628086" cy="646331"/>
          </a:xfrm>
          <a:prstGeom prst="rect">
            <a:avLst/>
          </a:prstGeom>
          <a:noFill/>
        </p:spPr>
        <p:txBody>
          <a:bodyPr wrap="square">
            <a:spAutoFit/>
          </a:bodyPr>
          <a:lstStyle/>
          <a:p>
            <a:pPr algn="just"/>
            <a:r>
              <a:rPr lang="es-419" sz="1800" dirty="0">
                <a:solidFill>
                  <a:schemeClr val="tx1"/>
                </a:solidFill>
                <a:latin typeface="Aptos "/>
              </a:rPr>
              <a:t>Los  elementos  a  compresión  deben  diseñarse  para  la</a:t>
            </a:r>
            <a:r>
              <a:rPr lang="es-CO" sz="1800" dirty="0">
                <a:solidFill>
                  <a:schemeClr val="tx1"/>
                </a:solidFill>
                <a:latin typeface="Aptos "/>
              </a:rPr>
              <a:t> </a:t>
            </a:r>
            <a:r>
              <a:rPr lang="es-419" sz="1800" dirty="0">
                <a:solidFill>
                  <a:schemeClr val="tx1"/>
                </a:solidFill>
                <a:latin typeface="Aptos "/>
              </a:rPr>
              <a:t>fuerza  axial  mayorada </a:t>
            </a:r>
            <a:r>
              <a:rPr lang="es-419" sz="1800" b="1" dirty="0">
                <a:solidFill>
                  <a:schemeClr val="tx1"/>
                </a:solidFill>
                <a:latin typeface="Aptos "/>
              </a:rPr>
              <a:t>P</a:t>
            </a:r>
            <a:r>
              <a:rPr lang="es-419" sz="1200" b="1" dirty="0">
                <a:solidFill>
                  <a:schemeClr val="tx1"/>
                </a:solidFill>
                <a:latin typeface="Aptos "/>
              </a:rPr>
              <a:t>u</a:t>
            </a:r>
            <a:r>
              <a:rPr lang="es-CO" sz="1800" dirty="0">
                <a:solidFill>
                  <a:schemeClr val="tx1"/>
                </a:solidFill>
                <a:latin typeface="Aptos "/>
              </a:rPr>
              <a:t> </a:t>
            </a:r>
            <a:r>
              <a:rPr lang="es-419" sz="1800" dirty="0">
                <a:solidFill>
                  <a:schemeClr val="tx1"/>
                </a:solidFill>
                <a:latin typeface="Aptos "/>
              </a:rPr>
              <a:t>y  para el  momento mayorado</a:t>
            </a:r>
            <a:r>
              <a:rPr lang="es-CO" sz="1800" dirty="0">
                <a:solidFill>
                  <a:schemeClr val="tx1"/>
                </a:solidFill>
                <a:latin typeface="Aptos "/>
              </a:rPr>
              <a:t> </a:t>
            </a:r>
            <a:r>
              <a:rPr lang="es-419" sz="1800" dirty="0">
                <a:solidFill>
                  <a:schemeClr val="tx1"/>
                </a:solidFill>
                <a:latin typeface="Aptos "/>
              </a:rPr>
              <a:t>amplificado para los efectos de curvatura del elemento,</a:t>
            </a:r>
            <a:r>
              <a:rPr lang="es-CO" sz="1800" dirty="0">
                <a:solidFill>
                  <a:schemeClr val="tx1"/>
                </a:solidFill>
                <a:latin typeface="Aptos "/>
              </a:rPr>
              <a:t> </a:t>
            </a:r>
            <a:r>
              <a:rPr lang="es-419" sz="1800" b="1" dirty="0">
                <a:solidFill>
                  <a:schemeClr val="tx1"/>
                </a:solidFill>
                <a:latin typeface="Aptos "/>
              </a:rPr>
              <a:t>M</a:t>
            </a:r>
            <a:r>
              <a:rPr lang="es-419" sz="1200" b="1" dirty="0">
                <a:solidFill>
                  <a:schemeClr val="tx1"/>
                </a:solidFill>
                <a:latin typeface="Aptos "/>
              </a:rPr>
              <a:t>c</a:t>
            </a:r>
            <a:r>
              <a:rPr lang="es-419" sz="1800" b="1" dirty="0">
                <a:solidFill>
                  <a:schemeClr val="tx1"/>
                </a:solidFill>
                <a:latin typeface="Aptos "/>
              </a:rPr>
              <a:t> </a:t>
            </a:r>
            <a:r>
              <a:rPr lang="es-419" sz="1800" dirty="0">
                <a:solidFill>
                  <a:schemeClr val="tx1"/>
                </a:solidFill>
                <a:latin typeface="Aptos "/>
              </a:rPr>
              <a:t>, como sigue</a:t>
            </a:r>
            <a:r>
              <a:rPr lang="es-419" sz="1800" dirty="0">
                <a:solidFill>
                  <a:schemeClr val="tx1"/>
                </a:solidFill>
                <a:latin typeface="Arial Narrow" pitchFamily="34" charset="0"/>
              </a:rPr>
              <a:t>:</a:t>
            </a:r>
            <a:endParaRPr lang="es-CO" sz="1800" dirty="0">
              <a:solidFill>
                <a:schemeClr val="tx1"/>
              </a:solidFill>
              <a:latin typeface="Arial Narrow" pitchFamily="34" charset="0"/>
            </a:endParaRPr>
          </a:p>
        </p:txBody>
      </p:sp>
      <p:pic>
        <p:nvPicPr>
          <p:cNvPr id="9" name="Imagen 8">
            <a:extLst>
              <a:ext uri="{FF2B5EF4-FFF2-40B4-BE49-F238E27FC236}">
                <a16:creationId xmlns:a16="http://schemas.microsoft.com/office/drawing/2014/main" id="{216E9939-B7AA-F82C-5CA3-B84BAEAC145B}"/>
              </a:ext>
            </a:extLst>
          </p:cNvPr>
          <p:cNvPicPr>
            <a:picLocks noChangeAspect="1"/>
          </p:cNvPicPr>
          <p:nvPr/>
        </p:nvPicPr>
        <p:blipFill>
          <a:blip r:embed="rId4"/>
          <a:stretch>
            <a:fillRect/>
          </a:stretch>
        </p:blipFill>
        <p:spPr>
          <a:xfrm>
            <a:off x="1037461" y="2645261"/>
            <a:ext cx="1779995" cy="549381"/>
          </a:xfrm>
          <a:prstGeom prst="rect">
            <a:avLst/>
          </a:prstGeom>
        </p:spPr>
      </p:pic>
      <p:pic>
        <p:nvPicPr>
          <p:cNvPr id="11" name="Imagen 10">
            <a:extLst>
              <a:ext uri="{FF2B5EF4-FFF2-40B4-BE49-F238E27FC236}">
                <a16:creationId xmlns:a16="http://schemas.microsoft.com/office/drawing/2014/main" id="{96BF09CE-0053-F26D-60A1-6983D5562875}"/>
              </a:ext>
            </a:extLst>
          </p:cNvPr>
          <p:cNvPicPr>
            <a:picLocks noChangeAspect="1"/>
          </p:cNvPicPr>
          <p:nvPr/>
        </p:nvPicPr>
        <p:blipFill>
          <a:blip r:embed="rId5"/>
          <a:stretch>
            <a:fillRect/>
          </a:stretch>
        </p:blipFill>
        <p:spPr>
          <a:xfrm>
            <a:off x="879879" y="3285703"/>
            <a:ext cx="2272299" cy="1062254"/>
          </a:xfrm>
          <a:prstGeom prst="rect">
            <a:avLst/>
          </a:prstGeom>
        </p:spPr>
      </p:pic>
      <p:pic>
        <p:nvPicPr>
          <p:cNvPr id="13" name="Imagen 12">
            <a:extLst>
              <a:ext uri="{FF2B5EF4-FFF2-40B4-BE49-F238E27FC236}">
                <a16:creationId xmlns:a16="http://schemas.microsoft.com/office/drawing/2014/main" id="{E9C0F6CF-6978-5B5D-52FB-D81042E10D65}"/>
              </a:ext>
            </a:extLst>
          </p:cNvPr>
          <p:cNvPicPr>
            <a:picLocks noChangeAspect="1"/>
          </p:cNvPicPr>
          <p:nvPr/>
        </p:nvPicPr>
        <p:blipFill>
          <a:blip r:embed="rId6"/>
          <a:stretch>
            <a:fillRect/>
          </a:stretch>
        </p:blipFill>
        <p:spPr>
          <a:xfrm>
            <a:off x="1355668" y="4461050"/>
            <a:ext cx="1320719" cy="880478"/>
          </a:xfrm>
          <a:prstGeom prst="rect">
            <a:avLst/>
          </a:prstGeom>
        </p:spPr>
      </p:pic>
      <p:pic>
        <p:nvPicPr>
          <p:cNvPr id="16" name="Imagen 15">
            <a:extLst>
              <a:ext uri="{FF2B5EF4-FFF2-40B4-BE49-F238E27FC236}">
                <a16:creationId xmlns:a16="http://schemas.microsoft.com/office/drawing/2014/main" id="{8B7864C5-DEC4-BE3A-F247-13A64D654A78}"/>
              </a:ext>
            </a:extLst>
          </p:cNvPr>
          <p:cNvPicPr>
            <a:picLocks noChangeAspect="1"/>
          </p:cNvPicPr>
          <p:nvPr/>
        </p:nvPicPr>
        <p:blipFill>
          <a:blip r:embed="rId7"/>
          <a:stretch>
            <a:fillRect/>
          </a:stretch>
        </p:blipFill>
        <p:spPr>
          <a:xfrm>
            <a:off x="147252" y="5341528"/>
            <a:ext cx="2416831" cy="917025"/>
          </a:xfrm>
          <a:prstGeom prst="rect">
            <a:avLst/>
          </a:prstGeom>
        </p:spPr>
      </p:pic>
      <p:pic>
        <p:nvPicPr>
          <p:cNvPr id="18" name="Imagen 17">
            <a:extLst>
              <a:ext uri="{FF2B5EF4-FFF2-40B4-BE49-F238E27FC236}">
                <a16:creationId xmlns:a16="http://schemas.microsoft.com/office/drawing/2014/main" id="{BAA085DB-A979-E3A6-CB0A-43D9D2655CC8}"/>
              </a:ext>
            </a:extLst>
          </p:cNvPr>
          <p:cNvPicPr>
            <a:picLocks noChangeAspect="1"/>
          </p:cNvPicPr>
          <p:nvPr/>
        </p:nvPicPr>
        <p:blipFill>
          <a:blip r:embed="rId8"/>
          <a:stretch>
            <a:fillRect/>
          </a:stretch>
        </p:blipFill>
        <p:spPr>
          <a:xfrm>
            <a:off x="2676387" y="5436642"/>
            <a:ext cx="1383536" cy="726795"/>
          </a:xfrm>
          <a:prstGeom prst="rect">
            <a:avLst/>
          </a:prstGeom>
        </p:spPr>
      </p:pic>
      <p:sp>
        <p:nvSpPr>
          <p:cNvPr id="4" name="CuadroTexto 3">
            <a:extLst>
              <a:ext uri="{FF2B5EF4-FFF2-40B4-BE49-F238E27FC236}">
                <a16:creationId xmlns:a16="http://schemas.microsoft.com/office/drawing/2014/main" id="{1503B433-D05E-B34C-BD60-C833AC6E3659}"/>
              </a:ext>
            </a:extLst>
          </p:cNvPr>
          <p:cNvSpPr txBox="1"/>
          <p:nvPr/>
        </p:nvSpPr>
        <p:spPr>
          <a:xfrm>
            <a:off x="528584" y="6335099"/>
            <a:ext cx="2035499" cy="369332"/>
          </a:xfrm>
          <a:prstGeom prst="rect">
            <a:avLst/>
          </a:prstGeom>
          <a:noFill/>
        </p:spPr>
        <p:txBody>
          <a:bodyPr wrap="square">
            <a:spAutoFit/>
          </a:bodyPr>
          <a:lstStyle/>
          <a:p>
            <a:pPr algn="just"/>
            <a:r>
              <a:rPr lang="es-419" sz="1800" dirty="0">
                <a:solidFill>
                  <a:schemeClr val="tx1"/>
                </a:solidFill>
                <a:latin typeface="Aptos "/>
              </a:rPr>
              <a:t>Si </a:t>
            </a:r>
            <a:r>
              <a:rPr lang="es-419" sz="1800" dirty="0">
                <a:solidFill>
                  <a:schemeClr val="tx1"/>
                </a:solidFill>
                <a:latin typeface="Symbol" panose="05050102010706020507" pitchFamily="18" charset="2"/>
              </a:rPr>
              <a:t>b</a:t>
            </a:r>
            <a:r>
              <a:rPr lang="es-419" sz="1800" dirty="0">
                <a:solidFill>
                  <a:schemeClr val="tx1"/>
                </a:solidFill>
                <a:latin typeface="Aptos "/>
              </a:rPr>
              <a:t> =0.60 </a:t>
            </a:r>
            <a:endParaRPr lang="es-CO" sz="1800" dirty="0">
              <a:solidFill>
                <a:schemeClr val="tx1"/>
              </a:solidFill>
              <a:latin typeface="Arial Narrow" pitchFamily="34" charset="0"/>
            </a:endParaRPr>
          </a:p>
        </p:txBody>
      </p:sp>
      <p:pic>
        <p:nvPicPr>
          <p:cNvPr id="8" name="Imagen 7">
            <a:extLst>
              <a:ext uri="{FF2B5EF4-FFF2-40B4-BE49-F238E27FC236}">
                <a16:creationId xmlns:a16="http://schemas.microsoft.com/office/drawing/2014/main" id="{F3E8708A-0057-CC5B-4CDA-5EBEAE28C164}"/>
              </a:ext>
            </a:extLst>
          </p:cNvPr>
          <p:cNvPicPr>
            <a:picLocks noChangeAspect="1"/>
          </p:cNvPicPr>
          <p:nvPr/>
        </p:nvPicPr>
        <p:blipFill>
          <a:blip r:embed="rId9"/>
          <a:stretch>
            <a:fillRect/>
          </a:stretch>
        </p:blipFill>
        <p:spPr>
          <a:xfrm>
            <a:off x="2044229" y="6353667"/>
            <a:ext cx="1546453" cy="427310"/>
          </a:xfrm>
          <a:prstGeom prst="rect">
            <a:avLst/>
          </a:prstGeom>
        </p:spPr>
      </p:pic>
      <p:pic>
        <p:nvPicPr>
          <p:cNvPr id="12" name="Imagen 11">
            <a:extLst>
              <a:ext uri="{FF2B5EF4-FFF2-40B4-BE49-F238E27FC236}">
                <a16:creationId xmlns:a16="http://schemas.microsoft.com/office/drawing/2014/main" id="{C2AC6AAC-B250-4425-8932-6C333D6CA819}"/>
              </a:ext>
            </a:extLst>
          </p:cNvPr>
          <p:cNvPicPr>
            <a:picLocks noChangeAspect="1"/>
          </p:cNvPicPr>
          <p:nvPr/>
        </p:nvPicPr>
        <p:blipFill>
          <a:blip r:embed="rId10"/>
          <a:stretch>
            <a:fillRect/>
          </a:stretch>
        </p:blipFill>
        <p:spPr>
          <a:xfrm>
            <a:off x="5560475" y="2675129"/>
            <a:ext cx="5204911" cy="617273"/>
          </a:xfrm>
          <a:prstGeom prst="rect">
            <a:avLst/>
          </a:prstGeom>
        </p:spPr>
      </p:pic>
      <p:pic>
        <p:nvPicPr>
          <p:cNvPr id="17" name="Imagen 16">
            <a:extLst>
              <a:ext uri="{FF2B5EF4-FFF2-40B4-BE49-F238E27FC236}">
                <a16:creationId xmlns:a16="http://schemas.microsoft.com/office/drawing/2014/main" id="{68F1049A-5E50-2C84-13C7-483576D48B8F}"/>
              </a:ext>
            </a:extLst>
          </p:cNvPr>
          <p:cNvPicPr>
            <a:picLocks noChangeAspect="1"/>
          </p:cNvPicPr>
          <p:nvPr/>
        </p:nvPicPr>
        <p:blipFill>
          <a:blip r:embed="rId11"/>
          <a:stretch>
            <a:fillRect/>
          </a:stretch>
        </p:blipFill>
        <p:spPr>
          <a:xfrm>
            <a:off x="6948921" y="3549717"/>
            <a:ext cx="1745135" cy="584456"/>
          </a:xfrm>
          <a:prstGeom prst="rect">
            <a:avLst/>
          </a:prstGeom>
        </p:spPr>
      </p:pic>
      <p:pic>
        <p:nvPicPr>
          <p:cNvPr id="10" name="Imagen 9">
            <a:extLst>
              <a:ext uri="{FF2B5EF4-FFF2-40B4-BE49-F238E27FC236}">
                <a16:creationId xmlns:a16="http://schemas.microsoft.com/office/drawing/2014/main" id="{5DA2D554-97AF-4F4A-A760-4B409C0A5940}"/>
              </a:ext>
            </a:extLst>
          </p:cNvPr>
          <p:cNvPicPr>
            <a:picLocks noChangeAspect="1"/>
          </p:cNvPicPr>
          <p:nvPr/>
        </p:nvPicPr>
        <p:blipFill>
          <a:blip r:embed="rId12"/>
          <a:stretch>
            <a:fillRect/>
          </a:stretch>
        </p:blipFill>
        <p:spPr>
          <a:xfrm>
            <a:off x="5673271" y="4379719"/>
            <a:ext cx="4849586" cy="2478281"/>
          </a:xfrm>
          <a:prstGeom prst="rect">
            <a:avLst/>
          </a:prstGeom>
        </p:spPr>
      </p:pic>
    </p:spTree>
    <p:extLst>
      <p:ext uri="{BB962C8B-B14F-4D97-AF65-F5344CB8AC3E}">
        <p14:creationId xmlns:p14="http://schemas.microsoft.com/office/powerpoint/2010/main" val="4270919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0CC6E-5D4F-7A3F-B032-1AAAB284A54B}"/>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B35D133A-C7AE-6013-1693-F5ABD8F1D83E}"/>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ESBELTAS</a:t>
            </a:r>
          </a:p>
        </p:txBody>
      </p:sp>
      <p:pic>
        <p:nvPicPr>
          <p:cNvPr id="3" name="Picture 12" descr="Se conmemoran 150 años de la Universidad Nacional de Colombia">
            <a:extLst>
              <a:ext uri="{FF2B5EF4-FFF2-40B4-BE49-F238E27FC236}">
                <a16:creationId xmlns:a16="http://schemas.microsoft.com/office/drawing/2014/main" id="{7B054B6B-14BC-2F2E-677C-5F74C4A770F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AE9C94E4-8938-8DDB-CB46-0F5833C76482}"/>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3E4AE56D-FDFB-2B69-E056-ECF2FC860267}"/>
              </a:ext>
            </a:extLst>
          </p:cNvPr>
          <p:cNvSpPr txBox="1"/>
          <p:nvPr/>
        </p:nvSpPr>
        <p:spPr>
          <a:xfrm>
            <a:off x="0" y="960004"/>
            <a:ext cx="8162931" cy="830997"/>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Magnificación de momentos</a:t>
            </a:r>
          </a:p>
          <a:p>
            <a:r>
              <a:rPr lang="es-CO" sz="2400" b="1" dirty="0">
                <a:latin typeface="Calibri" panose="020F0502020204030204" pitchFamily="34" charset="0"/>
                <a:ea typeface="Calibri" panose="020F0502020204030204" pitchFamily="34" charset="0"/>
                <a:cs typeface="Calibri" panose="020F0502020204030204" pitchFamily="34" charset="0"/>
              </a:rPr>
              <a:t>Con desplazamiento lateral</a:t>
            </a:r>
          </a:p>
        </p:txBody>
      </p:sp>
      <p:sp>
        <p:nvSpPr>
          <p:cNvPr id="7" name="CuadroTexto 6">
            <a:extLst>
              <a:ext uri="{FF2B5EF4-FFF2-40B4-BE49-F238E27FC236}">
                <a16:creationId xmlns:a16="http://schemas.microsoft.com/office/drawing/2014/main" id="{5C6CB8B8-CE48-DEEF-965B-DBF7DF1A43EC}"/>
              </a:ext>
            </a:extLst>
          </p:cNvPr>
          <p:cNvSpPr txBox="1"/>
          <p:nvPr/>
        </p:nvSpPr>
        <p:spPr>
          <a:xfrm>
            <a:off x="359228" y="1863713"/>
            <a:ext cx="10628086" cy="369332"/>
          </a:xfrm>
          <a:prstGeom prst="rect">
            <a:avLst/>
          </a:prstGeom>
          <a:noFill/>
        </p:spPr>
        <p:txBody>
          <a:bodyPr wrap="square">
            <a:spAutoFit/>
          </a:bodyPr>
          <a:lstStyle/>
          <a:p>
            <a:pPr algn="just"/>
            <a:r>
              <a:rPr lang="es-CO" sz="1800" dirty="0">
                <a:solidFill>
                  <a:schemeClr val="tx1"/>
                </a:solidFill>
                <a:latin typeface="Aptos "/>
              </a:rPr>
              <a:t>Los momentos  M1  y  M2  en los extremos de un elemento individual a compresión deben tomarse como:</a:t>
            </a:r>
          </a:p>
        </p:txBody>
      </p:sp>
      <mc:AlternateContent xmlns:mc="http://schemas.openxmlformats.org/markup-compatibility/2006">
        <mc:Choice xmlns:a14="http://schemas.microsoft.com/office/drawing/2010/main" Requires="a14">
          <p:sp>
            <p:nvSpPr>
              <p:cNvPr id="6" name="6 Objeto">
                <a:extLst>
                  <a:ext uri="{FF2B5EF4-FFF2-40B4-BE49-F238E27FC236}">
                    <a16:creationId xmlns:a16="http://schemas.microsoft.com/office/drawing/2014/main" id="{A22A799C-2EED-CBA8-3511-6DDFCFA896CE}"/>
                  </a:ext>
                </a:extLst>
              </p:cNvPr>
              <p:cNvSpPr txBox="1"/>
              <p:nvPr/>
            </p:nvSpPr>
            <p:spPr bwMode="auto">
              <a:xfrm>
                <a:off x="2796383" y="2815987"/>
                <a:ext cx="2570163" cy="487362"/>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s-CO" sz="2000" i="1">
                          <a:solidFill>
                            <a:srgbClr val="000000"/>
                          </a:solidFill>
                          <a:latin typeface="Cambria Math" panose="02040503050406030204" pitchFamily="18" charset="0"/>
                        </a:rPr>
                        <m:t>𝑀</m:t>
                      </m:r>
                      <m:r>
                        <a:rPr lang="es-CO" sz="2000" i="1">
                          <a:solidFill>
                            <a:srgbClr val="000000"/>
                          </a:solidFill>
                          <a:latin typeface="Cambria Math" panose="02040503050406030204" pitchFamily="18" charset="0"/>
                        </a:rPr>
                        <m:t>1=</m:t>
                      </m:r>
                      <m:r>
                        <a:rPr lang="es-CO" sz="2000" i="1">
                          <a:solidFill>
                            <a:srgbClr val="000000"/>
                          </a:solidFill>
                          <a:latin typeface="Cambria Math" panose="02040503050406030204" pitchFamily="18" charset="0"/>
                        </a:rPr>
                        <m:t>𝑀</m:t>
                      </m:r>
                      <m:r>
                        <a:rPr lang="es-CO" sz="2000" i="1" baseline="-25000">
                          <a:solidFill>
                            <a:srgbClr val="000000"/>
                          </a:solidFill>
                          <a:latin typeface="Cambria Math" panose="02040503050406030204" pitchFamily="18" charset="0"/>
                        </a:rPr>
                        <m:t>1</m:t>
                      </m:r>
                      <m:r>
                        <a:rPr lang="es-CO" sz="2000" i="1" baseline="-25000">
                          <a:solidFill>
                            <a:srgbClr val="000000"/>
                          </a:solidFill>
                          <a:latin typeface="Cambria Math" panose="02040503050406030204" pitchFamily="18" charset="0"/>
                        </a:rPr>
                        <m:t>𝑛𝑠</m:t>
                      </m:r>
                      <m:r>
                        <a:rPr lang="es-CO" sz="2000" i="1">
                          <a:solidFill>
                            <a:srgbClr val="000000"/>
                          </a:solidFill>
                          <a:latin typeface="Cambria Math" panose="02040503050406030204" pitchFamily="18" charset="0"/>
                        </a:rPr>
                        <m:t>+</m:t>
                      </m:r>
                      <m:r>
                        <a:rPr lang="es-CO" sz="2000" i="1">
                          <a:solidFill>
                            <a:srgbClr val="000000"/>
                          </a:solidFill>
                          <a:latin typeface="Cambria Math" panose="02040503050406030204" pitchFamily="18" charset="0"/>
                        </a:rPr>
                        <m:t>𝛿</m:t>
                      </m:r>
                      <m:r>
                        <a:rPr lang="es-CO" sz="2000" i="1" baseline="-25000">
                          <a:solidFill>
                            <a:srgbClr val="000000"/>
                          </a:solidFill>
                          <a:latin typeface="Cambria Math" panose="02040503050406030204" pitchFamily="18" charset="0"/>
                        </a:rPr>
                        <m:t>𝑠</m:t>
                      </m:r>
                      <m:r>
                        <a:rPr lang="es-CO" sz="2000" i="1">
                          <a:solidFill>
                            <a:srgbClr val="000000"/>
                          </a:solidFill>
                          <a:latin typeface="Cambria Math" panose="02040503050406030204" pitchFamily="18" charset="0"/>
                        </a:rPr>
                        <m:t>𝑀</m:t>
                      </m:r>
                      <m:r>
                        <a:rPr lang="es-CO" sz="2000" i="1" baseline="-25000">
                          <a:solidFill>
                            <a:srgbClr val="000000"/>
                          </a:solidFill>
                          <a:latin typeface="Cambria Math" panose="02040503050406030204" pitchFamily="18" charset="0"/>
                        </a:rPr>
                        <m:t>1</m:t>
                      </m:r>
                      <m:r>
                        <a:rPr lang="es-CO" sz="2000" i="1" baseline="-25000">
                          <a:solidFill>
                            <a:srgbClr val="000000"/>
                          </a:solidFill>
                          <a:latin typeface="Cambria Math" panose="02040503050406030204" pitchFamily="18" charset="0"/>
                        </a:rPr>
                        <m:t>𝑆</m:t>
                      </m:r>
                    </m:oMath>
                  </m:oMathPara>
                </a14:m>
                <a:endParaRPr lang="es-CO" sz="2000" baseline="-25000" dirty="0"/>
              </a:p>
            </p:txBody>
          </p:sp>
        </mc:Choice>
        <mc:Fallback>
          <p:sp>
            <p:nvSpPr>
              <p:cNvPr id="6" name="6 Objeto">
                <a:extLst>
                  <a:ext uri="{FF2B5EF4-FFF2-40B4-BE49-F238E27FC236}">
                    <a16:creationId xmlns:a16="http://schemas.microsoft.com/office/drawing/2014/main" id="{A22A799C-2EED-CBA8-3511-6DDFCFA896CE}"/>
                  </a:ext>
                </a:extLst>
              </p:cNvPr>
              <p:cNvSpPr txBox="1">
                <a:spLocks noRot="1" noChangeAspect="1" noMove="1" noResize="1" noEditPoints="1" noAdjustHandles="1" noChangeArrowheads="1" noChangeShapeType="1" noTextEdit="1"/>
              </p:cNvSpPr>
              <p:nvPr/>
            </p:nvSpPr>
            <p:spPr bwMode="auto">
              <a:xfrm>
                <a:off x="2796383" y="2815987"/>
                <a:ext cx="2570163" cy="487362"/>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20" name="Object 3">
                <a:extLst>
                  <a:ext uri="{FF2B5EF4-FFF2-40B4-BE49-F238E27FC236}">
                    <a16:creationId xmlns:a16="http://schemas.microsoft.com/office/drawing/2014/main" id="{EE8D1657-F7A6-7792-AA4F-440E4F83064A}"/>
                  </a:ext>
                </a:extLst>
              </p:cNvPr>
              <p:cNvSpPr txBox="1"/>
              <p:nvPr/>
            </p:nvSpPr>
            <p:spPr bwMode="auto">
              <a:xfrm>
                <a:off x="2796383" y="3554652"/>
                <a:ext cx="2673350" cy="48736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s-CO" sz="2000" i="1" smtClean="0">
                          <a:solidFill>
                            <a:srgbClr val="000000"/>
                          </a:solidFill>
                          <a:latin typeface="Cambria Math" panose="02040503050406030204" pitchFamily="18" charset="0"/>
                        </a:rPr>
                        <m:t>𝑀</m:t>
                      </m:r>
                      <m:r>
                        <a:rPr lang="es-CO" sz="2000" i="1" smtClean="0">
                          <a:solidFill>
                            <a:srgbClr val="000000"/>
                          </a:solidFill>
                          <a:latin typeface="Cambria Math" panose="02040503050406030204" pitchFamily="18" charset="0"/>
                        </a:rPr>
                        <m:t>2=</m:t>
                      </m:r>
                      <m:r>
                        <a:rPr lang="es-CO" sz="2000" i="1" smtClean="0">
                          <a:solidFill>
                            <a:srgbClr val="000000"/>
                          </a:solidFill>
                          <a:latin typeface="Cambria Math" panose="02040503050406030204" pitchFamily="18" charset="0"/>
                        </a:rPr>
                        <m:t>𝑀</m:t>
                      </m:r>
                      <m:r>
                        <a:rPr lang="es-CO" sz="2000" i="1" baseline="-25000" smtClean="0">
                          <a:solidFill>
                            <a:srgbClr val="000000"/>
                          </a:solidFill>
                          <a:latin typeface="Cambria Math" panose="02040503050406030204" pitchFamily="18" charset="0"/>
                        </a:rPr>
                        <m:t>2</m:t>
                      </m:r>
                      <m:r>
                        <a:rPr lang="es-CO" sz="2000" i="1" baseline="-25000" smtClean="0">
                          <a:solidFill>
                            <a:srgbClr val="000000"/>
                          </a:solidFill>
                          <a:latin typeface="Cambria Math" panose="02040503050406030204" pitchFamily="18" charset="0"/>
                        </a:rPr>
                        <m:t>𝑛𝑠</m:t>
                      </m:r>
                      <m:r>
                        <a:rPr lang="es-CO" sz="2000" i="1" smtClean="0">
                          <a:solidFill>
                            <a:srgbClr val="000000"/>
                          </a:solidFill>
                          <a:latin typeface="Cambria Math" panose="02040503050406030204" pitchFamily="18" charset="0"/>
                        </a:rPr>
                        <m:t>+</m:t>
                      </m:r>
                      <m:r>
                        <a:rPr lang="es-CO" sz="2000" i="1" smtClean="0">
                          <a:solidFill>
                            <a:srgbClr val="000000"/>
                          </a:solidFill>
                          <a:latin typeface="Cambria Math" panose="02040503050406030204" pitchFamily="18" charset="0"/>
                        </a:rPr>
                        <m:t>𝛿</m:t>
                      </m:r>
                      <m:r>
                        <a:rPr lang="es-CO" sz="2000" i="1" baseline="-25000" smtClean="0">
                          <a:solidFill>
                            <a:srgbClr val="000000"/>
                          </a:solidFill>
                          <a:latin typeface="Cambria Math" panose="02040503050406030204" pitchFamily="18" charset="0"/>
                        </a:rPr>
                        <m:t>𝑠</m:t>
                      </m:r>
                      <m:r>
                        <a:rPr lang="es-CO" sz="2000" i="1" smtClean="0">
                          <a:solidFill>
                            <a:srgbClr val="000000"/>
                          </a:solidFill>
                          <a:latin typeface="Cambria Math" panose="02040503050406030204" pitchFamily="18" charset="0"/>
                        </a:rPr>
                        <m:t>𝑀</m:t>
                      </m:r>
                      <m:r>
                        <a:rPr lang="es-CO" sz="2000" i="1" baseline="-25000" smtClean="0">
                          <a:solidFill>
                            <a:srgbClr val="000000"/>
                          </a:solidFill>
                          <a:latin typeface="Cambria Math" panose="02040503050406030204" pitchFamily="18" charset="0"/>
                        </a:rPr>
                        <m:t>2</m:t>
                      </m:r>
                      <m:r>
                        <a:rPr lang="es-CO" sz="2000" i="1" baseline="-25000" smtClean="0">
                          <a:solidFill>
                            <a:srgbClr val="000000"/>
                          </a:solidFill>
                          <a:latin typeface="Cambria Math" panose="02040503050406030204" pitchFamily="18" charset="0"/>
                        </a:rPr>
                        <m:t>𝑆</m:t>
                      </m:r>
                    </m:oMath>
                  </m:oMathPara>
                </a14:m>
                <a:endParaRPr lang="es-CO" sz="2000" baseline="-25000" dirty="0"/>
              </a:p>
            </p:txBody>
          </p:sp>
        </mc:Choice>
        <mc:Fallback>
          <p:sp>
            <p:nvSpPr>
              <p:cNvPr id="20" name="Object 3">
                <a:extLst>
                  <a:ext uri="{FF2B5EF4-FFF2-40B4-BE49-F238E27FC236}">
                    <a16:creationId xmlns:a16="http://schemas.microsoft.com/office/drawing/2014/main" id="{EE8D1657-F7A6-7792-AA4F-440E4F83064A}"/>
                  </a:ext>
                </a:extLst>
              </p:cNvPr>
              <p:cNvSpPr txBox="1">
                <a:spLocks noRot="1" noChangeAspect="1" noMove="1" noResize="1" noEditPoints="1" noAdjustHandles="1" noChangeArrowheads="1" noChangeShapeType="1" noTextEdit="1"/>
              </p:cNvSpPr>
              <p:nvPr/>
            </p:nvSpPr>
            <p:spPr bwMode="auto">
              <a:xfrm>
                <a:off x="2796383" y="3554652"/>
                <a:ext cx="2673350" cy="487363"/>
              </a:xfrm>
              <a:prstGeom prst="rect">
                <a:avLst/>
              </a:prstGeom>
              <a:blipFill>
                <a:blip r:embed="rId5"/>
                <a:stretch>
                  <a:fillRect/>
                </a:stretch>
              </a:blipFill>
            </p:spPr>
            <p:txBody>
              <a:bodyPr/>
              <a:lstStyle/>
              <a:p>
                <a:r>
                  <a:rPr lang="es-CO">
                    <a:noFill/>
                  </a:rPr>
                  <a:t> </a:t>
                </a:r>
              </a:p>
            </p:txBody>
          </p:sp>
        </mc:Fallback>
      </mc:AlternateContent>
      <p:sp>
        <p:nvSpPr>
          <p:cNvPr id="24" name="CuadroTexto 23">
            <a:extLst>
              <a:ext uri="{FF2B5EF4-FFF2-40B4-BE49-F238E27FC236}">
                <a16:creationId xmlns:a16="http://schemas.microsoft.com/office/drawing/2014/main" id="{941AE953-C454-2DA5-D836-72AA0A17E721}"/>
              </a:ext>
            </a:extLst>
          </p:cNvPr>
          <p:cNvSpPr txBox="1"/>
          <p:nvPr/>
        </p:nvSpPr>
        <p:spPr>
          <a:xfrm>
            <a:off x="6720115" y="2778308"/>
            <a:ext cx="1442816" cy="369332"/>
          </a:xfrm>
          <a:prstGeom prst="rect">
            <a:avLst/>
          </a:prstGeom>
          <a:noFill/>
        </p:spPr>
        <p:txBody>
          <a:bodyPr wrap="square">
            <a:spAutoFit/>
          </a:bodyPr>
          <a:lstStyle/>
          <a:p>
            <a:pPr algn="just"/>
            <a:r>
              <a:rPr lang="es-CO" sz="1800" dirty="0">
                <a:solidFill>
                  <a:schemeClr val="tx1"/>
                </a:solidFill>
                <a:latin typeface="Arial Narrow" pitchFamily="34" charset="0"/>
              </a:rPr>
              <a:t>(C.10-18)</a:t>
            </a:r>
          </a:p>
        </p:txBody>
      </p:sp>
      <p:sp>
        <p:nvSpPr>
          <p:cNvPr id="26" name="CuadroTexto 25">
            <a:extLst>
              <a:ext uri="{FF2B5EF4-FFF2-40B4-BE49-F238E27FC236}">
                <a16:creationId xmlns:a16="http://schemas.microsoft.com/office/drawing/2014/main" id="{942D58F1-A527-1051-A5AF-3D0202702A14}"/>
              </a:ext>
            </a:extLst>
          </p:cNvPr>
          <p:cNvSpPr txBox="1"/>
          <p:nvPr/>
        </p:nvSpPr>
        <p:spPr>
          <a:xfrm>
            <a:off x="6720115" y="3613667"/>
            <a:ext cx="1719942" cy="369332"/>
          </a:xfrm>
          <a:prstGeom prst="rect">
            <a:avLst/>
          </a:prstGeom>
          <a:noFill/>
        </p:spPr>
        <p:txBody>
          <a:bodyPr wrap="square">
            <a:spAutoFit/>
          </a:bodyPr>
          <a:lstStyle/>
          <a:p>
            <a:r>
              <a:rPr lang="es-CO" sz="1800" dirty="0">
                <a:solidFill>
                  <a:schemeClr val="tx1"/>
                </a:solidFill>
                <a:latin typeface="Arial Narrow" pitchFamily="34" charset="0"/>
              </a:rPr>
              <a:t>(C.10-19)</a:t>
            </a:r>
          </a:p>
        </p:txBody>
      </p:sp>
      <p:sp>
        <p:nvSpPr>
          <p:cNvPr id="28" name="CuadroTexto 27">
            <a:extLst>
              <a:ext uri="{FF2B5EF4-FFF2-40B4-BE49-F238E27FC236}">
                <a16:creationId xmlns:a16="http://schemas.microsoft.com/office/drawing/2014/main" id="{FB46ED67-E95D-7222-A6BE-96C2DCEE8B11}"/>
              </a:ext>
            </a:extLst>
          </p:cNvPr>
          <p:cNvSpPr txBox="1"/>
          <p:nvPr/>
        </p:nvSpPr>
        <p:spPr>
          <a:xfrm>
            <a:off x="359228" y="4301790"/>
            <a:ext cx="10330543" cy="646331"/>
          </a:xfrm>
          <a:prstGeom prst="rect">
            <a:avLst/>
          </a:prstGeom>
          <a:noFill/>
        </p:spPr>
        <p:txBody>
          <a:bodyPr wrap="square">
            <a:spAutoFit/>
          </a:bodyPr>
          <a:lstStyle/>
          <a:p>
            <a:r>
              <a:rPr lang="es-CO" dirty="0"/>
              <a:t>C.10.10.7.2- El  factor  de  longitud  efectiva  k debe ser  determinado  usando  los  valores </a:t>
            </a:r>
            <a:r>
              <a:rPr lang="es-CO" dirty="0" err="1"/>
              <a:t>Ec</a:t>
            </a:r>
            <a:r>
              <a:rPr lang="es-CO" dirty="0"/>
              <a:t>  e  l   dados  en C.10.10.4 y no debe ser menor de 1.0.</a:t>
            </a:r>
          </a:p>
        </p:txBody>
      </p:sp>
    </p:spTree>
    <p:extLst>
      <p:ext uri="{BB962C8B-B14F-4D97-AF65-F5344CB8AC3E}">
        <p14:creationId xmlns:p14="http://schemas.microsoft.com/office/powerpoint/2010/main" val="15147680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36C91-4756-0FDA-A6E8-359E80E09846}"/>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D7781B0D-A1ED-EC59-0F86-3C8CD12FDE5B}"/>
              </a:ext>
            </a:extLst>
          </p:cNvPr>
          <p:cNvSpPr txBox="1"/>
          <p:nvPr/>
        </p:nvSpPr>
        <p:spPr>
          <a:xfrm>
            <a:off x="-76081" y="99638"/>
            <a:ext cx="763685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COLUMNAS ESBELTAS</a:t>
            </a:r>
          </a:p>
        </p:txBody>
      </p:sp>
      <p:pic>
        <p:nvPicPr>
          <p:cNvPr id="3" name="Picture 12" descr="Se conmemoran 150 años de la Universidad Nacional de Colombia">
            <a:extLst>
              <a:ext uri="{FF2B5EF4-FFF2-40B4-BE49-F238E27FC236}">
                <a16:creationId xmlns:a16="http://schemas.microsoft.com/office/drawing/2014/main" id="{4D97EA89-3360-8CAC-6062-5BDF7CE74E8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F5B5FD0A-E246-36DE-BCBF-B80183C7E77F}"/>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FF736347-2715-2457-6B2F-5490F1C829C6}"/>
              </a:ext>
            </a:extLst>
          </p:cNvPr>
          <p:cNvSpPr txBox="1"/>
          <p:nvPr/>
        </p:nvSpPr>
        <p:spPr>
          <a:xfrm>
            <a:off x="0" y="960004"/>
            <a:ext cx="8162931" cy="830997"/>
          </a:xfrm>
          <a:prstGeom prst="rect">
            <a:avLst/>
          </a:prstGeom>
          <a:noFill/>
        </p:spPr>
        <p:txBody>
          <a:bodyPr wrap="square" rtlCol="0">
            <a:spAutoFit/>
          </a:bodyPr>
          <a:lstStyle/>
          <a:p>
            <a:r>
              <a:rPr lang="es-CO" sz="2400" b="1" dirty="0">
                <a:latin typeface="Calibri" panose="020F0502020204030204" pitchFamily="34" charset="0"/>
                <a:ea typeface="Calibri" panose="020F0502020204030204" pitchFamily="34" charset="0"/>
                <a:cs typeface="Calibri" panose="020F0502020204030204" pitchFamily="34" charset="0"/>
              </a:rPr>
              <a:t>Magnificación de momentos</a:t>
            </a:r>
          </a:p>
          <a:p>
            <a:r>
              <a:rPr lang="es-CO" sz="2400" b="1" dirty="0">
                <a:latin typeface="Calibri" panose="020F0502020204030204" pitchFamily="34" charset="0"/>
                <a:ea typeface="Calibri" panose="020F0502020204030204" pitchFamily="34" charset="0"/>
                <a:cs typeface="Calibri" panose="020F0502020204030204" pitchFamily="34" charset="0"/>
              </a:rPr>
              <a:t>Con desplazamiento lateral</a:t>
            </a:r>
          </a:p>
        </p:txBody>
      </p:sp>
      <p:sp>
        <p:nvSpPr>
          <p:cNvPr id="7" name="CuadroTexto 6">
            <a:extLst>
              <a:ext uri="{FF2B5EF4-FFF2-40B4-BE49-F238E27FC236}">
                <a16:creationId xmlns:a16="http://schemas.microsoft.com/office/drawing/2014/main" id="{3598A232-89D8-24CD-F0C2-5C1FD40F3E42}"/>
              </a:ext>
            </a:extLst>
          </p:cNvPr>
          <p:cNvSpPr txBox="1"/>
          <p:nvPr/>
        </p:nvSpPr>
        <p:spPr>
          <a:xfrm>
            <a:off x="359228" y="1863713"/>
            <a:ext cx="10628086" cy="369332"/>
          </a:xfrm>
          <a:prstGeom prst="rect">
            <a:avLst/>
          </a:prstGeom>
          <a:noFill/>
        </p:spPr>
        <p:txBody>
          <a:bodyPr wrap="square">
            <a:spAutoFit/>
          </a:bodyPr>
          <a:lstStyle/>
          <a:p>
            <a:pPr algn="just"/>
            <a:r>
              <a:rPr lang="es-CO" sz="1800" dirty="0">
                <a:solidFill>
                  <a:schemeClr val="tx1"/>
                </a:solidFill>
                <a:latin typeface="Aptos "/>
              </a:rPr>
              <a:t>C.10.10.7.3- El magnificador de momento </a:t>
            </a:r>
            <a:r>
              <a:rPr lang="es-CO" sz="1800" dirty="0" err="1">
                <a:solidFill>
                  <a:schemeClr val="tx1"/>
                </a:solidFill>
                <a:latin typeface="Aptos "/>
              </a:rPr>
              <a:t>δs</a:t>
            </a:r>
            <a:r>
              <a:rPr lang="es-CO" sz="1800" dirty="0">
                <a:solidFill>
                  <a:schemeClr val="tx1"/>
                </a:solidFill>
                <a:latin typeface="Aptos "/>
              </a:rPr>
              <a:t> debe ser calculado como:</a:t>
            </a:r>
          </a:p>
        </p:txBody>
      </p:sp>
      <p:pic>
        <p:nvPicPr>
          <p:cNvPr id="8" name="Imagen 7">
            <a:extLst>
              <a:ext uri="{FF2B5EF4-FFF2-40B4-BE49-F238E27FC236}">
                <a16:creationId xmlns:a16="http://schemas.microsoft.com/office/drawing/2014/main" id="{EEAD3CEB-E4EE-7EF1-50EE-32FC93A026CE}"/>
              </a:ext>
            </a:extLst>
          </p:cNvPr>
          <p:cNvPicPr>
            <a:picLocks noChangeAspect="1"/>
          </p:cNvPicPr>
          <p:nvPr/>
        </p:nvPicPr>
        <p:blipFill>
          <a:blip r:embed="rId4"/>
          <a:stretch>
            <a:fillRect/>
          </a:stretch>
        </p:blipFill>
        <p:spPr>
          <a:xfrm>
            <a:off x="633809" y="2441362"/>
            <a:ext cx="7382896" cy="987638"/>
          </a:xfrm>
          <a:prstGeom prst="rect">
            <a:avLst/>
          </a:prstGeom>
        </p:spPr>
      </p:pic>
      <p:sp>
        <p:nvSpPr>
          <p:cNvPr id="10" name="CuadroTexto 9">
            <a:extLst>
              <a:ext uri="{FF2B5EF4-FFF2-40B4-BE49-F238E27FC236}">
                <a16:creationId xmlns:a16="http://schemas.microsoft.com/office/drawing/2014/main" id="{2AC52C45-2A3A-A997-FFA0-9E7880752691}"/>
              </a:ext>
            </a:extLst>
          </p:cNvPr>
          <p:cNvSpPr txBox="1"/>
          <p:nvPr/>
        </p:nvSpPr>
        <p:spPr>
          <a:xfrm>
            <a:off x="632658" y="3518878"/>
            <a:ext cx="11102141" cy="646331"/>
          </a:xfrm>
          <a:prstGeom prst="rect">
            <a:avLst/>
          </a:prstGeom>
          <a:noFill/>
        </p:spPr>
        <p:txBody>
          <a:bodyPr wrap="square">
            <a:spAutoFit/>
          </a:bodyPr>
          <a:lstStyle/>
          <a:p>
            <a:r>
              <a:rPr lang="es-CO" dirty="0"/>
              <a:t>Si  el </a:t>
            </a:r>
            <a:r>
              <a:rPr lang="es-CO" dirty="0" err="1"/>
              <a:t>δs</a:t>
            </a:r>
            <a:r>
              <a:rPr lang="es-CO" dirty="0"/>
              <a:t> calculado por la ecuación (C.10-20) excede    de 1.5, el </a:t>
            </a:r>
            <a:r>
              <a:rPr lang="es-CO" dirty="0" err="1"/>
              <a:t>δs</a:t>
            </a:r>
            <a:r>
              <a:rPr lang="es-CO" dirty="0"/>
              <a:t> debe ser calculado usando el análisis   elástico de segundo orden </a:t>
            </a:r>
            <a:r>
              <a:rPr lang="es-CO" dirty="0" err="1"/>
              <a:t>ó</a:t>
            </a:r>
            <a:r>
              <a:rPr lang="es-CO" dirty="0"/>
              <a:t> C.10.10.7.4.</a:t>
            </a:r>
          </a:p>
        </p:txBody>
      </p:sp>
      <p:pic>
        <p:nvPicPr>
          <p:cNvPr id="12" name="Imagen 11">
            <a:extLst>
              <a:ext uri="{FF2B5EF4-FFF2-40B4-BE49-F238E27FC236}">
                <a16:creationId xmlns:a16="http://schemas.microsoft.com/office/drawing/2014/main" id="{7F13C050-7B4E-B262-9C19-A96B35BF1565}"/>
              </a:ext>
            </a:extLst>
          </p:cNvPr>
          <p:cNvPicPr>
            <a:picLocks noChangeAspect="1"/>
          </p:cNvPicPr>
          <p:nvPr/>
        </p:nvPicPr>
        <p:blipFill>
          <a:blip r:embed="rId5"/>
          <a:stretch>
            <a:fillRect/>
          </a:stretch>
        </p:blipFill>
        <p:spPr>
          <a:xfrm>
            <a:off x="725257" y="4366081"/>
            <a:ext cx="7291448" cy="1268078"/>
          </a:xfrm>
          <a:prstGeom prst="rect">
            <a:avLst/>
          </a:prstGeom>
        </p:spPr>
      </p:pic>
      <p:sp>
        <p:nvSpPr>
          <p:cNvPr id="15" name="CuadroTexto 14">
            <a:extLst>
              <a:ext uri="{FF2B5EF4-FFF2-40B4-BE49-F238E27FC236}">
                <a16:creationId xmlns:a16="http://schemas.microsoft.com/office/drawing/2014/main" id="{FCC9E9C4-2F2B-DAE1-C828-D27F24D5C439}"/>
              </a:ext>
            </a:extLst>
          </p:cNvPr>
          <p:cNvSpPr txBox="1"/>
          <p:nvPr/>
        </p:nvSpPr>
        <p:spPr>
          <a:xfrm>
            <a:off x="224971" y="5835032"/>
            <a:ext cx="11742057" cy="923330"/>
          </a:xfrm>
          <a:prstGeom prst="rect">
            <a:avLst/>
          </a:prstGeom>
          <a:noFill/>
        </p:spPr>
        <p:txBody>
          <a:bodyPr wrap="square">
            <a:spAutoFit/>
          </a:bodyPr>
          <a:lstStyle/>
          <a:p>
            <a:r>
              <a:rPr lang="es-CO" dirty="0"/>
              <a:t>donde  ∑Pu  es la sumatoria de todas las cargas verticales mayoradas en un piso y ∑Pc es la sumatoria de todas las columnas  que  resisten  el  desplazamiento  lateral  en un piso. ∑Pu se calcula usando la ecuación (C.10-13) con  el valor k de terminado en C.10.10.7.2 y El de C.10.10.6.1 donde β</a:t>
            </a:r>
            <a:r>
              <a:rPr lang="es-CO" dirty="0" err="1"/>
              <a:t>ds</a:t>
            </a:r>
            <a:r>
              <a:rPr lang="es-CO" dirty="0"/>
              <a:t> debe sustituir a β</a:t>
            </a:r>
            <a:r>
              <a:rPr lang="es-CO" dirty="0" err="1"/>
              <a:t>dns</a:t>
            </a:r>
            <a:r>
              <a:rPr lang="es-CO" dirty="0"/>
              <a:t>. </a:t>
            </a:r>
          </a:p>
        </p:txBody>
      </p:sp>
    </p:spTree>
    <p:extLst>
      <p:ext uri="{BB962C8B-B14F-4D97-AF65-F5344CB8AC3E}">
        <p14:creationId xmlns:p14="http://schemas.microsoft.com/office/powerpoint/2010/main" val="388078508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 Id="rId4" Type="http://schemas.microsoft.com/office/2011/relationships/webextension" Target="webextension4.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 dockstate="right" visibility="0" width="438" row="2">
    <wetp:webextensionref xmlns:r="http://schemas.openxmlformats.org/officeDocument/2006/relationships" r:id="rId2"/>
  </wetp:taskpane>
  <wetp:taskpane dockstate="right" visibility="0" width="438" row="4">
    <wetp:webextensionref xmlns:r="http://schemas.openxmlformats.org/officeDocument/2006/relationships" r:id="rId3"/>
  </wetp:taskpane>
  <wetp:taskpane dockstate="right" visibility="0" width="438" row="5">
    <wetp:webextensionref xmlns:r="http://schemas.openxmlformats.org/officeDocument/2006/relationships" r:id="rId4"/>
  </wetp:taskpane>
</wetp:taskpanes>
</file>

<file path=ppt/webextensions/webextension1.xml><?xml version="1.0" encoding="utf-8"?>
<we:webextension xmlns:we="http://schemas.microsoft.com/office/webextensions/webextension/2010/11" id="{136C85E0-5ABF-4979-86C4-4C77F8FCF8FD}">
  <we:reference id="wa200005566" version="3.0.0.3" store="es-ES" storeType="OMEX"/>
  <we:alternateReferences>
    <we:reference id="WA200005566" version="3.0.0.3"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A92D2F8-2D6B-43F4-9107-D5B423428A53}">
  <we:reference id="wa104178141" version="4.3.3.0" store="es-ES" storeType="OMEX"/>
  <we:alternateReferences>
    <we:reference id="WA104178141" version="4.3.3.0" store=""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0F836553-87E4-4F91-A9BD-E4A233CDCFF0}">
  <we:reference id="wa104379997" version="3.0.0.0" store="es-ES" storeType="OMEX"/>
  <we:alternateReferences>
    <we:reference id="WA104379997" version="3.0.0.0" store="" storeType="OMEX"/>
  </we:alternateReferences>
  <we:properties/>
  <we:bindings/>
  <we:snapshot xmlns:r="http://schemas.openxmlformats.org/officeDocument/2006/relationships"/>
</we:webextension>
</file>

<file path=ppt/webextensions/webextension4.xml><?xml version="1.0" encoding="utf-8"?>
<we:webextension xmlns:we="http://schemas.microsoft.com/office/webextensions/webextension/2010/11" id="{AA8FACC3-1067-4A67-BC48-BE0C4692552B}">
  <we:reference id="wa200005669" version="2.0.0.0" store="es-E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3294</TotalTime>
  <Words>1861</Words>
  <Application>Microsoft Office PowerPoint</Application>
  <PresentationFormat>Panorámica</PresentationFormat>
  <Paragraphs>194</Paragraphs>
  <Slides>48</Slides>
  <Notes>48</Notes>
  <HiddenSlides>0</HiddenSlides>
  <MMClips>0</MMClips>
  <ScaleCrop>false</ScaleCrop>
  <HeadingPairs>
    <vt:vector size="4" baseType="variant">
      <vt:variant>
        <vt:lpstr>Tema</vt:lpstr>
      </vt:variant>
      <vt:variant>
        <vt:i4>1</vt:i4>
      </vt:variant>
      <vt:variant>
        <vt:lpstr>Títulos de diapositiva</vt:lpstr>
      </vt:variant>
      <vt:variant>
        <vt:i4>48</vt:i4>
      </vt:variant>
    </vt:vector>
  </HeadingPairs>
  <TitlesOfParts>
    <vt:vector size="49" baseType="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Sergio Daniel Ladino Delgado</dc:creator>
  <cp:lastModifiedBy>Sergio Daniel Ladino Delgado</cp:lastModifiedBy>
  <cp:revision>21</cp:revision>
  <cp:lastPrinted>2026-02-17T02:38:43Z</cp:lastPrinted>
  <dcterms:created xsi:type="dcterms:W3CDTF">2026-01-31T17:27:28Z</dcterms:created>
  <dcterms:modified xsi:type="dcterms:W3CDTF">2026-06-03T19:35:24Z</dcterms:modified>
</cp:coreProperties>
</file>