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7" r:id="rId2"/>
    <p:sldId id="367" r:id="rId3"/>
    <p:sldId id="392" r:id="rId4"/>
    <p:sldId id="368" r:id="rId5"/>
    <p:sldId id="363" r:id="rId6"/>
    <p:sldId id="369" r:id="rId7"/>
    <p:sldId id="370" r:id="rId8"/>
    <p:sldId id="371" r:id="rId9"/>
    <p:sldId id="372" r:id="rId10"/>
    <p:sldId id="373" r:id="rId11"/>
    <p:sldId id="374" r:id="rId12"/>
    <p:sldId id="375" r:id="rId13"/>
    <p:sldId id="376" r:id="rId14"/>
    <p:sldId id="377" r:id="rId15"/>
    <p:sldId id="378" r:id="rId16"/>
    <p:sldId id="379" r:id="rId17"/>
    <p:sldId id="380" r:id="rId18"/>
    <p:sldId id="381" r:id="rId19"/>
    <p:sldId id="385" r:id="rId20"/>
    <p:sldId id="383" r:id="rId21"/>
    <p:sldId id="384" r:id="rId22"/>
    <p:sldId id="382" r:id="rId23"/>
    <p:sldId id="386" r:id="rId24"/>
    <p:sldId id="387" r:id="rId25"/>
    <p:sldId id="393" r:id="rId26"/>
    <p:sldId id="388" r:id="rId27"/>
    <p:sldId id="389" r:id="rId28"/>
    <p:sldId id="390" r:id="rId29"/>
    <p:sldId id="391" r:id="rId30"/>
    <p:sldId id="394" r:id="rId31"/>
    <p:sldId id="395" r:id="rId32"/>
    <p:sldId id="396" r:id="rId3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9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47474"/>
    <a:srgbClr val="15608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F3C6DB-EE68-4C9F-8DDE-318E9BCB8D1F}" v="490" dt="2026-06-12T00:54:11.86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792" y="86"/>
      </p:cViewPr>
      <p:guideLst>
        <p:guide orient="horz" pos="2795"/>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Daniel Ladino Delgado" userId="2583be0d34a50219" providerId="LiveId" clId="{9216CCCD-79C5-4B94-BFB8-329B8BF4AD03}"/>
    <pc:docChg chg="undo redo custSel addSld delSld modSld sldOrd">
      <pc:chgData name="Sergio Daniel Ladino Delgado" userId="2583be0d34a50219" providerId="LiveId" clId="{9216CCCD-79C5-4B94-BFB8-329B8BF4AD03}" dt="2026-06-13T13:39:05.182" v="2678" actId="313"/>
      <pc:docMkLst>
        <pc:docMk/>
      </pc:docMkLst>
      <pc:sldChg chg="modSp mod">
        <pc:chgData name="Sergio Daniel Ladino Delgado" userId="2583be0d34a50219" providerId="LiveId" clId="{9216CCCD-79C5-4B94-BFB8-329B8BF4AD03}" dt="2026-06-08T21:22:53.070" v="19" actId="20577"/>
        <pc:sldMkLst>
          <pc:docMk/>
          <pc:sldMk cId="228143522" sldId="257"/>
        </pc:sldMkLst>
        <pc:spChg chg="mod">
          <ac:chgData name="Sergio Daniel Ladino Delgado" userId="2583be0d34a50219" providerId="LiveId" clId="{9216CCCD-79C5-4B94-BFB8-329B8BF4AD03}" dt="2026-06-08T21:22:53.070" v="19" actId="20577"/>
          <ac:spMkLst>
            <pc:docMk/>
            <pc:sldMk cId="228143522" sldId="257"/>
            <ac:spMk id="5" creationId="{D7326A36-D114-372A-6BB6-6FA285F218E4}"/>
          </ac:spMkLst>
        </pc:spChg>
      </pc:sldChg>
      <pc:sldChg chg="modSp add mod">
        <pc:chgData name="Sergio Daniel Ladino Delgado" userId="2583be0d34a50219" providerId="LiveId" clId="{9216CCCD-79C5-4B94-BFB8-329B8BF4AD03}" dt="2026-06-10T02:53:34.055" v="970" actId="20577"/>
        <pc:sldMkLst>
          <pc:docMk/>
          <pc:sldMk cId="1267595162" sldId="363"/>
        </pc:sldMkLst>
        <pc:spChg chg="mod">
          <ac:chgData name="Sergio Daniel Ladino Delgado" userId="2583be0d34a50219" providerId="LiveId" clId="{9216CCCD-79C5-4B94-BFB8-329B8BF4AD03}" dt="2026-06-10T02:53:19.550" v="960" actId="20577"/>
          <ac:spMkLst>
            <pc:docMk/>
            <pc:sldMk cId="1267595162" sldId="363"/>
            <ac:spMk id="2" creationId="{8A6ADF49-5CDC-A83D-1415-2FA23A0B4BB1}"/>
          </ac:spMkLst>
        </pc:spChg>
        <pc:spChg chg="mod">
          <ac:chgData name="Sergio Daniel Ladino Delgado" userId="2583be0d34a50219" providerId="LiveId" clId="{9216CCCD-79C5-4B94-BFB8-329B8BF4AD03}" dt="2026-06-10T02:53:34.055" v="970" actId="20577"/>
          <ac:spMkLst>
            <pc:docMk/>
            <pc:sldMk cId="1267595162" sldId="363"/>
            <ac:spMk id="11" creationId="{C82A5BB0-9EFF-2D6C-6929-DF50DC8CB702}"/>
          </ac:spMkLst>
        </pc:spChg>
      </pc:sldChg>
      <pc:sldChg chg="addSp delSp modSp mod">
        <pc:chgData name="Sergio Daniel Ladino Delgado" userId="2583be0d34a50219" providerId="LiveId" clId="{9216CCCD-79C5-4B94-BFB8-329B8BF4AD03}" dt="2026-06-12T00:31:14.014" v="2526" actId="1076"/>
        <pc:sldMkLst>
          <pc:docMk/>
          <pc:sldMk cId="1327306003" sldId="367"/>
        </pc:sldMkLst>
        <pc:spChg chg="mod">
          <ac:chgData name="Sergio Daniel Ladino Delgado" userId="2583be0d34a50219" providerId="LiveId" clId="{9216CCCD-79C5-4B94-BFB8-329B8BF4AD03}" dt="2026-06-08T21:42:01.704" v="172" actId="1076"/>
          <ac:spMkLst>
            <pc:docMk/>
            <pc:sldMk cId="1327306003" sldId="367"/>
            <ac:spMk id="2" creationId="{83F9F213-510B-FAEE-F81A-E156EDE50058}"/>
          </ac:spMkLst>
        </pc:spChg>
        <pc:spChg chg="add del mod">
          <ac:chgData name="Sergio Daniel Ladino Delgado" userId="2583be0d34a50219" providerId="LiveId" clId="{9216CCCD-79C5-4B94-BFB8-329B8BF4AD03}" dt="2026-06-12T00:31:04.086" v="2521" actId="478"/>
          <ac:spMkLst>
            <pc:docMk/>
            <pc:sldMk cId="1327306003" sldId="367"/>
            <ac:spMk id="8" creationId="{84B9C28B-8293-1473-61BF-10C495FFCB3D}"/>
          </ac:spMkLst>
        </pc:spChg>
        <pc:spChg chg="del mod">
          <ac:chgData name="Sergio Daniel Ladino Delgado" userId="2583be0d34a50219" providerId="LiveId" clId="{9216CCCD-79C5-4B94-BFB8-329B8BF4AD03}" dt="2026-06-12T00:31:04.857" v="2522" actId="478"/>
          <ac:spMkLst>
            <pc:docMk/>
            <pc:sldMk cId="1327306003" sldId="367"/>
            <ac:spMk id="9" creationId="{8B8059D6-140D-6864-2CA0-154E1C354999}"/>
          </ac:spMkLst>
        </pc:spChg>
        <pc:spChg chg="add del mod">
          <ac:chgData name="Sergio Daniel Ladino Delgado" userId="2583be0d34a50219" providerId="LiveId" clId="{9216CCCD-79C5-4B94-BFB8-329B8BF4AD03}" dt="2026-06-12T00:31:03.102" v="2520" actId="478"/>
          <ac:spMkLst>
            <pc:docMk/>
            <pc:sldMk cId="1327306003" sldId="367"/>
            <ac:spMk id="11" creationId="{AF8CC010-80B7-121B-ED8C-E5EB9E97CE8C}"/>
          </ac:spMkLst>
        </pc:spChg>
        <pc:spChg chg="add del mod">
          <ac:chgData name="Sergio Daniel Ladino Delgado" userId="2583be0d34a50219" providerId="LiveId" clId="{9216CCCD-79C5-4B94-BFB8-329B8BF4AD03}" dt="2026-06-12T00:31:00.102" v="2516" actId="478"/>
          <ac:spMkLst>
            <pc:docMk/>
            <pc:sldMk cId="1327306003" sldId="367"/>
            <ac:spMk id="12" creationId="{4F1FF0BF-7882-0FDE-3D38-087433C76A88}"/>
          </ac:spMkLst>
        </pc:spChg>
        <pc:spChg chg="add del mod">
          <ac:chgData name="Sergio Daniel Ladino Delgado" userId="2583be0d34a50219" providerId="LiveId" clId="{9216CCCD-79C5-4B94-BFB8-329B8BF4AD03}" dt="2026-06-12T00:31:01.354" v="2518" actId="478"/>
          <ac:spMkLst>
            <pc:docMk/>
            <pc:sldMk cId="1327306003" sldId="367"/>
            <ac:spMk id="13" creationId="{419C4733-1965-2178-1BDF-6EE852184EA6}"/>
          </ac:spMkLst>
        </pc:spChg>
        <pc:picChg chg="add del mod">
          <ac:chgData name="Sergio Daniel Ladino Delgado" userId="2583be0d34a50219" providerId="LiveId" clId="{9216CCCD-79C5-4B94-BFB8-329B8BF4AD03}" dt="2026-06-12T00:31:05.299" v="2523" actId="478"/>
          <ac:picMkLst>
            <pc:docMk/>
            <pc:sldMk cId="1327306003" sldId="367"/>
            <ac:picMk id="6" creationId="{9AED1FA3-92B2-CDBD-7869-E21A9C2EF83C}"/>
          </ac:picMkLst>
        </pc:picChg>
        <pc:picChg chg="add mod">
          <ac:chgData name="Sergio Daniel Ladino Delgado" userId="2583be0d34a50219" providerId="LiveId" clId="{9216CCCD-79C5-4B94-BFB8-329B8BF4AD03}" dt="2026-06-12T00:31:14.014" v="2526" actId="1076"/>
          <ac:picMkLst>
            <pc:docMk/>
            <pc:sldMk cId="1327306003" sldId="367"/>
            <ac:picMk id="7" creationId="{B898AFC9-5802-C307-9B79-C5CF34D54C78}"/>
          </ac:picMkLst>
        </pc:picChg>
        <pc:picChg chg="add del mod">
          <ac:chgData name="Sergio Daniel Ladino Delgado" userId="2583be0d34a50219" providerId="LiveId" clId="{9216CCCD-79C5-4B94-BFB8-329B8BF4AD03}" dt="2026-06-12T00:31:01.758" v="2519" actId="478"/>
          <ac:picMkLst>
            <pc:docMk/>
            <pc:sldMk cId="1327306003" sldId="367"/>
            <ac:picMk id="10" creationId="{E21FD925-248E-1366-DC78-AE2B5959EA02}"/>
          </ac:picMkLst>
        </pc:picChg>
      </pc:sldChg>
      <pc:sldChg chg="addSp delSp modSp add mod">
        <pc:chgData name="Sergio Daniel Ladino Delgado" userId="2583be0d34a50219" providerId="LiveId" clId="{9216CCCD-79C5-4B94-BFB8-329B8BF4AD03}" dt="2026-06-08T21:44:36.448" v="227" actId="1076"/>
        <pc:sldMkLst>
          <pc:docMk/>
          <pc:sldMk cId="35387148" sldId="368"/>
        </pc:sldMkLst>
        <pc:spChg chg="mod">
          <ac:chgData name="Sergio Daniel Ladino Delgado" userId="2583be0d34a50219" providerId="LiveId" clId="{9216CCCD-79C5-4B94-BFB8-329B8BF4AD03}" dt="2026-06-08T21:43:37.166" v="194" actId="20577"/>
          <ac:spMkLst>
            <pc:docMk/>
            <pc:sldMk cId="35387148" sldId="368"/>
            <ac:spMk id="9" creationId="{DA28827D-D25C-19E0-0F39-6E94197F4312}"/>
          </ac:spMkLst>
        </pc:spChg>
        <pc:spChg chg="mod">
          <ac:chgData name="Sergio Daniel Ladino Delgado" userId="2583be0d34a50219" providerId="LiveId" clId="{9216CCCD-79C5-4B94-BFB8-329B8BF4AD03}" dt="2026-06-08T21:44:36.448" v="227" actId="1076"/>
          <ac:spMkLst>
            <pc:docMk/>
            <pc:sldMk cId="35387148" sldId="368"/>
            <ac:spMk id="11" creationId="{A7C65198-E2BE-2F3E-7756-14597A56E076}"/>
          </ac:spMkLst>
        </pc:spChg>
        <pc:picChg chg="add mod">
          <ac:chgData name="Sergio Daniel Ladino Delgado" userId="2583be0d34a50219" providerId="LiveId" clId="{9216CCCD-79C5-4B94-BFB8-329B8BF4AD03}" dt="2026-06-08T21:44:29.616" v="224" actId="1076"/>
          <ac:picMkLst>
            <pc:docMk/>
            <pc:sldMk cId="35387148" sldId="368"/>
            <ac:picMk id="7" creationId="{E44BF1EC-7DD6-886C-4A0D-21638E2EE64B}"/>
          </ac:picMkLst>
        </pc:picChg>
      </pc:sldChg>
      <pc:sldChg chg="addSp delSp modSp add mod">
        <pc:chgData name="Sergio Daniel Ladino Delgado" userId="2583be0d34a50219" providerId="LiveId" clId="{9216CCCD-79C5-4B94-BFB8-329B8BF4AD03}" dt="2026-06-08T22:30:54.054" v="696"/>
        <pc:sldMkLst>
          <pc:docMk/>
          <pc:sldMk cId="3885283508" sldId="369"/>
        </pc:sldMkLst>
        <pc:spChg chg="mod">
          <ac:chgData name="Sergio Daniel Ladino Delgado" userId="2583be0d34a50219" providerId="LiveId" clId="{9216CCCD-79C5-4B94-BFB8-329B8BF4AD03}" dt="2026-06-08T21:47:40.149" v="263" actId="20577"/>
          <ac:spMkLst>
            <pc:docMk/>
            <pc:sldMk cId="3885283508" sldId="369"/>
            <ac:spMk id="9" creationId="{41A4B69A-9503-C549-0C8A-6CF174002777}"/>
          </ac:spMkLst>
        </pc:spChg>
        <pc:spChg chg="mod">
          <ac:chgData name="Sergio Daniel Ladino Delgado" userId="2583be0d34a50219" providerId="LiveId" clId="{9216CCCD-79C5-4B94-BFB8-329B8BF4AD03}" dt="2026-06-08T22:09:24.963" v="495" actId="20577"/>
          <ac:spMkLst>
            <pc:docMk/>
            <pc:sldMk cId="3885283508" sldId="369"/>
            <ac:spMk id="11" creationId="{1BAE5CE7-3B5A-E1CE-9A38-2EDFBEF99571}"/>
          </ac:spMkLst>
        </pc:spChg>
        <pc:picChg chg="add mod">
          <ac:chgData name="Sergio Daniel Ladino Delgado" userId="2583be0d34a50219" providerId="LiveId" clId="{9216CCCD-79C5-4B94-BFB8-329B8BF4AD03}" dt="2026-06-08T22:30:39.755" v="686" actId="1076"/>
          <ac:picMkLst>
            <pc:docMk/>
            <pc:sldMk cId="3885283508" sldId="369"/>
            <ac:picMk id="10" creationId="{86950B52-8E90-43D3-A01D-F4E2307C573B}"/>
          </ac:picMkLst>
        </pc:picChg>
        <pc:picChg chg="add mod">
          <ac:chgData name="Sergio Daniel Ladino Delgado" userId="2583be0d34a50219" providerId="LiveId" clId="{9216CCCD-79C5-4B94-BFB8-329B8BF4AD03}" dt="2026-06-08T22:30:39.755" v="686" actId="1076"/>
          <ac:picMkLst>
            <pc:docMk/>
            <pc:sldMk cId="3885283508" sldId="369"/>
            <ac:picMk id="13" creationId="{73EA6566-964D-74DB-1B71-67E6859C53BA}"/>
          </ac:picMkLst>
        </pc:picChg>
        <pc:cxnChg chg="add mod">
          <ac:chgData name="Sergio Daniel Ladino Delgado" userId="2583be0d34a50219" providerId="LiveId" clId="{9216CCCD-79C5-4B94-BFB8-329B8BF4AD03}" dt="2026-06-08T22:30:39.755" v="686" actId="1076"/>
          <ac:cxnSpMkLst>
            <pc:docMk/>
            <pc:sldMk cId="3885283508" sldId="369"/>
            <ac:cxnSpMk id="15" creationId="{823285E2-3BE1-A13A-F182-747759FF079F}"/>
          </ac:cxnSpMkLst>
        </pc:cxnChg>
        <pc:cxnChg chg="add mod">
          <ac:chgData name="Sergio Daniel Ladino Delgado" userId="2583be0d34a50219" providerId="LiveId" clId="{9216CCCD-79C5-4B94-BFB8-329B8BF4AD03}" dt="2026-06-08T22:30:48.112" v="688" actId="1076"/>
          <ac:cxnSpMkLst>
            <pc:docMk/>
            <pc:sldMk cId="3885283508" sldId="369"/>
            <ac:cxnSpMk id="18" creationId="{9D117727-FB73-42F5-F676-49B5180FAA80}"/>
          </ac:cxnSpMkLst>
        </pc:cxnChg>
        <pc:cxnChg chg="add mod">
          <ac:chgData name="Sergio Daniel Ladino Delgado" userId="2583be0d34a50219" providerId="LiveId" clId="{9216CCCD-79C5-4B94-BFB8-329B8BF4AD03}" dt="2026-06-08T22:30:48.112" v="688" actId="1076"/>
          <ac:cxnSpMkLst>
            <pc:docMk/>
            <pc:sldMk cId="3885283508" sldId="369"/>
            <ac:cxnSpMk id="19" creationId="{4CE5A42C-B51F-D97A-00CE-9740796CD943}"/>
          </ac:cxnSpMkLst>
        </pc:cxnChg>
        <pc:cxnChg chg="add mod">
          <ac:chgData name="Sergio Daniel Ladino Delgado" userId="2583be0d34a50219" providerId="LiveId" clId="{9216CCCD-79C5-4B94-BFB8-329B8BF4AD03}" dt="2026-06-08T22:30:48.112" v="688" actId="1076"/>
          <ac:cxnSpMkLst>
            <pc:docMk/>
            <pc:sldMk cId="3885283508" sldId="369"/>
            <ac:cxnSpMk id="21" creationId="{DD80EA64-CA2E-78A2-B0DE-DED7A2F30AB5}"/>
          </ac:cxnSpMkLst>
        </pc:cxnChg>
        <pc:cxnChg chg="add mod">
          <ac:chgData name="Sergio Daniel Ladino Delgado" userId="2583be0d34a50219" providerId="LiveId" clId="{9216CCCD-79C5-4B94-BFB8-329B8BF4AD03}" dt="2026-06-08T22:30:48.112" v="688" actId="1076"/>
          <ac:cxnSpMkLst>
            <pc:docMk/>
            <pc:sldMk cId="3885283508" sldId="369"/>
            <ac:cxnSpMk id="29" creationId="{5D8D100F-C6BB-F1C6-9B8F-7B9DD0993215}"/>
          </ac:cxnSpMkLst>
        </pc:cxnChg>
        <pc:cxnChg chg="add mod">
          <ac:chgData name="Sergio Daniel Ladino Delgado" userId="2583be0d34a50219" providerId="LiveId" clId="{9216CCCD-79C5-4B94-BFB8-329B8BF4AD03}" dt="2026-06-08T22:30:48.112" v="688" actId="1076"/>
          <ac:cxnSpMkLst>
            <pc:docMk/>
            <pc:sldMk cId="3885283508" sldId="369"/>
            <ac:cxnSpMk id="30" creationId="{161CA42E-4038-B4A0-6D07-7F6EAF39136E}"/>
          </ac:cxnSpMkLst>
        </pc:cxnChg>
      </pc:sldChg>
      <pc:sldChg chg="addSp delSp modSp add mod modAnim">
        <pc:chgData name="Sergio Daniel Ladino Delgado" userId="2583be0d34a50219" providerId="LiveId" clId="{9216CCCD-79C5-4B94-BFB8-329B8BF4AD03}" dt="2026-06-08T22:51:22.968" v="824" actId="20577"/>
        <pc:sldMkLst>
          <pc:docMk/>
          <pc:sldMk cId="3763533011" sldId="370"/>
        </pc:sldMkLst>
        <pc:spChg chg="mod">
          <ac:chgData name="Sergio Daniel Ladino Delgado" userId="2583be0d34a50219" providerId="LiveId" clId="{9216CCCD-79C5-4B94-BFB8-329B8BF4AD03}" dt="2026-06-08T22:12:32.456" v="530" actId="20577"/>
          <ac:spMkLst>
            <pc:docMk/>
            <pc:sldMk cId="3763533011" sldId="370"/>
            <ac:spMk id="9" creationId="{74E53951-8F7C-0484-0E17-CD0976D9F879}"/>
          </ac:spMkLst>
        </pc:spChg>
        <pc:spChg chg="mod">
          <ac:chgData name="Sergio Daniel Ladino Delgado" userId="2583be0d34a50219" providerId="LiveId" clId="{9216CCCD-79C5-4B94-BFB8-329B8BF4AD03}" dt="2026-06-08T22:17:04.690" v="552" actId="20577"/>
          <ac:spMkLst>
            <pc:docMk/>
            <pc:sldMk cId="3763533011" sldId="370"/>
            <ac:spMk id="11" creationId="{CD19BC12-C99D-149C-286B-93018B196FA9}"/>
          </ac:spMkLst>
        </pc:spChg>
        <pc:spChg chg="add mod">
          <ac:chgData name="Sergio Daniel Ladino Delgado" userId="2583be0d34a50219" providerId="LiveId" clId="{9216CCCD-79C5-4B94-BFB8-329B8BF4AD03}" dt="2026-06-08T22:27:21.030" v="665" actId="1076"/>
          <ac:spMkLst>
            <pc:docMk/>
            <pc:sldMk cId="3763533011" sldId="370"/>
            <ac:spMk id="26" creationId="{1ED58AD4-845B-11AE-523E-8153B780F763}"/>
          </ac:spMkLst>
        </pc:spChg>
        <pc:spChg chg="add mod">
          <ac:chgData name="Sergio Daniel Ladino Delgado" userId="2583be0d34a50219" providerId="LiveId" clId="{9216CCCD-79C5-4B94-BFB8-329B8BF4AD03}" dt="2026-06-08T22:27:28.710" v="668" actId="1076"/>
          <ac:spMkLst>
            <pc:docMk/>
            <pc:sldMk cId="3763533011" sldId="370"/>
            <ac:spMk id="27" creationId="{73411811-6B45-55C0-6BC7-3EA285EA3AE0}"/>
          </ac:spMkLst>
        </pc:spChg>
        <pc:spChg chg="add mod">
          <ac:chgData name="Sergio Daniel Ladino Delgado" userId="2583be0d34a50219" providerId="LiveId" clId="{9216CCCD-79C5-4B94-BFB8-329B8BF4AD03}" dt="2026-06-08T22:51:22.968" v="824" actId="20577"/>
          <ac:spMkLst>
            <pc:docMk/>
            <pc:sldMk cId="3763533011" sldId="370"/>
            <ac:spMk id="32" creationId="{EAE6C79F-7399-7280-1216-7C96C3D2F0BB}"/>
          </ac:spMkLst>
        </pc:spChg>
        <pc:spChg chg="add mod">
          <ac:chgData name="Sergio Daniel Ladino Delgado" userId="2583be0d34a50219" providerId="LiveId" clId="{9216CCCD-79C5-4B94-BFB8-329B8BF4AD03}" dt="2026-06-08T22:26:42.964" v="658" actId="20577"/>
          <ac:spMkLst>
            <pc:docMk/>
            <pc:sldMk cId="3763533011" sldId="370"/>
            <ac:spMk id="33" creationId="{EA040FB7-049C-7F48-F944-E2309467A6C1}"/>
          </ac:spMkLst>
        </pc:spChg>
        <pc:spChg chg="add mod">
          <ac:chgData name="Sergio Daniel Ladino Delgado" userId="2583be0d34a50219" providerId="LiveId" clId="{9216CCCD-79C5-4B94-BFB8-329B8BF4AD03}" dt="2026-06-08T22:29:33.778" v="682" actId="1076"/>
          <ac:spMkLst>
            <pc:docMk/>
            <pc:sldMk cId="3763533011" sldId="370"/>
            <ac:spMk id="37" creationId="{A0E81D00-96A3-83C6-A873-7648A18002CE}"/>
          </ac:spMkLst>
        </pc:spChg>
        <pc:spChg chg="add mod">
          <ac:chgData name="Sergio Daniel Ladino Delgado" userId="2583be0d34a50219" providerId="LiveId" clId="{9216CCCD-79C5-4B94-BFB8-329B8BF4AD03}" dt="2026-06-08T22:29:39.529" v="684" actId="1076"/>
          <ac:spMkLst>
            <pc:docMk/>
            <pc:sldMk cId="3763533011" sldId="370"/>
            <ac:spMk id="38" creationId="{387CC3BD-D594-7E2E-79FA-7F38C92AF97B}"/>
          </ac:spMkLst>
        </pc:spChg>
        <pc:picChg chg="add mod">
          <ac:chgData name="Sergio Daniel Ladino Delgado" userId="2583be0d34a50219" providerId="LiveId" clId="{9216CCCD-79C5-4B94-BFB8-329B8BF4AD03}" dt="2026-06-08T22:18:48.939" v="584" actId="1076"/>
          <ac:picMkLst>
            <pc:docMk/>
            <pc:sldMk cId="3763533011" sldId="370"/>
            <ac:picMk id="6" creationId="{B38277FE-B01A-42DA-AFEF-7F5BEBAFD840}"/>
          </ac:picMkLst>
        </pc:picChg>
        <pc:picChg chg="add mod">
          <ac:chgData name="Sergio Daniel Ladino Delgado" userId="2583be0d34a50219" providerId="LiveId" clId="{9216CCCD-79C5-4B94-BFB8-329B8BF4AD03}" dt="2026-06-08T22:25:17.195" v="639" actId="1076"/>
          <ac:picMkLst>
            <pc:docMk/>
            <pc:sldMk cId="3763533011" sldId="370"/>
            <ac:picMk id="31" creationId="{639E739D-9624-6094-A245-64D80E158CD5}"/>
          </ac:picMkLst>
        </pc:picChg>
        <pc:cxnChg chg="add mod">
          <ac:chgData name="Sergio Daniel Ladino Delgado" userId="2583be0d34a50219" providerId="LiveId" clId="{9216CCCD-79C5-4B94-BFB8-329B8BF4AD03}" dt="2026-06-08T22:17:35.960" v="560" actId="14100"/>
          <ac:cxnSpMkLst>
            <pc:docMk/>
            <pc:sldMk cId="3763533011" sldId="370"/>
            <ac:cxnSpMk id="8" creationId="{1E6DC277-89C5-2D9A-3280-905E4E599840}"/>
          </ac:cxnSpMkLst>
        </pc:cxnChg>
        <pc:cxnChg chg="add mod">
          <ac:chgData name="Sergio Daniel Ladino Delgado" userId="2583be0d34a50219" providerId="LiveId" clId="{9216CCCD-79C5-4B94-BFB8-329B8BF4AD03}" dt="2026-06-08T22:18:33.760" v="578" actId="14100"/>
          <ac:cxnSpMkLst>
            <pc:docMk/>
            <pc:sldMk cId="3763533011" sldId="370"/>
            <ac:cxnSpMk id="10" creationId="{B9E7B93A-78F8-74CF-A28F-1C07FC0514F3}"/>
          </ac:cxnSpMkLst>
        </pc:cxnChg>
        <pc:cxnChg chg="add mod">
          <ac:chgData name="Sergio Daniel Ladino Delgado" userId="2583be0d34a50219" providerId="LiveId" clId="{9216CCCD-79C5-4B94-BFB8-329B8BF4AD03}" dt="2026-06-08T22:21:35.478" v="600" actId="1076"/>
          <ac:cxnSpMkLst>
            <pc:docMk/>
            <pc:sldMk cId="3763533011" sldId="370"/>
            <ac:cxnSpMk id="13" creationId="{C21F4C4B-D567-6FED-CBDD-2FC38174951B}"/>
          </ac:cxnSpMkLst>
        </pc:cxnChg>
        <pc:cxnChg chg="add mod">
          <ac:chgData name="Sergio Daniel Ladino Delgado" userId="2583be0d34a50219" providerId="LiveId" clId="{9216CCCD-79C5-4B94-BFB8-329B8BF4AD03}" dt="2026-06-08T22:18:29.454" v="577" actId="1076"/>
          <ac:cxnSpMkLst>
            <pc:docMk/>
            <pc:sldMk cId="3763533011" sldId="370"/>
            <ac:cxnSpMk id="14" creationId="{746862C7-C019-E754-50E6-687A6BA0F3CF}"/>
          </ac:cxnSpMkLst>
        </pc:cxnChg>
        <pc:cxnChg chg="add mod">
          <ac:chgData name="Sergio Daniel Ladino Delgado" userId="2583be0d34a50219" providerId="LiveId" clId="{9216CCCD-79C5-4B94-BFB8-329B8BF4AD03}" dt="2026-06-08T22:18:24.150" v="576" actId="1076"/>
          <ac:cxnSpMkLst>
            <pc:docMk/>
            <pc:sldMk cId="3763533011" sldId="370"/>
            <ac:cxnSpMk id="16" creationId="{4DB58CDD-6C60-571B-F5E6-289C0FF1243E}"/>
          </ac:cxnSpMkLst>
        </pc:cxnChg>
        <pc:cxnChg chg="add mod">
          <ac:chgData name="Sergio Daniel Ladino Delgado" userId="2583be0d34a50219" providerId="LiveId" clId="{9216CCCD-79C5-4B94-BFB8-329B8BF4AD03}" dt="2026-06-08T22:18:39.720" v="581" actId="14100"/>
          <ac:cxnSpMkLst>
            <pc:docMk/>
            <pc:sldMk cId="3763533011" sldId="370"/>
            <ac:cxnSpMk id="17" creationId="{C769C9E4-B525-CCE6-34A2-814D5632903E}"/>
          </ac:cxnSpMkLst>
        </pc:cxnChg>
        <pc:cxnChg chg="add mod">
          <ac:chgData name="Sergio Daniel Ladino Delgado" userId="2583be0d34a50219" providerId="LiveId" clId="{9216CCCD-79C5-4B94-BFB8-329B8BF4AD03}" dt="2026-06-08T22:18:43.989" v="583" actId="1076"/>
          <ac:cxnSpMkLst>
            <pc:docMk/>
            <pc:sldMk cId="3763533011" sldId="370"/>
            <ac:cxnSpMk id="21" creationId="{9C7BCA00-F09F-96C5-5CA1-F9691F8E43E0}"/>
          </ac:cxnSpMkLst>
        </pc:cxnChg>
        <pc:cxnChg chg="add mod">
          <ac:chgData name="Sergio Daniel Ladino Delgado" userId="2583be0d34a50219" providerId="LiveId" clId="{9216CCCD-79C5-4B94-BFB8-329B8BF4AD03}" dt="2026-06-08T22:27:25.482" v="667" actId="1076"/>
          <ac:cxnSpMkLst>
            <pc:docMk/>
            <pc:sldMk cId="3763533011" sldId="370"/>
            <ac:cxnSpMk id="23" creationId="{01A9AA74-E43E-2A4B-4899-A98D3058CEC6}"/>
          </ac:cxnSpMkLst>
        </pc:cxnChg>
        <pc:cxnChg chg="add mod">
          <ac:chgData name="Sergio Daniel Ladino Delgado" userId="2583be0d34a50219" providerId="LiveId" clId="{9216CCCD-79C5-4B94-BFB8-329B8BF4AD03}" dt="2026-06-08T22:27:19.029" v="664" actId="1076"/>
          <ac:cxnSpMkLst>
            <pc:docMk/>
            <pc:sldMk cId="3763533011" sldId="370"/>
            <ac:cxnSpMk id="24" creationId="{D1F61A28-D7FA-CC71-5FA3-F6AD6ED4BAC0}"/>
          </ac:cxnSpMkLst>
        </pc:cxnChg>
        <pc:cxnChg chg="add mod">
          <ac:chgData name="Sergio Daniel Ladino Delgado" userId="2583be0d34a50219" providerId="LiveId" clId="{9216CCCD-79C5-4B94-BFB8-329B8BF4AD03}" dt="2026-06-08T22:22:32.213" v="611" actId="208"/>
          <ac:cxnSpMkLst>
            <pc:docMk/>
            <pc:sldMk cId="3763533011" sldId="370"/>
            <ac:cxnSpMk id="28" creationId="{0B5C51B5-CF42-4407-EACB-33C348E81D9A}"/>
          </ac:cxnSpMkLst>
        </pc:cxnChg>
        <pc:cxnChg chg="add mod">
          <ac:chgData name="Sergio Daniel Ladino Delgado" userId="2583be0d34a50219" providerId="LiveId" clId="{9216CCCD-79C5-4B94-BFB8-329B8BF4AD03}" dt="2026-06-08T22:23:54.109" v="635" actId="1036"/>
          <ac:cxnSpMkLst>
            <pc:docMk/>
            <pc:sldMk cId="3763533011" sldId="370"/>
            <ac:cxnSpMk id="29" creationId="{B1A1A76D-BAC0-367C-83C6-7F69C08F7167}"/>
          </ac:cxnSpMkLst>
        </pc:cxnChg>
        <pc:cxnChg chg="add mod">
          <ac:chgData name="Sergio Daniel Ladino Delgado" userId="2583be0d34a50219" providerId="LiveId" clId="{9216CCCD-79C5-4B94-BFB8-329B8BF4AD03}" dt="2026-06-08T22:24:01.101" v="637" actId="1076"/>
          <ac:cxnSpMkLst>
            <pc:docMk/>
            <pc:sldMk cId="3763533011" sldId="370"/>
            <ac:cxnSpMk id="30" creationId="{0B662A14-20FC-C6A2-6CFA-D84C041A2A0C}"/>
          </ac:cxnSpMkLst>
        </pc:cxnChg>
        <pc:cxnChg chg="add mod">
          <ac:chgData name="Sergio Daniel Ladino Delgado" userId="2583be0d34a50219" providerId="LiveId" clId="{9216CCCD-79C5-4B94-BFB8-329B8BF4AD03}" dt="2026-06-08T22:27:24.259" v="666" actId="14100"/>
          <ac:cxnSpMkLst>
            <pc:docMk/>
            <pc:sldMk cId="3763533011" sldId="370"/>
            <ac:cxnSpMk id="34" creationId="{C6244F48-F6D9-A7A5-F030-273660366FCC}"/>
          </ac:cxnSpMkLst>
        </pc:cxnChg>
      </pc:sldChg>
      <pc:sldChg chg="addSp delSp modSp add mod delAnim modAnim">
        <pc:chgData name="Sergio Daniel Ladino Delgado" userId="2583be0d34a50219" providerId="LiveId" clId="{9216CCCD-79C5-4B94-BFB8-329B8BF4AD03}" dt="2026-06-08T22:55:06.015" v="840" actId="478"/>
        <pc:sldMkLst>
          <pc:docMk/>
          <pc:sldMk cId="876396196" sldId="371"/>
        </pc:sldMkLst>
        <pc:spChg chg="mod">
          <ac:chgData name="Sergio Daniel Ladino Delgado" userId="2583be0d34a50219" providerId="LiveId" clId="{9216CCCD-79C5-4B94-BFB8-329B8BF4AD03}" dt="2026-06-08T22:37:06.065" v="733" actId="20577"/>
          <ac:spMkLst>
            <pc:docMk/>
            <pc:sldMk cId="876396196" sldId="371"/>
            <ac:spMk id="11" creationId="{58263BEC-F3DD-9C91-0D5A-2DEC4572865C}"/>
          </ac:spMkLst>
        </pc:spChg>
        <pc:spChg chg="add mod">
          <ac:chgData name="Sergio Daniel Ladino Delgado" userId="2583be0d34a50219" providerId="LiveId" clId="{9216CCCD-79C5-4B94-BFB8-329B8BF4AD03}" dt="2026-06-08T22:37:27.672" v="739" actId="14100"/>
          <ac:spMkLst>
            <pc:docMk/>
            <pc:sldMk cId="876396196" sldId="371"/>
            <ac:spMk id="18" creationId="{AA5983CE-93A2-6838-B21D-208BCAAFAD38}"/>
          </ac:spMkLst>
        </pc:spChg>
        <pc:spChg chg="add mod">
          <ac:chgData name="Sergio Daniel Ladino Delgado" userId="2583be0d34a50219" providerId="LiveId" clId="{9216CCCD-79C5-4B94-BFB8-329B8BF4AD03}" dt="2026-06-08T22:39:03.232" v="764" actId="1076"/>
          <ac:spMkLst>
            <pc:docMk/>
            <pc:sldMk cId="876396196" sldId="371"/>
            <ac:spMk id="19" creationId="{1676C16C-2351-C4B0-8D35-E11F4E81E423}"/>
          </ac:spMkLst>
        </pc:spChg>
        <pc:spChg chg="add mod">
          <ac:chgData name="Sergio Daniel Ladino Delgado" userId="2583be0d34a50219" providerId="LiveId" clId="{9216CCCD-79C5-4B94-BFB8-329B8BF4AD03}" dt="2026-06-08T22:38:54.459" v="763" actId="1076"/>
          <ac:spMkLst>
            <pc:docMk/>
            <pc:sldMk cId="876396196" sldId="371"/>
            <ac:spMk id="27" creationId="{D94C7A71-A5C7-2BE6-30E1-4C9EEBFC5DA6}"/>
          </ac:spMkLst>
        </pc:spChg>
        <pc:spChg chg="add mod">
          <ac:chgData name="Sergio Daniel Ladino Delgado" userId="2583be0d34a50219" providerId="LiveId" clId="{9216CCCD-79C5-4B94-BFB8-329B8BF4AD03}" dt="2026-06-08T22:38:52.877" v="762" actId="1076"/>
          <ac:spMkLst>
            <pc:docMk/>
            <pc:sldMk cId="876396196" sldId="371"/>
            <ac:spMk id="29" creationId="{B4BCA486-BCE5-ADF6-1E3D-EA0D367010E4}"/>
          </ac:spMkLst>
        </pc:spChg>
        <pc:spChg chg="add mod">
          <ac:chgData name="Sergio Daniel Ladino Delgado" userId="2583be0d34a50219" providerId="LiveId" clId="{9216CCCD-79C5-4B94-BFB8-329B8BF4AD03}" dt="2026-06-08T22:39:43.767" v="776" actId="1076"/>
          <ac:spMkLst>
            <pc:docMk/>
            <pc:sldMk cId="876396196" sldId="371"/>
            <ac:spMk id="35" creationId="{0BEC6EE5-A7DD-6134-62C2-366A337B51B7}"/>
          </ac:spMkLst>
        </pc:spChg>
        <pc:spChg chg="add">
          <ac:chgData name="Sergio Daniel Ladino Delgado" userId="2583be0d34a50219" providerId="LiveId" clId="{9216CCCD-79C5-4B94-BFB8-329B8BF4AD03}" dt="2026-06-08T22:39:57.971" v="779" actId="11529"/>
          <ac:spMkLst>
            <pc:docMk/>
            <pc:sldMk cId="876396196" sldId="371"/>
            <ac:spMk id="37" creationId="{3968C168-F4ED-E2FC-94DD-A6B1E1AD92C6}"/>
          </ac:spMkLst>
        </pc:spChg>
        <pc:spChg chg="add mod">
          <ac:chgData name="Sergio Daniel Ladino Delgado" userId="2583be0d34a50219" providerId="LiveId" clId="{9216CCCD-79C5-4B94-BFB8-329B8BF4AD03}" dt="2026-06-08T22:40:14.327" v="787" actId="1076"/>
          <ac:spMkLst>
            <pc:docMk/>
            <pc:sldMk cId="876396196" sldId="371"/>
            <ac:spMk id="38" creationId="{E352655B-ACAC-356F-D3A3-1DDBACF5781D}"/>
          </ac:spMkLst>
        </pc:spChg>
        <pc:spChg chg="add mod">
          <ac:chgData name="Sergio Daniel Ladino Delgado" userId="2583be0d34a50219" providerId="LiveId" clId="{9216CCCD-79C5-4B94-BFB8-329B8BF4AD03}" dt="2026-06-08T22:41:27.493" v="792" actId="207"/>
          <ac:spMkLst>
            <pc:docMk/>
            <pc:sldMk cId="876396196" sldId="371"/>
            <ac:spMk id="39" creationId="{97080973-D64A-8439-9D4E-87FFC0B052A1}"/>
          </ac:spMkLst>
        </pc:spChg>
        <pc:spChg chg="add mod">
          <ac:chgData name="Sergio Daniel Ladino Delgado" userId="2583be0d34a50219" providerId="LiveId" clId="{9216CCCD-79C5-4B94-BFB8-329B8BF4AD03}" dt="2026-06-08T22:55:04.378" v="839" actId="1076"/>
          <ac:spMkLst>
            <pc:docMk/>
            <pc:sldMk cId="876396196" sldId="371"/>
            <ac:spMk id="44" creationId="{37E2C07A-3CB0-3BB4-05F3-8206E4E32402}"/>
          </ac:spMkLst>
        </pc:spChg>
        <pc:picChg chg="mod">
          <ac:chgData name="Sergio Daniel Ladino Delgado" userId="2583be0d34a50219" providerId="LiveId" clId="{9216CCCD-79C5-4B94-BFB8-329B8BF4AD03}" dt="2026-06-08T22:37:09.323" v="734" actId="1076"/>
          <ac:picMkLst>
            <pc:docMk/>
            <pc:sldMk cId="876396196" sldId="371"/>
            <ac:picMk id="4" creationId="{1DF1FE84-0DBC-6ACC-D322-128E86529C12}"/>
          </ac:picMkLst>
        </pc:picChg>
        <pc:cxnChg chg="add mod">
          <ac:chgData name="Sergio Daniel Ladino Delgado" userId="2583be0d34a50219" providerId="LiveId" clId="{9216CCCD-79C5-4B94-BFB8-329B8BF4AD03}" dt="2026-06-08T22:37:20.035" v="736" actId="1076"/>
          <ac:cxnSpMkLst>
            <pc:docMk/>
            <pc:sldMk cId="876396196" sldId="371"/>
            <ac:cxnSpMk id="8" creationId="{62F7154B-6E04-6042-4889-1A50F60BA223}"/>
          </ac:cxnSpMkLst>
        </pc:cxnChg>
        <pc:cxnChg chg="add mod">
          <ac:chgData name="Sergio Daniel Ladino Delgado" userId="2583be0d34a50219" providerId="LiveId" clId="{9216CCCD-79C5-4B94-BFB8-329B8BF4AD03}" dt="2026-06-08T22:37:20.035" v="736" actId="1076"/>
          <ac:cxnSpMkLst>
            <pc:docMk/>
            <pc:sldMk cId="876396196" sldId="371"/>
            <ac:cxnSpMk id="10" creationId="{8DB5146C-65AD-7823-E39A-AE0E217B1203}"/>
          </ac:cxnSpMkLst>
        </pc:cxnChg>
        <pc:cxnChg chg="add mod">
          <ac:chgData name="Sergio Daniel Ladino Delgado" userId="2583be0d34a50219" providerId="LiveId" clId="{9216CCCD-79C5-4B94-BFB8-329B8BF4AD03}" dt="2026-06-08T22:37:20.035" v="736" actId="1076"/>
          <ac:cxnSpMkLst>
            <pc:docMk/>
            <pc:sldMk cId="876396196" sldId="371"/>
            <ac:cxnSpMk id="15" creationId="{EE9A4B79-A472-23E7-6E2A-D92DE72EDF88}"/>
          </ac:cxnSpMkLst>
        </pc:cxnChg>
        <pc:cxnChg chg="add mod">
          <ac:chgData name="Sergio Daniel Ladino Delgado" userId="2583be0d34a50219" providerId="LiveId" clId="{9216CCCD-79C5-4B94-BFB8-329B8BF4AD03}" dt="2026-06-08T22:39:32.823" v="772" actId="14100"/>
          <ac:cxnSpMkLst>
            <pc:docMk/>
            <pc:sldMk cId="876396196" sldId="371"/>
            <ac:cxnSpMk id="16" creationId="{FEFFF0E7-7C1C-846D-5401-D061A9B7824E}"/>
          </ac:cxnSpMkLst>
        </pc:cxnChg>
        <pc:cxnChg chg="add mod">
          <ac:chgData name="Sergio Daniel Ladino Delgado" userId="2583be0d34a50219" providerId="LiveId" clId="{9216CCCD-79C5-4B94-BFB8-329B8BF4AD03}" dt="2026-06-08T22:39:05.027" v="765" actId="1076"/>
          <ac:cxnSpMkLst>
            <pc:docMk/>
            <pc:sldMk cId="876396196" sldId="371"/>
            <ac:cxnSpMk id="17" creationId="{A9BCD006-8B90-EFB6-BB74-325977463E28}"/>
          </ac:cxnSpMkLst>
        </pc:cxnChg>
        <pc:cxnChg chg="mod">
          <ac:chgData name="Sergio Daniel Ladino Delgado" userId="2583be0d34a50219" providerId="LiveId" clId="{9216CCCD-79C5-4B94-BFB8-329B8BF4AD03}" dt="2026-06-08T22:38:41.662" v="759" actId="1076"/>
          <ac:cxnSpMkLst>
            <pc:docMk/>
            <pc:sldMk cId="876396196" sldId="371"/>
            <ac:cxnSpMk id="20" creationId="{1078B85B-236F-42E5-772D-81F859D1DB34}"/>
          </ac:cxnSpMkLst>
        </pc:cxnChg>
        <pc:cxnChg chg="add mod">
          <ac:chgData name="Sergio Daniel Ladino Delgado" userId="2583be0d34a50219" providerId="LiveId" clId="{9216CCCD-79C5-4B94-BFB8-329B8BF4AD03}" dt="2026-06-08T22:37:20.035" v="736" actId="1076"/>
          <ac:cxnSpMkLst>
            <pc:docMk/>
            <pc:sldMk cId="876396196" sldId="371"/>
            <ac:cxnSpMk id="21" creationId="{D993C10E-9056-D30F-0BC0-D30DD6C94BBA}"/>
          </ac:cxnSpMkLst>
        </pc:cxnChg>
        <pc:cxnChg chg="add mod">
          <ac:chgData name="Sergio Daniel Ladino Delgado" userId="2583be0d34a50219" providerId="LiveId" clId="{9216CCCD-79C5-4B94-BFB8-329B8BF4AD03}" dt="2026-06-08T22:37:20.035" v="736" actId="1076"/>
          <ac:cxnSpMkLst>
            <pc:docMk/>
            <pc:sldMk cId="876396196" sldId="371"/>
            <ac:cxnSpMk id="22" creationId="{040BE7F1-D2F4-A9F4-36B1-2B5AD2B7DDA6}"/>
          </ac:cxnSpMkLst>
        </pc:cxnChg>
        <pc:cxnChg chg="add mod">
          <ac:chgData name="Sergio Daniel Ladino Delgado" userId="2583be0d34a50219" providerId="LiveId" clId="{9216CCCD-79C5-4B94-BFB8-329B8BF4AD03}" dt="2026-06-08T22:39:39.232" v="774" actId="1076"/>
          <ac:cxnSpMkLst>
            <pc:docMk/>
            <pc:sldMk cId="876396196" sldId="371"/>
            <ac:cxnSpMk id="34" creationId="{DC7F1267-6C1C-C92C-56E3-634C1E2FB78D}"/>
          </ac:cxnSpMkLst>
        </pc:cxnChg>
        <pc:cxnChg chg="add mod">
          <ac:chgData name="Sergio Daniel Ladino Delgado" userId="2583be0d34a50219" providerId="LiveId" clId="{9216CCCD-79C5-4B94-BFB8-329B8BF4AD03}" dt="2026-06-08T22:42:56.365" v="796" actId="1076"/>
          <ac:cxnSpMkLst>
            <pc:docMk/>
            <pc:sldMk cId="876396196" sldId="371"/>
            <ac:cxnSpMk id="41" creationId="{8F997D85-CDD4-CC79-89F5-5113B0F4CAB6}"/>
          </ac:cxnSpMkLst>
        </pc:cxnChg>
        <pc:cxnChg chg="add mod">
          <ac:chgData name="Sergio Daniel Ladino Delgado" userId="2583be0d34a50219" providerId="LiveId" clId="{9216CCCD-79C5-4B94-BFB8-329B8BF4AD03}" dt="2026-06-08T22:51:23.316" v="825" actId="1037"/>
          <ac:cxnSpMkLst>
            <pc:docMk/>
            <pc:sldMk cId="876396196" sldId="371"/>
            <ac:cxnSpMk id="42" creationId="{746A281F-3E86-9BB2-8171-72DCB0E863EA}"/>
          </ac:cxnSpMkLst>
        </pc:cxnChg>
      </pc:sldChg>
      <pc:sldChg chg="addSp delSp modSp add mod">
        <pc:chgData name="Sergio Daniel Ladino Delgado" userId="2583be0d34a50219" providerId="LiveId" clId="{9216CCCD-79C5-4B94-BFB8-329B8BF4AD03}" dt="2026-06-13T13:39:05.182" v="2678" actId="313"/>
        <pc:sldMkLst>
          <pc:docMk/>
          <pc:sldMk cId="2456427041" sldId="372"/>
        </pc:sldMkLst>
        <pc:spChg chg="mod">
          <ac:chgData name="Sergio Daniel Ladino Delgado" userId="2583be0d34a50219" providerId="LiveId" clId="{9216CCCD-79C5-4B94-BFB8-329B8BF4AD03}" dt="2026-06-13T13:38:43.403" v="2664" actId="2711"/>
          <ac:spMkLst>
            <pc:docMk/>
            <pc:sldMk cId="2456427041" sldId="372"/>
            <ac:spMk id="11" creationId="{9C536ADD-EAF1-40E1-6564-549A7F6438E1}"/>
          </ac:spMkLst>
        </pc:spChg>
        <pc:spChg chg="add mod">
          <ac:chgData name="Sergio Daniel Ladino Delgado" userId="2583be0d34a50219" providerId="LiveId" clId="{9216CCCD-79C5-4B94-BFB8-329B8BF4AD03}" dt="2026-06-08T22:57:28.722" v="880" actId="1076"/>
          <ac:spMkLst>
            <pc:docMk/>
            <pc:sldMk cId="2456427041" sldId="372"/>
            <ac:spMk id="24" creationId="{6D4DA88B-569D-4F4D-A209-9046C6C3155E}"/>
          </ac:spMkLst>
        </pc:spChg>
        <pc:spChg chg="add mod">
          <ac:chgData name="Sergio Daniel Ladino Delgado" userId="2583be0d34a50219" providerId="LiveId" clId="{9216CCCD-79C5-4B94-BFB8-329B8BF4AD03}" dt="2026-06-08T22:57:44.671" v="885" actId="1076"/>
          <ac:spMkLst>
            <pc:docMk/>
            <pc:sldMk cId="2456427041" sldId="372"/>
            <ac:spMk id="25" creationId="{67492799-FA1F-4D93-B2A3-698AE40B3239}"/>
          </ac:spMkLst>
        </pc:spChg>
        <pc:spChg chg="add mod">
          <ac:chgData name="Sergio Daniel Ladino Delgado" userId="2583be0d34a50219" providerId="LiveId" clId="{9216CCCD-79C5-4B94-BFB8-329B8BF4AD03}" dt="2026-06-08T22:58:03.640" v="890" actId="1076"/>
          <ac:spMkLst>
            <pc:docMk/>
            <pc:sldMk cId="2456427041" sldId="372"/>
            <ac:spMk id="26" creationId="{583B5A9D-C428-43FF-AEBC-242FCB933045}"/>
          </ac:spMkLst>
        </pc:spChg>
        <pc:spChg chg="add mod">
          <ac:chgData name="Sergio Daniel Ladino Delgado" userId="2583be0d34a50219" providerId="LiveId" clId="{9216CCCD-79C5-4B94-BFB8-329B8BF4AD03}" dt="2026-06-08T22:58:56.751" v="893" actId="1076"/>
          <ac:spMkLst>
            <pc:docMk/>
            <pc:sldMk cId="2456427041" sldId="372"/>
            <ac:spMk id="30" creationId="{AF508D71-8C60-3463-81AC-599B73B6CE9E}"/>
          </ac:spMkLst>
        </pc:spChg>
        <pc:spChg chg="add">
          <ac:chgData name="Sergio Daniel Ladino Delgado" userId="2583be0d34a50219" providerId="LiveId" clId="{9216CCCD-79C5-4B94-BFB8-329B8BF4AD03}" dt="2026-06-08T22:59:20.430" v="894" actId="11529"/>
          <ac:spMkLst>
            <pc:docMk/>
            <pc:sldMk cId="2456427041" sldId="372"/>
            <ac:spMk id="31" creationId="{6B9E7CB2-B032-EC8F-798B-465421891F9A}"/>
          </ac:spMkLst>
        </pc:spChg>
        <pc:spChg chg="add">
          <ac:chgData name="Sergio Daniel Ladino Delgado" userId="2583be0d34a50219" providerId="LiveId" clId="{9216CCCD-79C5-4B94-BFB8-329B8BF4AD03}" dt="2026-06-08T22:59:35.461" v="895" actId="11529"/>
          <ac:spMkLst>
            <pc:docMk/>
            <pc:sldMk cId="2456427041" sldId="372"/>
            <ac:spMk id="32" creationId="{306FA0BE-D843-2BB5-C241-7935A10486EF}"/>
          </ac:spMkLst>
        </pc:spChg>
        <pc:spChg chg="add mod">
          <ac:chgData name="Sergio Daniel Ladino Delgado" userId="2583be0d34a50219" providerId="LiveId" clId="{9216CCCD-79C5-4B94-BFB8-329B8BF4AD03}" dt="2026-06-08T22:59:53.061" v="907" actId="6549"/>
          <ac:spMkLst>
            <pc:docMk/>
            <pc:sldMk cId="2456427041" sldId="372"/>
            <ac:spMk id="33" creationId="{994910C0-C35B-711C-9BC0-DABD4DDD4B81}"/>
          </ac:spMkLst>
        </pc:spChg>
        <pc:spChg chg="add mod">
          <ac:chgData name="Sergio Daniel Ladino Delgado" userId="2583be0d34a50219" providerId="LiveId" clId="{9216CCCD-79C5-4B94-BFB8-329B8BF4AD03}" dt="2026-06-13T13:39:05.182" v="2678" actId="313"/>
          <ac:spMkLst>
            <pc:docMk/>
            <pc:sldMk cId="2456427041" sldId="372"/>
            <ac:spMk id="36" creationId="{0C0A39B3-ED63-D200-9964-C4207FB37C19}"/>
          </ac:spMkLst>
        </pc:spChg>
        <pc:picChg chg="add mod">
          <ac:chgData name="Sergio Daniel Ladino Delgado" userId="2583be0d34a50219" providerId="LiveId" clId="{9216CCCD-79C5-4B94-BFB8-329B8BF4AD03}" dt="2026-06-08T22:58:56.751" v="893" actId="1076"/>
          <ac:picMkLst>
            <pc:docMk/>
            <pc:sldMk cId="2456427041" sldId="372"/>
            <ac:picMk id="28" creationId="{CD5E0B3F-34E3-9AFA-2313-ED778C62EC61}"/>
          </ac:picMkLst>
        </pc:picChg>
      </pc:sldChg>
      <pc:sldChg chg="addSp delSp modSp add mod">
        <pc:chgData name="Sergio Daniel Ladino Delgado" userId="2583be0d34a50219" providerId="LiveId" clId="{9216CCCD-79C5-4B94-BFB8-329B8BF4AD03}" dt="2026-06-11T02:50:35.060" v="2284" actId="947"/>
        <pc:sldMkLst>
          <pc:docMk/>
          <pc:sldMk cId="3905143003" sldId="373"/>
        </pc:sldMkLst>
        <pc:spChg chg="add mod">
          <ac:chgData name="Sergio Daniel Ladino Delgado" userId="2583be0d34a50219" providerId="LiveId" clId="{9216CCCD-79C5-4B94-BFB8-329B8BF4AD03}" dt="2026-06-11T02:50:35.060" v="2284" actId="947"/>
          <ac:spMkLst>
            <pc:docMk/>
            <pc:sldMk cId="3905143003" sldId="373"/>
            <ac:spMk id="6" creationId="{7F42A71F-CD3A-E9EF-F840-75028CC721F9}"/>
          </ac:spMkLst>
        </pc:spChg>
        <pc:spChg chg="mod">
          <ac:chgData name="Sergio Daniel Ladino Delgado" userId="2583be0d34a50219" providerId="LiveId" clId="{9216CCCD-79C5-4B94-BFB8-329B8BF4AD03}" dt="2026-06-08T22:55:54.009" v="856" actId="20577"/>
          <ac:spMkLst>
            <pc:docMk/>
            <pc:sldMk cId="3905143003" sldId="373"/>
            <ac:spMk id="9" creationId="{73FF4DC2-803F-256E-7565-A21AF82DB832}"/>
          </ac:spMkLst>
        </pc:spChg>
      </pc:sldChg>
      <pc:sldChg chg="addSp delSp modSp add mod">
        <pc:chgData name="Sergio Daniel Ladino Delgado" userId="2583be0d34a50219" providerId="LiveId" clId="{9216CCCD-79C5-4B94-BFB8-329B8BF4AD03}" dt="2026-06-08T22:56:15.437" v="862" actId="1076"/>
        <pc:sldMkLst>
          <pc:docMk/>
          <pc:sldMk cId="382804369" sldId="374"/>
        </pc:sldMkLst>
        <pc:picChg chg="add mod">
          <ac:chgData name="Sergio Daniel Ladino Delgado" userId="2583be0d34a50219" providerId="LiveId" clId="{9216CCCD-79C5-4B94-BFB8-329B8BF4AD03}" dt="2026-06-08T22:56:15.437" v="862" actId="1076"/>
          <ac:picMkLst>
            <pc:docMk/>
            <pc:sldMk cId="382804369" sldId="374"/>
            <ac:picMk id="6" creationId="{1FA85376-DB47-A6ED-0C72-7864992A1C55}"/>
          </ac:picMkLst>
        </pc:picChg>
      </pc:sldChg>
      <pc:sldChg chg="add">
        <pc:chgData name="Sergio Daniel Ladino Delgado" userId="2583be0d34a50219" providerId="LiveId" clId="{9216CCCD-79C5-4B94-BFB8-329B8BF4AD03}" dt="2026-06-10T02:53:25.784" v="961"/>
        <pc:sldMkLst>
          <pc:docMk/>
          <pc:sldMk cId="2464574071" sldId="375"/>
        </pc:sldMkLst>
      </pc:sldChg>
      <pc:sldChg chg="addSp delSp modSp add mod ord">
        <pc:chgData name="Sergio Daniel Ladino Delgado" userId="2583be0d34a50219" providerId="LiveId" clId="{9216CCCD-79C5-4B94-BFB8-329B8BF4AD03}" dt="2026-06-10T03:06:53.708" v="1068" actId="20577"/>
        <pc:sldMkLst>
          <pc:docMk/>
          <pc:sldMk cId="3686770513" sldId="376"/>
        </pc:sldMkLst>
        <pc:spChg chg="mod">
          <ac:chgData name="Sergio Daniel Ladino Delgado" userId="2583be0d34a50219" providerId="LiveId" clId="{9216CCCD-79C5-4B94-BFB8-329B8BF4AD03}" dt="2026-06-10T02:58:58.199" v="1066" actId="20577"/>
          <ac:spMkLst>
            <pc:docMk/>
            <pc:sldMk cId="3686770513" sldId="376"/>
            <ac:spMk id="9" creationId="{24F80793-6663-82A0-2779-29640BF5FDA2}"/>
          </ac:spMkLst>
        </pc:spChg>
        <pc:spChg chg="mod">
          <ac:chgData name="Sergio Daniel Ladino Delgado" userId="2583be0d34a50219" providerId="LiveId" clId="{9216CCCD-79C5-4B94-BFB8-329B8BF4AD03}" dt="2026-06-10T03:06:53.708" v="1068" actId="20577"/>
          <ac:spMkLst>
            <pc:docMk/>
            <pc:sldMk cId="3686770513" sldId="376"/>
            <ac:spMk id="11" creationId="{B71D3557-C0A4-D6E0-3DA4-C90D7CB94B6E}"/>
          </ac:spMkLst>
        </pc:spChg>
        <pc:picChg chg="add mod">
          <ac:chgData name="Sergio Daniel Ladino Delgado" userId="2583be0d34a50219" providerId="LiveId" clId="{9216CCCD-79C5-4B94-BFB8-329B8BF4AD03}" dt="2026-06-10T02:58:51.349" v="1053" actId="1076"/>
          <ac:picMkLst>
            <pc:docMk/>
            <pc:sldMk cId="3686770513" sldId="376"/>
            <ac:picMk id="16" creationId="{0B9870FA-83FC-A6DB-AB48-8B79D3469043}"/>
          </ac:picMkLst>
        </pc:picChg>
        <pc:picChg chg="add mod">
          <ac:chgData name="Sergio Daniel Ladino Delgado" userId="2583be0d34a50219" providerId="LiveId" clId="{9216CCCD-79C5-4B94-BFB8-329B8BF4AD03}" dt="2026-06-10T02:58:50.319" v="1052" actId="1076"/>
          <ac:picMkLst>
            <pc:docMk/>
            <pc:sldMk cId="3686770513" sldId="376"/>
            <ac:picMk id="25" creationId="{D25B8BA5-BCD2-DBB5-8A92-01376A4B751C}"/>
          </ac:picMkLst>
        </pc:picChg>
      </pc:sldChg>
      <pc:sldChg chg="addSp delSp modSp add mod">
        <pc:chgData name="Sergio Daniel Ladino Delgado" userId="2583be0d34a50219" providerId="LiveId" clId="{9216CCCD-79C5-4B94-BFB8-329B8BF4AD03}" dt="2026-06-10T03:20:38.367" v="1315" actId="1076"/>
        <pc:sldMkLst>
          <pc:docMk/>
          <pc:sldMk cId="1446585607" sldId="377"/>
        </pc:sldMkLst>
        <pc:spChg chg="add mod">
          <ac:chgData name="Sergio Daniel Ladino Delgado" userId="2583be0d34a50219" providerId="LiveId" clId="{9216CCCD-79C5-4B94-BFB8-329B8BF4AD03}" dt="2026-06-10T03:20:38.367" v="1315" actId="1076"/>
          <ac:spMkLst>
            <pc:docMk/>
            <pc:sldMk cId="1446585607" sldId="377"/>
            <ac:spMk id="4" creationId="{0A1ED2F9-A1C6-3DD7-7049-AA134C8D9927}"/>
          </ac:spMkLst>
        </pc:spChg>
        <pc:spChg chg="mod">
          <ac:chgData name="Sergio Daniel Ladino Delgado" userId="2583be0d34a50219" providerId="LiveId" clId="{9216CCCD-79C5-4B94-BFB8-329B8BF4AD03}" dt="2026-06-10T03:07:23.439" v="1088" actId="313"/>
          <ac:spMkLst>
            <pc:docMk/>
            <pc:sldMk cId="1446585607" sldId="377"/>
            <ac:spMk id="9" creationId="{04C2D234-57A1-3164-C65F-FF21ABD1ABEA}"/>
          </ac:spMkLst>
        </pc:spChg>
        <pc:spChg chg="mod">
          <ac:chgData name="Sergio Daniel Ladino Delgado" userId="2583be0d34a50219" providerId="LiveId" clId="{9216CCCD-79C5-4B94-BFB8-329B8BF4AD03}" dt="2026-06-10T03:10:36.269" v="1162" actId="20577"/>
          <ac:spMkLst>
            <pc:docMk/>
            <pc:sldMk cId="1446585607" sldId="377"/>
            <ac:spMk id="11" creationId="{8E3C0D65-2E8A-EC98-41C5-71AF8DDF7B18}"/>
          </ac:spMkLst>
        </pc:spChg>
        <pc:spChg chg="add mod">
          <ac:chgData name="Sergio Daniel Ladino Delgado" userId="2583be0d34a50219" providerId="LiveId" clId="{9216CCCD-79C5-4B94-BFB8-329B8BF4AD03}" dt="2026-06-10T03:20:38.367" v="1315" actId="1076"/>
          <ac:spMkLst>
            <pc:docMk/>
            <pc:sldMk cId="1446585607" sldId="377"/>
            <ac:spMk id="23" creationId="{E57FE543-266C-982F-0010-D3298F43D9B6}"/>
          </ac:spMkLst>
        </pc:spChg>
        <pc:spChg chg="add mod">
          <ac:chgData name="Sergio Daniel Ladino Delgado" userId="2583be0d34a50219" providerId="LiveId" clId="{9216CCCD-79C5-4B94-BFB8-329B8BF4AD03}" dt="2026-06-10T03:20:38.367" v="1315" actId="1076"/>
          <ac:spMkLst>
            <pc:docMk/>
            <pc:sldMk cId="1446585607" sldId="377"/>
            <ac:spMk id="24" creationId="{769833F7-5B45-D774-8CB4-346EA57365D2}"/>
          </ac:spMkLst>
        </pc:spChg>
        <pc:cxnChg chg="add mod">
          <ac:chgData name="Sergio Daniel Ladino Delgado" userId="2583be0d34a50219" providerId="LiveId" clId="{9216CCCD-79C5-4B94-BFB8-329B8BF4AD03}" dt="2026-06-10T03:08:57.904" v="1115" actId="1076"/>
          <ac:cxnSpMkLst>
            <pc:docMk/>
            <pc:sldMk cId="1446585607" sldId="377"/>
            <ac:cxnSpMk id="7" creationId="{63CAB488-0872-613B-4C30-FE9E645830A4}"/>
          </ac:cxnSpMkLst>
        </pc:cxnChg>
        <pc:cxnChg chg="add mod">
          <ac:chgData name="Sergio Daniel Ladino Delgado" userId="2583be0d34a50219" providerId="LiveId" clId="{9216CCCD-79C5-4B94-BFB8-329B8BF4AD03}" dt="2026-06-10T03:09:08.586" v="1121" actId="1036"/>
          <ac:cxnSpMkLst>
            <pc:docMk/>
            <pc:sldMk cId="1446585607" sldId="377"/>
            <ac:cxnSpMk id="8" creationId="{B7F6B713-1F0A-80EE-6FB7-375B2D119D08}"/>
          </ac:cxnSpMkLst>
        </pc:cxnChg>
        <pc:cxnChg chg="add mod">
          <ac:chgData name="Sergio Daniel Ladino Delgado" userId="2583be0d34a50219" providerId="LiveId" clId="{9216CCCD-79C5-4B94-BFB8-329B8BF4AD03}" dt="2026-06-10T03:09:10.541" v="1123" actId="1036"/>
          <ac:cxnSpMkLst>
            <pc:docMk/>
            <pc:sldMk cId="1446585607" sldId="377"/>
            <ac:cxnSpMk id="10" creationId="{2B4FBD0A-AA89-C753-5FE9-BBDEA23E4977}"/>
          </ac:cxnSpMkLst>
        </pc:cxnChg>
        <pc:cxnChg chg="add mod">
          <ac:chgData name="Sergio Daniel Ladino Delgado" userId="2583be0d34a50219" providerId="LiveId" clId="{9216CCCD-79C5-4B94-BFB8-329B8BF4AD03}" dt="2026-06-10T03:20:38.367" v="1315" actId="1076"/>
          <ac:cxnSpMkLst>
            <pc:docMk/>
            <pc:sldMk cId="1446585607" sldId="377"/>
            <ac:cxnSpMk id="12" creationId="{01388ECD-8C59-B667-00D6-BE2A77244FA6}"/>
          </ac:cxnSpMkLst>
        </pc:cxnChg>
        <pc:cxnChg chg="add mod">
          <ac:chgData name="Sergio Daniel Ladino Delgado" userId="2583be0d34a50219" providerId="LiveId" clId="{9216CCCD-79C5-4B94-BFB8-329B8BF4AD03}" dt="2026-06-10T03:20:38.367" v="1315" actId="1076"/>
          <ac:cxnSpMkLst>
            <pc:docMk/>
            <pc:sldMk cId="1446585607" sldId="377"/>
            <ac:cxnSpMk id="13" creationId="{86E14CD0-B3AC-1C15-94FA-A8FAE9600F6A}"/>
          </ac:cxnSpMkLst>
        </pc:cxnChg>
        <pc:cxnChg chg="add mod">
          <ac:chgData name="Sergio Daniel Ladino Delgado" userId="2583be0d34a50219" providerId="LiveId" clId="{9216CCCD-79C5-4B94-BFB8-329B8BF4AD03}" dt="2026-06-10T03:20:38.367" v="1315" actId="1076"/>
          <ac:cxnSpMkLst>
            <pc:docMk/>
            <pc:sldMk cId="1446585607" sldId="377"/>
            <ac:cxnSpMk id="14" creationId="{BC204E88-9194-D594-7541-E4D934D8B964}"/>
          </ac:cxnSpMkLst>
        </pc:cxnChg>
        <pc:cxnChg chg="add mod">
          <ac:chgData name="Sergio Daniel Ladino Delgado" userId="2583be0d34a50219" providerId="LiveId" clId="{9216CCCD-79C5-4B94-BFB8-329B8BF4AD03}" dt="2026-06-10T03:20:38.367" v="1315" actId="1076"/>
          <ac:cxnSpMkLst>
            <pc:docMk/>
            <pc:sldMk cId="1446585607" sldId="377"/>
            <ac:cxnSpMk id="15" creationId="{9E06CB48-3C14-7BBB-7C1D-C8249F1D156A}"/>
          </ac:cxnSpMkLst>
        </pc:cxnChg>
        <pc:cxnChg chg="add mod">
          <ac:chgData name="Sergio Daniel Ladino Delgado" userId="2583be0d34a50219" providerId="LiveId" clId="{9216CCCD-79C5-4B94-BFB8-329B8BF4AD03}" dt="2026-06-10T03:20:38.367" v="1315" actId="1076"/>
          <ac:cxnSpMkLst>
            <pc:docMk/>
            <pc:sldMk cId="1446585607" sldId="377"/>
            <ac:cxnSpMk id="17" creationId="{06712253-5B51-D518-6CD1-CA3E287E6827}"/>
          </ac:cxnSpMkLst>
        </pc:cxnChg>
        <pc:cxnChg chg="add mod">
          <ac:chgData name="Sergio Daniel Ladino Delgado" userId="2583be0d34a50219" providerId="LiveId" clId="{9216CCCD-79C5-4B94-BFB8-329B8BF4AD03}" dt="2026-06-10T03:20:38.367" v="1315" actId="1076"/>
          <ac:cxnSpMkLst>
            <pc:docMk/>
            <pc:sldMk cId="1446585607" sldId="377"/>
            <ac:cxnSpMk id="18" creationId="{6ED423D1-11C4-C865-00D1-56948902F35B}"/>
          </ac:cxnSpMkLst>
        </pc:cxnChg>
        <pc:cxnChg chg="add mod">
          <ac:chgData name="Sergio Daniel Ladino Delgado" userId="2583be0d34a50219" providerId="LiveId" clId="{9216CCCD-79C5-4B94-BFB8-329B8BF4AD03}" dt="2026-06-10T03:09:50.585" v="1129" actId="208"/>
          <ac:cxnSpMkLst>
            <pc:docMk/>
            <pc:sldMk cId="1446585607" sldId="377"/>
            <ac:cxnSpMk id="20" creationId="{B6169A69-BECD-6DF8-664D-11B44D51B800}"/>
          </ac:cxnSpMkLst>
        </pc:cxnChg>
        <pc:cxnChg chg="add mod">
          <ac:chgData name="Sergio Daniel Ladino Delgado" userId="2583be0d34a50219" providerId="LiveId" clId="{9216CCCD-79C5-4B94-BFB8-329B8BF4AD03}" dt="2026-06-10T03:20:38.367" v="1315" actId="1076"/>
          <ac:cxnSpMkLst>
            <pc:docMk/>
            <pc:sldMk cId="1446585607" sldId="377"/>
            <ac:cxnSpMk id="22" creationId="{1BFBF020-4223-62FE-8420-CB28FF085F46}"/>
          </ac:cxnSpMkLst>
        </pc:cxnChg>
      </pc:sldChg>
      <pc:sldChg chg="addSp delSp modSp add mod">
        <pc:chgData name="Sergio Daniel Ladino Delgado" userId="2583be0d34a50219" providerId="LiveId" clId="{9216CCCD-79C5-4B94-BFB8-329B8BF4AD03}" dt="2026-06-10T03:19:25.859" v="1273" actId="1076"/>
        <pc:sldMkLst>
          <pc:docMk/>
          <pc:sldMk cId="610541713" sldId="378"/>
        </pc:sldMkLst>
        <pc:spChg chg="mod">
          <ac:chgData name="Sergio Daniel Ladino Delgado" userId="2583be0d34a50219" providerId="LiveId" clId="{9216CCCD-79C5-4B94-BFB8-329B8BF4AD03}" dt="2026-06-10T03:17:00.947" v="1231" actId="1076"/>
          <ac:spMkLst>
            <pc:docMk/>
            <pc:sldMk cId="610541713" sldId="378"/>
            <ac:spMk id="4" creationId="{492B5B18-2E03-32A0-9286-2597FB484642}"/>
          </ac:spMkLst>
        </pc:spChg>
        <pc:spChg chg="mod">
          <ac:chgData name="Sergio Daniel Ladino Delgado" userId="2583be0d34a50219" providerId="LiveId" clId="{9216CCCD-79C5-4B94-BFB8-329B8BF4AD03}" dt="2026-06-10T03:10:47.567" v="1168" actId="20577"/>
          <ac:spMkLst>
            <pc:docMk/>
            <pc:sldMk cId="610541713" sldId="378"/>
            <ac:spMk id="9" creationId="{020ACBDD-961E-895F-E444-216E43D386B5}"/>
          </ac:spMkLst>
        </pc:spChg>
        <pc:spChg chg="mod">
          <ac:chgData name="Sergio Daniel Ladino Delgado" userId="2583be0d34a50219" providerId="LiveId" clId="{9216CCCD-79C5-4B94-BFB8-329B8BF4AD03}" dt="2026-06-10T03:10:58.732" v="1182" actId="20577"/>
          <ac:spMkLst>
            <pc:docMk/>
            <pc:sldMk cId="610541713" sldId="378"/>
            <ac:spMk id="11" creationId="{1D1E6497-410E-1DC6-AC08-D6CDC716A7A7}"/>
          </ac:spMkLst>
        </pc:spChg>
        <pc:spChg chg="add mod">
          <ac:chgData name="Sergio Daniel Ladino Delgado" userId="2583be0d34a50219" providerId="LiveId" clId="{9216CCCD-79C5-4B94-BFB8-329B8BF4AD03}" dt="2026-06-10T03:17:00.947" v="1231" actId="1076"/>
          <ac:spMkLst>
            <pc:docMk/>
            <pc:sldMk cId="610541713" sldId="378"/>
            <ac:spMk id="19" creationId="{8BC97D73-06DE-E1E2-8DCF-C615A4B18CE3}"/>
          </ac:spMkLst>
        </pc:spChg>
        <pc:spChg chg="mod">
          <ac:chgData name="Sergio Daniel Ladino Delgado" userId="2583be0d34a50219" providerId="LiveId" clId="{9216CCCD-79C5-4B94-BFB8-329B8BF4AD03}" dt="2026-06-10T03:17:00.947" v="1231" actId="1076"/>
          <ac:spMkLst>
            <pc:docMk/>
            <pc:sldMk cId="610541713" sldId="378"/>
            <ac:spMk id="23" creationId="{B1842AB4-40E1-EFDD-4361-99F267378AE5}"/>
          </ac:spMkLst>
        </pc:spChg>
        <pc:spChg chg="mod">
          <ac:chgData name="Sergio Daniel Ladino Delgado" userId="2583be0d34a50219" providerId="LiveId" clId="{9216CCCD-79C5-4B94-BFB8-329B8BF4AD03}" dt="2026-06-10T03:17:00.947" v="1231" actId="1076"/>
          <ac:spMkLst>
            <pc:docMk/>
            <pc:sldMk cId="610541713" sldId="378"/>
            <ac:spMk id="24" creationId="{AAAA999E-F4DA-E109-9E5C-3578E27F04C7}"/>
          </ac:spMkLst>
        </pc:spChg>
        <pc:spChg chg="add mod">
          <ac:chgData name="Sergio Daniel Ladino Delgado" userId="2583be0d34a50219" providerId="LiveId" clId="{9216CCCD-79C5-4B94-BFB8-329B8BF4AD03}" dt="2026-06-10T03:19:25.859" v="1273" actId="1076"/>
          <ac:spMkLst>
            <pc:docMk/>
            <pc:sldMk cId="610541713" sldId="378"/>
            <ac:spMk id="48" creationId="{F317278A-B6A6-01F0-FB62-08AAB0F7B24C}"/>
          </ac:spMkLst>
        </pc:spChg>
        <pc:spChg chg="add mod">
          <ac:chgData name="Sergio Daniel Ladino Delgado" userId="2583be0d34a50219" providerId="LiveId" clId="{9216CCCD-79C5-4B94-BFB8-329B8BF4AD03}" dt="2026-06-10T03:19:25.859" v="1273" actId="1076"/>
          <ac:spMkLst>
            <pc:docMk/>
            <pc:sldMk cId="610541713" sldId="378"/>
            <ac:spMk id="50" creationId="{96989C47-6457-0F46-1D08-43F5AA6E9E98}"/>
          </ac:spMkLst>
        </pc:spChg>
        <pc:spChg chg="add mod">
          <ac:chgData name="Sergio Daniel Ladino Delgado" userId="2583be0d34a50219" providerId="LiveId" clId="{9216CCCD-79C5-4B94-BFB8-329B8BF4AD03}" dt="2026-06-10T03:19:25.859" v="1273" actId="1076"/>
          <ac:spMkLst>
            <pc:docMk/>
            <pc:sldMk cId="610541713" sldId="378"/>
            <ac:spMk id="52" creationId="{A3B0F830-E4BA-36D7-391A-A887B2631D6C}"/>
          </ac:spMkLst>
        </pc:spChg>
        <pc:spChg chg="add mod">
          <ac:chgData name="Sergio Daniel Ladino Delgado" userId="2583be0d34a50219" providerId="LiveId" clId="{9216CCCD-79C5-4B94-BFB8-329B8BF4AD03}" dt="2026-06-10T03:19:25.859" v="1273" actId="1076"/>
          <ac:spMkLst>
            <pc:docMk/>
            <pc:sldMk cId="610541713" sldId="378"/>
            <ac:spMk id="55" creationId="{9E00FD84-D71B-B8A2-1BD2-FD779D872CB3}"/>
          </ac:spMkLst>
        </pc:spChg>
        <pc:spChg chg="add mod">
          <ac:chgData name="Sergio Daniel Ladino Delgado" userId="2583be0d34a50219" providerId="LiveId" clId="{9216CCCD-79C5-4B94-BFB8-329B8BF4AD03}" dt="2026-06-10T03:19:25.859" v="1273" actId="1076"/>
          <ac:spMkLst>
            <pc:docMk/>
            <pc:sldMk cId="610541713" sldId="378"/>
            <ac:spMk id="56" creationId="{3515D2F7-0DE8-81D2-9F83-0DC6C04B5195}"/>
          </ac:spMkLst>
        </pc:spChg>
        <pc:cxnChg chg="add mod">
          <ac:chgData name="Sergio Daniel Ladino Delgado" userId="2583be0d34a50219" providerId="LiveId" clId="{9216CCCD-79C5-4B94-BFB8-329B8BF4AD03}" dt="2026-06-10T03:15:12.815" v="1199" actId="1076"/>
          <ac:cxnSpMkLst>
            <pc:docMk/>
            <pc:sldMk cId="610541713" sldId="378"/>
            <ac:cxnSpMk id="6" creationId="{FA14A46C-C935-ACE5-2183-C6E03712D13D}"/>
          </ac:cxnSpMkLst>
        </pc:cxnChg>
        <pc:cxnChg chg="mod">
          <ac:chgData name="Sergio Daniel Ladino Delgado" userId="2583be0d34a50219" providerId="LiveId" clId="{9216CCCD-79C5-4B94-BFB8-329B8BF4AD03}" dt="2026-06-10T03:14:46.040" v="1190" actId="1076"/>
          <ac:cxnSpMkLst>
            <pc:docMk/>
            <pc:sldMk cId="610541713" sldId="378"/>
            <ac:cxnSpMk id="20" creationId="{A1CE3C1C-3F46-FC1B-7A16-376B8A16053D}"/>
          </ac:cxnSpMkLst>
        </pc:cxnChg>
        <pc:cxnChg chg="mod">
          <ac:chgData name="Sergio Daniel Ladino Delgado" userId="2583be0d34a50219" providerId="LiveId" clId="{9216CCCD-79C5-4B94-BFB8-329B8BF4AD03}" dt="2026-06-10T03:17:00.947" v="1231" actId="1076"/>
          <ac:cxnSpMkLst>
            <pc:docMk/>
            <pc:sldMk cId="610541713" sldId="378"/>
            <ac:cxnSpMk id="22" creationId="{1512AC23-E167-AB51-6C0E-9BD740F1BA3D}"/>
          </ac:cxnSpMkLst>
        </pc:cxnChg>
        <pc:cxnChg chg="add mod">
          <ac:chgData name="Sergio Daniel Ladino Delgado" userId="2583be0d34a50219" providerId="LiveId" clId="{9216CCCD-79C5-4B94-BFB8-329B8BF4AD03}" dt="2026-06-10T03:15:32.372" v="1202" actId="14100"/>
          <ac:cxnSpMkLst>
            <pc:docMk/>
            <pc:sldMk cId="610541713" sldId="378"/>
            <ac:cxnSpMk id="25" creationId="{B69B4223-DAF4-5F4B-7864-425B2DB203AD}"/>
          </ac:cxnSpMkLst>
        </pc:cxnChg>
        <pc:cxnChg chg="add mod">
          <ac:chgData name="Sergio Daniel Ladino Delgado" userId="2583be0d34a50219" providerId="LiveId" clId="{9216CCCD-79C5-4B94-BFB8-329B8BF4AD03}" dt="2026-06-10T03:15:38.323" v="1204" actId="1076"/>
          <ac:cxnSpMkLst>
            <pc:docMk/>
            <pc:sldMk cId="610541713" sldId="378"/>
            <ac:cxnSpMk id="26" creationId="{B6C0486A-7888-77B7-995D-1F3C5AEA6376}"/>
          </ac:cxnSpMkLst>
        </pc:cxnChg>
        <pc:cxnChg chg="add mod">
          <ac:chgData name="Sergio Daniel Ladino Delgado" userId="2583be0d34a50219" providerId="LiveId" clId="{9216CCCD-79C5-4B94-BFB8-329B8BF4AD03}" dt="2026-06-10T03:17:00.947" v="1231" actId="1076"/>
          <ac:cxnSpMkLst>
            <pc:docMk/>
            <pc:sldMk cId="610541713" sldId="378"/>
            <ac:cxnSpMk id="27" creationId="{5E9600BE-ACFE-5FC3-6DF3-A673B65531F9}"/>
          </ac:cxnSpMkLst>
        </pc:cxnChg>
        <pc:cxnChg chg="add mod">
          <ac:chgData name="Sergio Daniel Ladino Delgado" userId="2583be0d34a50219" providerId="LiveId" clId="{9216CCCD-79C5-4B94-BFB8-329B8BF4AD03}" dt="2026-06-10T03:15:45.366" v="1208" actId="1076"/>
          <ac:cxnSpMkLst>
            <pc:docMk/>
            <pc:sldMk cId="610541713" sldId="378"/>
            <ac:cxnSpMk id="28" creationId="{FD6C0FF1-F8D7-89F8-48FA-CA376A865519}"/>
          </ac:cxnSpMkLst>
        </pc:cxnChg>
        <pc:cxnChg chg="add mod">
          <ac:chgData name="Sergio Daniel Ladino Delgado" userId="2583be0d34a50219" providerId="LiveId" clId="{9216CCCD-79C5-4B94-BFB8-329B8BF4AD03}" dt="2026-06-10T03:15:53.258" v="1210" actId="1076"/>
          <ac:cxnSpMkLst>
            <pc:docMk/>
            <pc:sldMk cId="610541713" sldId="378"/>
            <ac:cxnSpMk id="29" creationId="{90C28700-8BC4-B1B3-6F14-D9799BB066D9}"/>
          </ac:cxnSpMkLst>
        </pc:cxnChg>
        <pc:cxnChg chg="add mod">
          <ac:chgData name="Sergio Daniel Ladino Delgado" userId="2583be0d34a50219" providerId="LiveId" clId="{9216CCCD-79C5-4B94-BFB8-329B8BF4AD03}" dt="2026-06-10T03:15:53.258" v="1210" actId="1076"/>
          <ac:cxnSpMkLst>
            <pc:docMk/>
            <pc:sldMk cId="610541713" sldId="378"/>
            <ac:cxnSpMk id="30" creationId="{241E9B89-7F57-57C2-23D1-5C7073D65334}"/>
          </ac:cxnSpMkLst>
        </pc:cxnChg>
        <pc:cxnChg chg="add mod">
          <ac:chgData name="Sergio Daniel Ladino Delgado" userId="2583be0d34a50219" providerId="LiveId" clId="{9216CCCD-79C5-4B94-BFB8-329B8BF4AD03}" dt="2026-06-10T03:17:00.947" v="1231" actId="1076"/>
          <ac:cxnSpMkLst>
            <pc:docMk/>
            <pc:sldMk cId="610541713" sldId="378"/>
            <ac:cxnSpMk id="31" creationId="{70BF03E4-07D5-57F5-6B4F-DA80B0AE0CC2}"/>
          </ac:cxnSpMkLst>
        </pc:cxnChg>
        <pc:cxnChg chg="add mod">
          <ac:chgData name="Sergio Daniel Ladino Delgado" userId="2583be0d34a50219" providerId="LiveId" clId="{9216CCCD-79C5-4B94-BFB8-329B8BF4AD03}" dt="2026-06-10T03:15:53.258" v="1210" actId="1076"/>
          <ac:cxnSpMkLst>
            <pc:docMk/>
            <pc:sldMk cId="610541713" sldId="378"/>
            <ac:cxnSpMk id="32" creationId="{A6E3686D-18CE-2A5C-24DA-88271DD09477}"/>
          </ac:cxnSpMkLst>
        </pc:cxnChg>
        <pc:cxnChg chg="add mod">
          <ac:chgData name="Sergio Daniel Ladino Delgado" userId="2583be0d34a50219" providerId="LiveId" clId="{9216CCCD-79C5-4B94-BFB8-329B8BF4AD03}" dt="2026-06-10T03:16:26.387" v="1222" actId="1076"/>
          <ac:cxnSpMkLst>
            <pc:docMk/>
            <pc:sldMk cId="610541713" sldId="378"/>
            <ac:cxnSpMk id="38" creationId="{28E0205A-0B76-4B77-2FF5-787649FDA917}"/>
          </ac:cxnSpMkLst>
        </pc:cxnChg>
        <pc:cxnChg chg="add mod">
          <ac:chgData name="Sergio Daniel Ladino Delgado" userId="2583be0d34a50219" providerId="LiveId" clId="{9216CCCD-79C5-4B94-BFB8-329B8BF4AD03}" dt="2026-06-10T03:16:26.387" v="1222" actId="1076"/>
          <ac:cxnSpMkLst>
            <pc:docMk/>
            <pc:sldMk cId="610541713" sldId="378"/>
            <ac:cxnSpMk id="39" creationId="{AB040AB6-1EF9-A68F-9121-E98FF9F9A5A6}"/>
          </ac:cxnSpMkLst>
        </pc:cxnChg>
        <pc:cxnChg chg="add mod">
          <ac:chgData name="Sergio Daniel Ladino Delgado" userId="2583be0d34a50219" providerId="LiveId" clId="{9216CCCD-79C5-4B94-BFB8-329B8BF4AD03}" dt="2026-06-10T03:16:26.387" v="1222" actId="1076"/>
          <ac:cxnSpMkLst>
            <pc:docMk/>
            <pc:sldMk cId="610541713" sldId="378"/>
            <ac:cxnSpMk id="40" creationId="{11350FDC-97ED-1BB3-1D18-0713C14C68D0}"/>
          </ac:cxnSpMkLst>
        </pc:cxnChg>
        <pc:cxnChg chg="add mod">
          <ac:chgData name="Sergio Daniel Ladino Delgado" userId="2583be0d34a50219" providerId="LiveId" clId="{9216CCCD-79C5-4B94-BFB8-329B8BF4AD03}" dt="2026-06-10T03:16:26.387" v="1222" actId="1076"/>
          <ac:cxnSpMkLst>
            <pc:docMk/>
            <pc:sldMk cId="610541713" sldId="378"/>
            <ac:cxnSpMk id="41" creationId="{3BA2689D-5D7E-B851-9CB8-03EB96A15E60}"/>
          </ac:cxnSpMkLst>
        </pc:cxnChg>
        <pc:cxnChg chg="add mod">
          <ac:chgData name="Sergio Daniel Ladino Delgado" userId="2583be0d34a50219" providerId="LiveId" clId="{9216CCCD-79C5-4B94-BFB8-329B8BF4AD03}" dt="2026-06-10T03:16:26.387" v="1222" actId="1076"/>
          <ac:cxnSpMkLst>
            <pc:docMk/>
            <pc:sldMk cId="610541713" sldId="378"/>
            <ac:cxnSpMk id="42" creationId="{98EDC539-B807-DDFC-9F5E-621A86B45E25}"/>
          </ac:cxnSpMkLst>
        </pc:cxnChg>
        <pc:cxnChg chg="add mod">
          <ac:chgData name="Sergio Daniel Ladino Delgado" userId="2583be0d34a50219" providerId="LiveId" clId="{9216CCCD-79C5-4B94-BFB8-329B8BF4AD03}" dt="2026-06-10T03:16:26.387" v="1222" actId="1076"/>
          <ac:cxnSpMkLst>
            <pc:docMk/>
            <pc:sldMk cId="610541713" sldId="378"/>
            <ac:cxnSpMk id="43" creationId="{75842812-39A5-2B94-E2D1-2E890FA38480}"/>
          </ac:cxnSpMkLst>
        </pc:cxnChg>
        <pc:cxnChg chg="add mod">
          <ac:chgData name="Sergio Daniel Ladino Delgado" userId="2583be0d34a50219" providerId="LiveId" clId="{9216CCCD-79C5-4B94-BFB8-329B8BF4AD03}" dt="2026-06-10T03:16:30.685" v="1223" actId="1076"/>
          <ac:cxnSpMkLst>
            <pc:docMk/>
            <pc:sldMk cId="610541713" sldId="378"/>
            <ac:cxnSpMk id="44" creationId="{E4742D46-0690-4D28-6AB3-6869630C8AE9}"/>
          </ac:cxnSpMkLst>
        </pc:cxnChg>
        <pc:cxnChg chg="add mod">
          <ac:chgData name="Sergio Daniel Ladino Delgado" userId="2583be0d34a50219" providerId="LiveId" clId="{9216CCCD-79C5-4B94-BFB8-329B8BF4AD03}" dt="2026-06-10T03:17:00.947" v="1231" actId="1076"/>
          <ac:cxnSpMkLst>
            <pc:docMk/>
            <pc:sldMk cId="610541713" sldId="378"/>
            <ac:cxnSpMk id="45" creationId="{ED398AAA-73C2-F674-92AA-B15A6BC9A8C4}"/>
          </ac:cxnSpMkLst>
        </pc:cxnChg>
        <pc:cxnChg chg="add mod">
          <ac:chgData name="Sergio Daniel Ladino Delgado" userId="2583be0d34a50219" providerId="LiveId" clId="{9216CCCD-79C5-4B94-BFB8-329B8BF4AD03}" dt="2026-06-10T03:17:00.947" v="1231" actId="1076"/>
          <ac:cxnSpMkLst>
            <pc:docMk/>
            <pc:sldMk cId="610541713" sldId="378"/>
            <ac:cxnSpMk id="46" creationId="{254768F0-BF83-E592-3C56-05C3A6D8FD54}"/>
          </ac:cxnSpMkLst>
        </pc:cxnChg>
        <pc:cxnChg chg="add mod">
          <ac:chgData name="Sergio Daniel Ladino Delgado" userId="2583be0d34a50219" providerId="LiveId" clId="{9216CCCD-79C5-4B94-BFB8-329B8BF4AD03}" dt="2026-06-10T03:17:00.947" v="1231" actId="1076"/>
          <ac:cxnSpMkLst>
            <pc:docMk/>
            <pc:sldMk cId="610541713" sldId="378"/>
            <ac:cxnSpMk id="47" creationId="{EB942FBB-2D4C-A01A-502C-2ED1A4AD8459}"/>
          </ac:cxnSpMkLst>
        </pc:cxnChg>
      </pc:sldChg>
      <pc:sldChg chg="addSp delSp modSp add mod">
        <pc:chgData name="Sergio Daniel Ladino Delgado" userId="2583be0d34a50219" providerId="LiveId" clId="{9216CCCD-79C5-4B94-BFB8-329B8BF4AD03}" dt="2026-06-10T03:20:49.222" v="1316" actId="20577"/>
        <pc:sldMkLst>
          <pc:docMk/>
          <pc:sldMk cId="839838013" sldId="379"/>
        </pc:sldMkLst>
        <pc:spChg chg="mod">
          <ac:chgData name="Sergio Daniel Ladino Delgado" userId="2583be0d34a50219" providerId="LiveId" clId="{9216CCCD-79C5-4B94-BFB8-329B8BF4AD03}" dt="2026-06-10T03:19:52.103" v="1278" actId="1076"/>
          <ac:spMkLst>
            <pc:docMk/>
            <pc:sldMk cId="839838013" sldId="379"/>
            <ac:spMk id="4" creationId="{C3E9C4D4-A806-749C-44BC-E583361958F0}"/>
          </ac:spMkLst>
        </pc:spChg>
        <pc:spChg chg="mod">
          <ac:chgData name="Sergio Daniel Ladino Delgado" userId="2583be0d34a50219" providerId="LiveId" clId="{9216CCCD-79C5-4B94-BFB8-329B8BF4AD03}" dt="2026-06-10T03:20:49.222" v="1316" actId="20577"/>
          <ac:spMkLst>
            <pc:docMk/>
            <pc:sldMk cId="839838013" sldId="379"/>
            <ac:spMk id="9" creationId="{7477A92A-F1ED-4E80-43E8-B8221F33639C}"/>
          </ac:spMkLst>
        </pc:spChg>
        <pc:spChg chg="mod">
          <ac:chgData name="Sergio Daniel Ladino Delgado" userId="2583be0d34a50219" providerId="LiveId" clId="{9216CCCD-79C5-4B94-BFB8-329B8BF4AD03}" dt="2026-06-10T03:19:52.103" v="1278" actId="1076"/>
          <ac:spMkLst>
            <pc:docMk/>
            <pc:sldMk cId="839838013" sldId="379"/>
            <ac:spMk id="19" creationId="{E6C152AE-A769-3621-DF05-1B4C4B68D05C}"/>
          </ac:spMkLst>
        </pc:spChg>
        <pc:spChg chg="mod">
          <ac:chgData name="Sergio Daniel Ladino Delgado" userId="2583be0d34a50219" providerId="LiveId" clId="{9216CCCD-79C5-4B94-BFB8-329B8BF4AD03}" dt="2026-06-10T03:19:52.103" v="1278" actId="1076"/>
          <ac:spMkLst>
            <pc:docMk/>
            <pc:sldMk cId="839838013" sldId="379"/>
            <ac:spMk id="23" creationId="{A1AE0F86-932E-F67D-415D-7FA8A6BC07FC}"/>
          </ac:spMkLst>
        </pc:spChg>
        <pc:spChg chg="mod">
          <ac:chgData name="Sergio Daniel Ladino Delgado" userId="2583be0d34a50219" providerId="LiveId" clId="{9216CCCD-79C5-4B94-BFB8-329B8BF4AD03}" dt="2026-06-10T03:19:52.103" v="1278" actId="1076"/>
          <ac:spMkLst>
            <pc:docMk/>
            <pc:sldMk cId="839838013" sldId="379"/>
            <ac:spMk id="24" creationId="{876D2AED-DD1A-7435-6770-B7FCC361C253}"/>
          </ac:spMkLst>
        </pc:spChg>
        <pc:cxnChg chg="mod">
          <ac:chgData name="Sergio Daniel Ladino Delgado" userId="2583be0d34a50219" providerId="LiveId" clId="{9216CCCD-79C5-4B94-BFB8-329B8BF4AD03}" dt="2026-06-10T03:19:52.103" v="1278" actId="1076"/>
          <ac:cxnSpMkLst>
            <pc:docMk/>
            <pc:sldMk cId="839838013" sldId="379"/>
            <ac:cxnSpMk id="6" creationId="{6F881BBC-3169-2504-7EB7-13811B5E53D4}"/>
          </ac:cxnSpMkLst>
        </pc:cxnChg>
        <pc:cxnChg chg="add mod">
          <ac:chgData name="Sergio Daniel Ladino Delgado" userId="2583be0d34a50219" providerId="LiveId" clId="{9216CCCD-79C5-4B94-BFB8-329B8BF4AD03}" dt="2026-06-10T03:20:07.609" v="1280" actId="1076"/>
          <ac:cxnSpMkLst>
            <pc:docMk/>
            <pc:sldMk cId="839838013" sldId="379"/>
            <ac:cxnSpMk id="7" creationId="{5FCBB25A-1D37-B0FF-39A8-E7E781C2A06C}"/>
          </ac:cxnSpMkLst>
        </pc:cxnChg>
        <pc:cxnChg chg="add mod">
          <ac:chgData name="Sergio Daniel Ladino Delgado" userId="2583be0d34a50219" providerId="LiveId" clId="{9216CCCD-79C5-4B94-BFB8-329B8BF4AD03}" dt="2026-06-10T03:20:29.339" v="1313" actId="1036"/>
          <ac:cxnSpMkLst>
            <pc:docMk/>
            <pc:sldMk cId="839838013" sldId="379"/>
            <ac:cxnSpMk id="8" creationId="{1BE73BDB-79F5-CA5E-7E7D-840DA5B0656A}"/>
          </ac:cxnSpMkLst>
        </pc:cxnChg>
        <pc:cxnChg chg="add mod">
          <ac:chgData name="Sergio Daniel Ladino Delgado" userId="2583be0d34a50219" providerId="LiveId" clId="{9216CCCD-79C5-4B94-BFB8-329B8BF4AD03}" dt="2026-06-10T03:20:30.124" v="1314" actId="1036"/>
          <ac:cxnSpMkLst>
            <pc:docMk/>
            <pc:sldMk cId="839838013" sldId="379"/>
            <ac:cxnSpMk id="10" creationId="{0BEC7A7F-6717-570F-0DB4-9A6938EF6D92}"/>
          </ac:cxnSpMkLst>
        </pc:cxnChg>
        <pc:cxnChg chg="add mod">
          <ac:chgData name="Sergio Daniel Ladino Delgado" userId="2583be0d34a50219" providerId="LiveId" clId="{9216CCCD-79C5-4B94-BFB8-329B8BF4AD03}" dt="2026-06-10T03:20:25.991" v="1308" actId="1035"/>
          <ac:cxnSpMkLst>
            <pc:docMk/>
            <pc:sldMk cId="839838013" sldId="379"/>
            <ac:cxnSpMk id="12" creationId="{9D3163B2-2BCA-FF9A-20E2-B228F20F6F30}"/>
          </ac:cxnSpMkLst>
        </pc:cxnChg>
        <pc:cxnChg chg="add mod">
          <ac:chgData name="Sergio Daniel Ladino Delgado" userId="2583be0d34a50219" providerId="LiveId" clId="{9216CCCD-79C5-4B94-BFB8-329B8BF4AD03}" dt="2026-06-10T03:20:26.480" v="1309" actId="1035"/>
          <ac:cxnSpMkLst>
            <pc:docMk/>
            <pc:sldMk cId="839838013" sldId="379"/>
            <ac:cxnSpMk id="13" creationId="{827209D2-8DB8-E8FB-F5E4-91909074B39C}"/>
          </ac:cxnSpMkLst>
        </pc:cxnChg>
        <pc:cxnChg chg="add mod">
          <ac:chgData name="Sergio Daniel Ladino Delgado" userId="2583be0d34a50219" providerId="LiveId" clId="{9216CCCD-79C5-4B94-BFB8-329B8BF4AD03}" dt="2026-06-10T03:20:27.487" v="1311" actId="1035"/>
          <ac:cxnSpMkLst>
            <pc:docMk/>
            <pc:sldMk cId="839838013" sldId="379"/>
            <ac:cxnSpMk id="14" creationId="{206F6EB4-4897-FB5D-BE0E-ADA4DCCCE685}"/>
          </ac:cxnSpMkLst>
        </pc:cxnChg>
        <pc:cxnChg chg="add mod">
          <ac:chgData name="Sergio Daniel Ladino Delgado" userId="2583be0d34a50219" providerId="LiveId" clId="{9216CCCD-79C5-4B94-BFB8-329B8BF4AD03}" dt="2026-06-10T03:20:20.386" v="1289" actId="1036"/>
          <ac:cxnSpMkLst>
            <pc:docMk/>
            <pc:sldMk cId="839838013" sldId="379"/>
            <ac:cxnSpMk id="15" creationId="{1FA22FA8-64D8-4D00-EDA4-3D0A0E5BEFD6}"/>
          </ac:cxnSpMkLst>
        </pc:cxnChg>
        <pc:cxnChg chg="add mod">
          <ac:chgData name="Sergio Daniel Ladino Delgado" userId="2583be0d34a50219" providerId="LiveId" clId="{9216CCCD-79C5-4B94-BFB8-329B8BF4AD03}" dt="2026-06-10T03:20:16.928" v="1282" actId="1076"/>
          <ac:cxnSpMkLst>
            <pc:docMk/>
            <pc:sldMk cId="839838013" sldId="379"/>
            <ac:cxnSpMk id="16" creationId="{23244B96-B14E-7D83-0B91-B5C194A3E47B}"/>
          </ac:cxnSpMkLst>
        </pc:cxnChg>
        <pc:cxnChg chg="mod">
          <ac:chgData name="Sergio Daniel Ladino Delgado" userId="2583be0d34a50219" providerId="LiveId" clId="{9216CCCD-79C5-4B94-BFB8-329B8BF4AD03}" dt="2026-06-10T03:19:52.103" v="1278" actId="1076"/>
          <ac:cxnSpMkLst>
            <pc:docMk/>
            <pc:sldMk cId="839838013" sldId="379"/>
            <ac:cxnSpMk id="26" creationId="{382978D1-D4F3-A455-FAEE-E44312E1548F}"/>
          </ac:cxnSpMkLst>
        </pc:cxnChg>
        <pc:cxnChg chg="mod">
          <ac:chgData name="Sergio Daniel Ladino Delgado" userId="2583be0d34a50219" providerId="LiveId" clId="{9216CCCD-79C5-4B94-BFB8-329B8BF4AD03}" dt="2026-06-10T03:19:52.103" v="1278" actId="1076"/>
          <ac:cxnSpMkLst>
            <pc:docMk/>
            <pc:sldMk cId="839838013" sldId="379"/>
            <ac:cxnSpMk id="38" creationId="{62CAC917-773D-B75A-BBA1-DCF906168D9C}"/>
          </ac:cxnSpMkLst>
        </pc:cxnChg>
        <pc:cxnChg chg="mod">
          <ac:chgData name="Sergio Daniel Ladino Delgado" userId="2583be0d34a50219" providerId="LiveId" clId="{9216CCCD-79C5-4B94-BFB8-329B8BF4AD03}" dt="2026-06-10T03:19:52.103" v="1278" actId="1076"/>
          <ac:cxnSpMkLst>
            <pc:docMk/>
            <pc:sldMk cId="839838013" sldId="379"/>
            <ac:cxnSpMk id="43" creationId="{433CF8BB-2F51-C036-78AF-329DBFFD781C}"/>
          </ac:cxnSpMkLst>
        </pc:cxnChg>
        <pc:cxnChg chg="mod">
          <ac:chgData name="Sergio Daniel Ladino Delgado" userId="2583be0d34a50219" providerId="LiveId" clId="{9216CCCD-79C5-4B94-BFB8-329B8BF4AD03}" dt="2026-06-10T03:19:52.103" v="1278" actId="1076"/>
          <ac:cxnSpMkLst>
            <pc:docMk/>
            <pc:sldMk cId="839838013" sldId="379"/>
            <ac:cxnSpMk id="46" creationId="{324AB123-CA79-3F47-CD31-8E69B8494D6E}"/>
          </ac:cxnSpMkLst>
        </pc:cxnChg>
        <pc:cxnChg chg="mod">
          <ac:chgData name="Sergio Daniel Ladino Delgado" userId="2583be0d34a50219" providerId="LiveId" clId="{9216CCCD-79C5-4B94-BFB8-329B8BF4AD03}" dt="2026-06-10T03:19:52.103" v="1278" actId="1076"/>
          <ac:cxnSpMkLst>
            <pc:docMk/>
            <pc:sldMk cId="839838013" sldId="379"/>
            <ac:cxnSpMk id="47" creationId="{966BDAF3-6235-2E3B-BD6A-3DE3C4A68B69}"/>
          </ac:cxnSpMkLst>
        </pc:cxnChg>
      </pc:sldChg>
      <pc:sldChg chg="addSp delSp modSp add del mod">
        <pc:chgData name="Sergio Daniel Ladino Delgado" userId="2583be0d34a50219" providerId="LiveId" clId="{9216CCCD-79C5-4B94-BFB8-329B8BF4AD03}" dt="2026-06-11T02:46:19.892" v="2199" actId="2696"/>
        <pc:sldMkLst>
          <pc:docMk/>
          <pc:sldMk cId="4055764815" sldId="380"/>
        </pc:sldMkLst>
        <pc:spChg chg="mod">
          <ac:chgData name="Sergio Daniel Ladino Delgado" userId="2583be0d34a50219" providerId="LiveId" clId="{9216CCCD-79C5-4B94-BFB8-329B8BF4AD03}" dt="2026-06-11T00:35:42.489" v="1391" actId="20577"/>
          <ac:spMkLst>
            <pc:docMk/>
            <pc:sldMk cId="4055764815" sldId="380"/>
            <ac:spMk id="9" creationId="{59C60B30-D61D-AB63-D55D-0B8C4AA2FF8D}"/>
          </ac:spMkLst>
        </pc:spChg>
        <pc:spChg chg="add mod">
          <ac:chgData name="Sergio Daniel Ladino Delgado" userId="2583be0d34a50219" providerId="LiveId" clId="{9216CCCD-79C5-4B94-BFB8-329B8BF4AD03}" dt="2026-06-10T03:22:15.876" v="1360" actId="1076"/>
          <ac:spMkLst>
            <pc:docMk/>
            <pc:sldMk cId="4055764815" sldId="380"/>
            <ac:spMk id="17" creationId="{D94BD179-4A75-561B-8819-9615266D02D2}"/>
          </ac:spMkLst>
        </pc:spChg>
      </pc:sldChg>
      <pc:sldChg chg="modSp add mod ord">
        <pc:chgData name="Sergio Daniel Ladino Delgado" userId="2583be0d34a50219" providerId="LiveId" clId="{9216CCCD-79C5-4B94-BFB8-329B8BF4AD03}" dt="2026-06-10T03:22:57.893" v="1375" actId="313"/>
        <pc:sldMkLst>
          <pc:docMk/>
          <pc:sldMk cId="3184017305" sldId="381"/>
        </pc:sldMkLst>
        <pc:spChg chg="mod">
          <ac:chgData name="Sergio Daniel Ladino Delgado" userId="2583be0d34a50219" providerId="LiveId" clId="{9216CCCD-79C5-4B94-BFB8-329B8BF4AD03}" dt="2026-06-10T03:22:57.893" v="1375" actId="313"/>
          <ac:spMkLst>
            <pc:docMk/>
            <pc:sldMk cId="3184017305" sldId="381"/>
            <ac:spMk id="11" creationId="{ACC02EEF-1EE9-32BE-B181-15952F0DDCEF}"/>
          </ac:spMkLst>
        </pc:spChg>
      </pc:sldChg>
      <pc:sldChg chg="addSp delSp modSp add mod ord delAnim modAnim">
        <pc:chgData name="Sergio Daniel Ladino Delgado" userId="2583be0d34a50219" providerId="LiveId" clId="{9216CCCD-79C5-4B94-BFB8-329B8BF4AD03}" dt="2026-06-11T02:22:45.645" v="2003" actId="20577"/>
        <pc:sldMkLst>
          <pc:docMk/>
          <pc:sldMk cId="3640407049" sldId="382"/>
        </pc:sldMkLst>
        <pc:spChg chg="mod">
          <ac:chgData name="Sergio Daniel Ladino Delgado" userId="2583be0d34a50219" providerId="LiveId" clId="{9216CCCD-79C5-4B94-BFB8-329B8BF4AD03}" dt="2026-06-11T00:37:56.607" v="1407" actId="313"/>
          <ac:spMkLst>
            <pc:docMk/>
            <pc:sldMk cId="3640407049" sldId="382"/>
            <ac:spMk id="9" creationId="{9EF3482E-C7BD-A18D-51E3-AE92CADF650D}"/>
          </ac:spMkLst>
        </pc:spChg>
        <pc:spChg chg="add mod">
          <ac:chgData name="Sergio Daniel Ladino Delgado" userId="2583be0d34a50219" providerId="LiveId" clId="{9216CCCD-79C5-4B94-BFB8-329B8BF4AD03}" dt="2026-06-11T02:08:04.656" v="1921" actId="1076"/>
          <ac:spMkLst>
            <pc:docMk/>
            <pc:sldMk cId="3640407049" sldId="382"/>
            <ac:spMk id="17" creationId="{72A39835-D2BE-5BE6-50AA-642E0E76C59A}"/>
          </ac:spMkLst>
        </pc:spChg>
        <pc:spChg chg="add mod">
          <ac:chgData name="Sergio Daniel Ladino Delgado" userId="2583be0d34a50219" providerId="LiveId" clId="{9216CCCD-79C5-4B94-BFB8-329B8BF4AD03}" dt="2026-06-11T02:10:21.278" v="1945" actId="1076"/>
          <ac:spMkLst>
            <pc:docMk/>
            <pc:sldMk cId="3640407049" sldId="382"/>
            <ac:spMk id="22" creationId="{24D3AD85-A582-B979-A802-929A5148A15E}"/>
          </ac:spMkLst>
        </pc:spChg>
        <pc:spChg chg="add mod">
          <ac:chgData name="Sergio Daniel Ladino Delgado" userId="2583be0d34a50219" providerId="LiveId" clId="{9216CCCD-79C5-4B94-BFB8-329B8BF4AD03}" dt="2026-06-11T02:10:21.278" v="1945" actId="1076"/>
          <ac:spMkLst>
            <pc:docMk/>
            <pc:sldMk cId="3640407049" sldId="382"/>
            <ac:spMk id="35" creationId="{39AA8D7F-7E89-AD8C-506F-B7A48EB31D4C}"/>
          </ac:spMkLst>
        </pc:spChg>
        <pc:spChg chg="add mod">
          <ac:chgData name="Sergio Daniel Ladino Delgado" userId="2583be0d34a50219" providerId="LiveId" clId="{9216CCCD-79C5-4B94-BFB8-329B8BF4AD03}" dt="2026-06-11T02:10:21.278" v="1945" actId="1076"/>
          <ac:spMkLst>
            <pc:docMk/>
            <pc:sldMk cId="3640407049" sldId="382"/>
            <ac:spMk id="36" creationId="{AF585D76-67C6-88DD-2F67-6CA514E894E6}"/>
          </ac:spMkLst>
        </pc:spChg>
        <pc:spChg chg="add mod">
          <ac:chgData name="Sergio Daniel Ladino Delgado" userId="2583be0d34a50219" providerId="LiveId" clId="{9216CCCD-79C5-4B94-BFB8-329B8BF4AD03}" dt="2026-06-11T02:10:21.278" v="1945" actId="1076"/>
          <ac:spMkLst>
            <pc:docMk/>
            <pc:sldMk cId="3640407049" sldId="382"/>
            <ac:spMk id="37" creationId="{B13337E2-E31B-CB2B-2A1F-3DA8F574146F}"/>
          </ac:spMkLst>
        </pc:spChg>
        <pc:spChg chg="add mod">
          <ac:chgData name="Sergio Daniel Ladino Delgado" userId="2583be0d34a50219" providerId="LiveId" clId="{9216CCCD-79C5-4B94-BFB8-329B8BF4AD03}" dt="2026-06-11T02:10:21.278" v="1945" actId="1076"/>
          <ac:spMkLst>
            <pc:docMk/>
            <pc:sldMk cId="3640407049" sldId="382"/>
            <ac:spMk id="38" creationId="{7B3A8353-6272-A577-AFED-6BE25F0AD474}"/>
          </ac:spMkLst>
        </pc:spChg>
        <pc:spChg chg="add mod">
          <ac:chgData name="Sergio Daniel Ladino Delgado" userId="2583be0d34a50219" providerId="LiveId" clId="{9216CCCD-79C5-4B94-BFB8-329B8BF4AD03}" dt="2026-06-11T02:10:14.637" v="1944" actId="1076"/>
          <ac:spMkLst>
            <pc:docMk/>
            <pc:sldMk cId="3640407049" sldId="382"/>
            <ac:spMk id="41" creationId="{6AA7F0A3-E041-E04F-69E2-077F13851169}"/>
          </ac:spMkLst>
        </pc:spChg>
        <pc:spChg chg="add mod">
          <ac:chgData name="Sergio Daniel Ladino Delgado" userId="2583be0d34a50219" providerId="LiveId" clId="{9216CCCD-79C5-4B94-BFB8-329B8BF4AD03}" dt="2026-06-11T02:10:21.278" v="1945" actId="1076"/>
          <ac:spMkLst>
            <pc:docMk/>
            <pc:sldMk cId="3640407049" sldId="382"/>
            <ac:spMk id="44" creationId="{A4EC6668-F672-247B-95BD-58B1D2079961}"/>
          </ac:spMkLst>
        </pc:spChg>
        <pc:spChg chg="add mod">
          <ac:chgData name="Sergio Daniel Ladino Delgado" userId="2583be0d34a50219" providerId="LiveId" clId="{9216CCCD-79C5-4B94-BFB8-329B8BF4AD03}" dt="2026-06-11T02:10:21.278" v="1945" actId="1076"/>
          <ac:spMkLst>
            <pc:docMk/>
            <pc:sldMk cId="3640407049" sldId="382"/>
            <ac:spMk id="60" creationId="{2E0BF653-878F-2C3E-BA7A-4B604B082866}"/>
          </ac:spMkLst>
        </pc:spChg>
        <pc:spChg chg="add mod">
          <ac:chgData name="Sergio Daniel Ladino Delgado" userId="2583be0d34a50219" providerId="LiveId" clId="{9216CCCD-79C5-4B94-BFB8-329B8BF4AD03}" dt="2026-06-11T02:22:37.140" v="2002" actId="20577"/>
          <ac:spMkLst>
            <pc:docMk/>
            <pc:sldMk cId="3640407049" sldId="382"/>
            <ac:spMk id="62" creationId="{3EE05B1D-EBCD-F844-5255-4414BF00FB83}"/>
          </ac:spMkLst>
        </pc:spChg>
        <pc:spChg chg="add mod">
          <ac:chgData name="Sergio Daniel Ladino Delgado" userId="2583be0d34a50219" providerId="LiveId" clId="{9216CCCD-79C5-4B94-BFB8-329B8BF4AD03}" dt="2026-06-11T02:22:45.645" v="2003" actId="20577"/>
          <ac:spMkLst>
            <pc:docMk/>
            <pc:sldMk cId="3640407049" sldId="382"/>
            <ac:spMk id="67" creationId="{B2AF42FE-BDB5-1D14-ABE0-D668C8200BFF}"/>
          </ac:spMkLst>
        </pc:spChg>
        <pc:spChg chg="add mod">
          <ac:chgData name="Sergio Daniel Ladino Delgado" userId="2583be0d34a50219" providerId="LiveId" clId="{9216CCCD-79C5-4B94-BFB8-329B8BF4AD03}" dt="2026-06-11T02:10:21.278" v="1945" actId="1076"/>
          <ac:spMkLst>
            <pc:docMk/>
            <pc:sldMk cId="3640407049" sldId="382"/>
            <ac:spMk id="69" creationId="{650E3D79-E7A9-B678-48A0-F1C303C37102}"/>
          </ac:spMkLst>
        </pc:spChg>
        <pc:spChg chg="add mod">
          <ac:chgData name="Sergio Daniel Ladino Delgado" userId="2583be0d34a50219" providerId="LiveId" clId="{9216CCCD-79C5-4B94-BFB8-329B8BF4AD03}" dt="2026-06-11T02:10:21.278" v="1945" actId="1076"/>
          <ac:spMkLst>
            <pc:docMk/>
            <pc:sldMk cId="3640407049" sldId="382"/>
            <ac:spMk id="70" creationId="{CF873E42-A134-09A2-2131-CED6E7EE15E8}"/>
          </ac:spMkLst>
        </pc:spChg>
        <pc:spChg chg="add mod">
          <ac:chgData name="Sergio Daniel Ladino Delgado" userId="2583be0d34a50219" providerId="LiveId" clId="{9216CCCD-79C5-4B94-BFB8-329B8BF4AD03}" dt="2026-06-11T02:10:21.278" v="1945" actId="1076"/>
          <ac:spMkLst>
            <pc:docMk/>
            <pc:sldMk cId="3640407049" sldId="382"/>
            <ac:spMk id="74" creationId="{DA81AF31-C095-85DF-04F6-827DBDCF9111}"/>
          </ac:spMkLst>
        </pc:spChg>
        <pc:spChg chg="add mod">
          <ac:chgData name="Sergio Daniel Ladino Delgado" userId="2583be0d34a50219" providerId="LiveId" clId="{9216CCCD-79C5-4B94-BFB8-329B8BF4AD03}" dt="2026-06-11T02:09:39.808" v="1939"/>
          <ac:spMkLst>
            <pc:docMk/>
            <pc:sldMk cId="3640407049" sldId="382"/>
            <ac:spMk id="75" creationId="{11538D25-3F06-8AC6-470E-91201218611C}"/>
          </ac:spMkLst>
        </pc:spChg>
        <pc:spChg chg="add mod ord">
          <ac:chgData name="Sergio Daniel Ladino Delgado" userId="2583be0d34a50219" providerId="LiveId" clId="{9216CCCD-79C5-4B94-BFB8-329B8BF4AD03}" dt="2026-06-11T02:11:17.100" v="1952" actId="207"/>
          <ac:spMkLst>
            <pc:docMk/>
            <pc:sldMk cId="3640407049" sldId="382"/>
            <ac:spMk id="76" creationId="{0257EE44-EAB4-357F-722C-5A88A066CC26}"/>
          </ac:spMkLst>
        </pc:spChg>
        <pc:spChg chg="add mod">
          <ac:chgData name="Sergio Daniel Ladino Delgado" userId="2583be0d34a50219" providerId="LiveId" clId="{9216CCCD-79C5-4B94-BFB8-329B8BF4AD03}" dt="2026-06-11T02:11:51.977" v="1959" actId="1076"/>
          <ac:spMkLst>
            <pc:docMk/>
            <pc:sldMk cId="3640407049" sldId="382"/>
            <ac:spMk id="78" creationId="{6B1E1AB8-E0E9-65ED-C384-CE64B1A5320B}"/>
          </ac:spMkLst>
        </pc:spChg>
        <pc:spChg chg="add mod">
          <ac:chgData name="Sergio Daniel Ladino Delgado" userId="2583be0d34a50219" providerId="LiveId" clId="{9216CCCD-79C5-4B94-BFB8-329B8BF4AD03}" dt="2026-06-11T02:12:12.019" v="1966" actId="14100"/>
          <ac:spMkLst>
            <pc:docMk/>
            <pc:sldMk cId="3640407049" sldId="382"/>
            <ac:spMk id="79" creationId="{AC3E0100-5332-10F2-7CFC-9BEF5AA8B125}"/>
          </ac:spMkLst>
        </pc:spChg>
        <pc:cxnChg chg="add mod">
          <ac:chgData name="Sergio Daniel Ladino Delgado" userId="2583be0d34a50219" providerId="LiveId" clId="{9216CCCD-79C5-4B94-BFB8-329B8BF4AD03}" dt="2026-06-11T02:08:04.656" v="1921" actId="1076"/>
          <ac:cxnSpMkLst>
            <pc:docMk/>
            <pc:sldMk cId="3640407049" sldId="382"/>
            <ac:cxnSpMk id="4" creationId="{9E115A94-24E5-8878-708E-1A0832C05804}"/>
          </ac:cxnSpMkLst>
        </pc:cxnChg>
        <pc:cxnChg chg="add mod">
          <ac:chgData name="Sergio Daniel Ladino Delgado" userId="2583be0d34a50219" providerId="LiveId" clId="{9216CCCD-79C5-4B94-BFB8-329B8BF4AD03}" dt="2026-06-11T01:03:49.863" v="1448" actId="1076"/>
          <ac:cxnSpMkLst>
            <pc:docMk/>
            <pc:sldMk cId="3640407049" sldId="382"/>
            <ac:cxnSpMk id="7" creationId="{4E5FA3B5-EB3D-2C36-CDCD-B36840621D18}"/>
          </ac:cxnSpMkLst>
        </pc:cxnChg>
        <pc:cxnChg chg="mod">
          <ac:chgData name="Sergio Daniel Ladino Delgado" userId="2583be0d34a50219" providerId="LiveId" clId="{9216CCCD-79C5-4B94-BFB8-329B8BF4AD03}" dt="2026-06-11T01:01:56.091" v="1416" actId="1076"/>
          <ac:cxnSpMkLst>
            <pc:docMk/>
            <pc:sldMk cId="3640407049" sldId="382"/>
            <ac:cxnSpMk id="8" creationId="{392F3CE7-91AC-72D8-C095-349B5D728A2C}"/>
          </ac:cxnSpMkLst>
        </pc:cxnChg>
        <pc:cxnChg chg="add mod">
          <ac:chgData name="Sergio Daniel Ladino Delgado" userId="2583be0d34a50219" providerId="LiveId" clId="{9216CCCD-79C5-4B94-BFB8-329B8BF4AD03}" dt="2026-06-11T01:01:39.543" v="1411" actId="1076"/>
          <ac:cxnSpMkLst>
            <pc:docMk/>
            <pc:sldMk cId="3640407049" sldId="382"/>
            <ac:cxnSpMk id="10" creationId="{2849ADBF-76D7-9240-2487-44107F9B857A}"/>
          </ac:cxnSpMkLst>
        </pc:cxnChg>
        <pc:cxnChg chg="mod">
          <ac:chgData name="Sergio Daniel Ladino Delgado" userId="2583be0d34a50219" providerId="LiveId" clId="{9216CCCD-79C5-4B94-BFB8-329B8BF4AD03}" dt="2026-06-11T01:02:03.649" v="1418" actId="1076"/>
          <ac:cxnSpMkLst>
            <pc:docMk/>
            <pc:sldMk cId="3640407049" sldId="382"/>
            <ac:cxnSpMk id="13" creationId="{15382B41-2467-5CC2-8884-7679A1A5B548}"/>
          </ac:cxnSpMkLst>
        </pc:cxnChg>
        <pc:cxnChg chg="add mod">
          <ac:chgData name="Sergio Daniel Ladino Delgado" userId="2583be0d34a50219" providerId="LiveId" clId="{9216CCCD-79C5-4B94-BFB8-329B8BF4AD03}" dt="2026-06-11T02:08:04.656" v="1921" actId="1076"/>
          <ac:cxnSpMkLst>
            <pc:docMk/>
            <pc:sldMk cId="3640407049" sldId="382"/>
            <ac:cxnSpMk id="23" creationId="{57AD5880-335A-D4FF-DED0-639678C13806}"/>
          </ac:cxnSpMkLst>
        </pc:cxnChg>
        <pc:cxnChg chg="add mod">
          <ac:chgData name="Sergio Daniel Ladino Delgado" userId="2583be0d34a50219" providerId="LiveId" clId="{9216CCCD-79C5-4B94-BFB8-329B8BF4AD03}" dt="2026-06-11T01:03:13.366" v="1436" actId="14100"/>
          <ac:cxnSpMkLst>
            <pc:docMk/>
            <pc:sldMk cId="3640407049" sldId="382"/>
            <ac:cxnSpMk id="29" creationId="{D86744D6-EC39-FE18-8EB0-39453EC2CDFA}"/>
          </ac:cxnSpMkLst>
        </pc:cxnChg>
        <pc:cxnChg chg="add mod">
          <ac:chgData name="Sergio Daniel Ladino Delgado" userId="2583be0d34a50219" providerId="LiveId" clId="{9216CCCD-79C5-4B94-BFB8-329B8BF4AD03}" dt="2026-06-11T01:02:56.935" v="1433" actId="1076"/>
          <ac:cxnSpMkLst>
            <pc:docMk/>
            <pc:sldMk cId="3640407049" sldId="382"/>
            <ac:cxnSpMk id="30" creationId="{BA8EAEE3-3734-7048-90DA-9D235D8FD7EF}"/>
          </ac:cxnSpMkLst>
        </pc:cxnChg>
        <pc:cxnChg chg="add mod">
          <ac:chgData name="Sergio Daniel Ladino Delgado" userId="2583be0d34a50219" providerId="LiveId" clId="{9216CCCD-79C5-4B94-BFB8-329B8BF4AD03}" dt="2026-06-11T01:05:04.071" v="1464" actId="1076"/>
          <ac:cxnSpMkLst>
            <pc:docMk/>
            <pc:sldMk cId="3640407049" sldId="382"/>
            <ac:cxnSpMk id="33" creationId="{C59CB6B8-5966-C488-710A-C4755214AD7D}"/>
          </ac:cxnSpMkLst>
        </pc:cxnChg>
        <pc:cxnChg chg="add mod">
          <ac:chgData name="Sergio Daniel Ladino Delgado" userId="2583be0d34a50219" providerId="LiveId" clId="{9216CCCD-79C5-4B94-BFB8-329B8BF4AD03}" dt="2026-06-11T02:08:24.554" v="1922" actId="1076"/>
          <ac:cxnSpMkLst>
            <pc:docMk/>
            <pc:sldMk cId="3640407049" sldId="382"/>
            <ac:cxnSpMk id="39" creationId="{C8139E8A-048A-D45A-3297-9E1B8416DFB2}"/>
          </ac:cxnSpMkLst>
        </pc:cxnChg>
        <pc:cxnChg chg="add mod">
          <ac:chgData name="Sergio Daniel Ladino Delgado" userId="2583be0d34a50219" providerId="LiveId" clId="{9216CCCD-79C5-4B94-BFB8-329B8BF4AD03}" dt="2026-06-11T02:08:24.554" v="1922" actId="1076"/>
          <ac:cxnSpMkLst>
            <pc:docMk/>
            <pc:sldMk cId="3640407049" sldId="382"/>
            <ac:cxnSpMk id="42" creationId="{9A0057F6-E1C3-0D38-B732-F1A4B3D9385E}"/>
          </ac:cxnSpMkLst>
        </pc:cxnChg>
        <pc:cxnChg chg="add mod">
          <ac:chgData name="Sergio Daniel Ladino Delgado" userId="2583be0d34a50219" providerId="LiveId" clId="{9216CCCD-79C5-4B94-BFB8-329B8BF4AD03}" dt="2026-06-11T02:08:04.656" v="1921" actId="1076"/>
          <ac:cxnSpMkLst>
            <pc:docMk/>
            <pc:sldMk cId="3640407049" sldId="382"/>
            <ac:cxnSpMk id="46" creationId="{5D3762B5-8AA4-3634-2098-983452EF9218}"/>
          </ac:cxnSpMkLst>
        </pc:cxnChg>
        <pc:cxnChg chg="add mod">
          <ac:chgData name="Sergio Daniel Ladino Delgado" userId="2583be0d34a50219" providerId="LiveId" clId="{9216CCCD-79C5-4B94-BFB8-329B8BF4AD03}" dt="2026-06-11T02:08:04.656" v="1921" actId="1076"/>
          <ac:cxnSpMkLst>
            <pc:docMk/>
            <pc:sldMk cId="3640407049" sldId="382"/>
            <ac:cxnSpMk id="47" creationId="{FC25C61F-73AA-E03B-0AC6-804B0290B769}"/>
          </ac:cxnSpMkLst>
        </pc:cxnChg>
        <pc:cxnChg chg="add mod">
          <ac:chgData name="Sergio Daniel Ladino Delgado" userId="2583be0d34a50219" providerId="LiveId" clId="{9216CCCD-79C5-4B94-BFB8-329B8BF4AD03}" dt="2026-06-11T02:07:08.920" v="1911" actId="14100"/>
          <ac:cxnSpMkLst>
            <pc:docMk/>
            <pc:sldMk cId="3640407049" sldId="382"/>
            <ac:cxnSpMk id="49" creationId="{2275A8CC-0869-F319-875C-037057EF64FE}"/>
          </ac:cxnSpMkLst>
        </pc:cxnChg>
        <pc:cxnChg chg="add mod">
          <ac:chgData name="Sergio Daniel Ladino Delgado" userId="2583be0d34a50219" providerId="LiveId" clId="{9216CCCD-79C5-4B94-BFB8-329B8BF4AD03}" dt="2026-06-11T02:07:16.969" v="1912" actId="14100"/>
          <ac:cxnSpMkLst>
            <pc:docMk/>
            <pc:sldMk cId="3640407049" sldId="382"/>
            <ac:cxnSpMk id="50" creationId="{577F3C1E-2AF7-8D44-7208-3C083EC1DC98}"/>
          </ac:cxnSpMkLst>
        </pc:cxnChg>
        <pc:cxnChg chg="add mod">
          <ac:chgData name="Sergio Daniel Ladino Delgado" userId="2583be0d34a50219" providerId="LiveId" clId="{9216CCCD-79C5-4B94-BFB8-329B8BF4AD03}" dt="2026-06-11T02:07:20.303" v="1913" actId="14100"/>
          <ac:cxnSpMkLst>
            <pc:docMk/>
            <pc:sldMk cId="3640407049" sldId="382"/>
            <ac:cxnSpMk id="52" creationId="{642AE6B8-A3B4-467A-8640-850166AFB218}"/>
          </ac:cxnSpMkLst>
        </pc:cxnChg>
        <pc:cxnChg chg="add mod">
          <ac:chgData name="Sergio Daniel Ladino Delgado" userId="2583be0d34a50219" providerId="LiveId" clId="{9216CCCD-79C5-4B94-BFB8-329B8BF4AD03}" dt="2026-06-11T02:08:04.656" v="1921" actId="1076"/>
          <ac:cxnSpMkLst>
            <pc:docMk/>
            <pc:sldMk cId="3640407049" sldId="382"/>
            <ac:cxnSpMk id="58" creationId="{575B2503-43D2-D5FA-D337-1BEEE88B5480}"/>
          </ac:cxnSpMkLst>
        </pc:cxnChg>
        <pc:cxnChg chg="add mod">
          <ac:chgData name="Sergio Daniel Ladino Delgado" userId="2583be0d34a50219" providerId="LiveId" clId="{9216CCCD-79C5-4B94-BFB8-329B8BF4AD03}" dt="2026-06-11T02:07:25.906" v="1915" actId="14100"/>
          <ac:cxnSpMkLst>
            <pc:docMk/>
            <pc:sldMk cId="3640407049" sldId="382"/>
            <ac:cxnSpMk id="59" creationId="{3DB104F2-2D89-9CF2-C6A3-A437BB3ECD77}"/>
          </ac:cxnSpMkLst>
        </pc:cxnChg>
        <pc:cxnChg chg="add mod">
          <ac:chgData name="Sergio Daniel Ladino Delgado" userId="2583be0d34a50219" providerId="LiveId" clId="{9216CCCD-79C5-4B94-BFB8-329B8BF4AD03}" dt="2026-06-11T02:08:37.917" v="1925" actId="14100"/>
          <ac:cxnSpMkLst>
            <pc:docMk/>
            <pc:sldMk cId="3640407049" sldId="382"/>
            <ac:cxnSpMk id="72" creationId="{67274F06-C455-CE97-4DB5-8CEEA22BC9FA}"/>
          </ac:cxnSpMkLst>
        </pc:cxnChg>
      </pc:sldChg>
      <pc:sldChg chg="addSp delSp modSp add mod delAnim modAnim">
        <pc:chgData name="Sergio Daniel Ladino Delgado" userId="2583be0d34a50219" providerId="LiveId" clId="{9216CCCD-79C5-4B94-BFB8-329B8BF4AD03}" dt="2026-06-11T02:00:31.396" v="1805"/>
        <pc:sldMkLst>
          <pc:docMk/>
          <pc:sldMk cId="147756549" sldId="383"/>
        </pc:sldMkLst>
        <pc:spChg chg="mod">
          <ac:chgData name="Sergio Daniel Ladino Delgado" userId="2583be0d34a50219" providerId="LiveId" clId="{9216CCCD-79C5-4B94-BFB8-329B8BF4AD03}" dt="2026-06-11T01:43:57.652" v="1792" actId="1076"/>
          <ac:spMkLst>
            <pc:docMk/>
            <pc:sldMk cId="147756549" sldId="383"/>
            <ac:spMk id="11" creationId="{9486BD99-CB27-08A4-66CD-7A116C440D23}"/>
          </ac:spMkLst>
        </pc:spChg>
        <pc:spChg chg="add mod">
          <ac:chgData name="Sergio Daniel Ladino Delgado" userId="2583be0d34a50219" providerId="LiveId" clId="{9216CCCD-79C5-4B94-BFB8-329B8BF4AD03}" dt="2026-06-11T01:40:10.445" v="1756" actId="20577"/>
          <ac:spMkLst>
            <pc:docMk/>
            <pc:sldMk cId="147756549" sldId="383"/>
            <ac:spMk id="14" creationId="{82A2576E-BC86-C7D2-02A8-57C71F49C4E0}"/>
          </ac:spMkLst>
        </pc:spChg>
        <pc:spChg chg="add mod">
          <ac:chgData name="Sergio Daniel Ladino Delgado" userId="2583be0d34a50219" providerId="LiveId" clId="{9216CCCD-79C5-4B94-BFB8-329B8BF4AD03}" dt="2026-06-11T01:44:25.388" v="1798" actId="20577"/>
          <ac:spMkLst>
            <pc:docMk/>
            <pc:sldMk cId="147756549" sldId="383"/>
            <ac:spMk id="16" creationId="{99DE5E0B-22A2-98A8-9C26-D8CA90332E9B}"/>
          </ac:spMkLst>
        </pc:spChg>
        <pc:spChg chg="mod">
          <ac:chgData name="Sergio Daniel Ladino Delgado" userId="2583be0d34a50219" providerId="LiveId" clId="{9216CCCD-79C5-4B94-BFB8-329B8BF4AD03}" dt="2026-06-11T01:37:04.646" v="1734" actId="1076"/>
          <ac:spMkLst>
            <pc:docMk/>
            <pc:sldMk cId="147756549" sldId="383"/>
            <ac:spMk id="17" creationId="{E5EA197A-3145-B945-AB4B-D27AE7514936}"/>
          </ac:spMkLst>
        </pc:spChg>
        <pc:spChg chg="mod">
          <ac:chgData name="Sergio Daniel Ladino Delgado" userId="2583be0d34a50219" providerId="LiveId" clId="{9216CCCD-79C5-4B94-BFB8-329B8BF4AD03}" dt="2026-06-11T01:37:04.646" v="1734" actId="1076"/>
          <ac:spMkLst>
            <pc:docMk/>
            <pc:sldMk cId="147756549" sldId="383"/>
            <ac:spMk id="22" creationId="{90AEC0D0-7B15-FBE5-A99D-E63014ABD220}"/>
          </ac:spMkLst>
        </pc:spChg>
        <pc:spChg chg="mod">
          <ac:chgData name="Sergio Daniel Ladino Delgado" userId="2583be0d34a50219" providerId="LiveId" clId="{9216CCCD-79C5-4B94-BFB8-329B8BF4AD03}" dt="2026-06-11T01:37:04.646" v="1734" actId="1076"/>
          <ac:spMkLst>
            <pc:docMk/>
            <pc:sldMk cId="147756549" sldId="383"/>
            <ac:spMk id="35" creationId="{6225EB64-A494-10DA-4C8F-8728402FDC16}"/>
          </ac:spMkLst>
        </pc:spChg>
        <pc:spChg chg="mod">
          <ac:chgData name="Sergio Daniel Ladino Delgado" userId="2583be0d34a50219" providerId="LiveId" clId="{9216CCCD-79C5-4B94-BFB8-329B8BF4AD03}" dt="2026-06-11T01:37:04.646" v="1734" actId="1076"/>
          <ac:spMkLst>
            <pc:docMk/>
            <pc:sldMk cId="147756549" sldId="383"/>
            <ac:spMk id="36" creationId="{1027F173-0D9A-9D12-4D1D-1FB214D5816B}"/>
          </ac:spMkLst>
        </pc:spChg>
        <pc:spChg chg="mod">
          <ac:chgData name="Sergio Daniel Ladino Delgado" userId="2583be0d34a50219" providerId="LiveId" clId="{9216CCCD-79C5-4B94-BFB8-329B8BF4AD03}" dt="2026-06-11T01:37:04.646" v="1734" actId="1076"/>
          <ac:spMkLst>
            <pc:docMk/>
            <pc:sldMk cId="147756549" sldId="383"/>
            <ac:spMk id="60" creationId="{C7B499EA-480F-84E2-76E2-245076301D16}"/>
          </ac:spMkLst>
        </pc:spChg>
        <pc:spChg chg="mod">
          <ac:chgData name="Sergio Daniel Ladino Delgado" userId="2583be0d34a50219" providerId="LiveId" clId="{9216CCCD-79C5-4B94-BFB8-329B8BF4AD03}" dt="2026-06-11T01:37:04.646" v="1734" actId="1076"/>
          <ac:spMkLst>
            <pc:docMk/>
            <pc:sldMk cId="147756549" sldId="383"/>
            <ac:spMk id="61" creationId="{084BDF50-78D9-DCBA-D70C-EB9D7DBED4C5}"/>
          </ac:spMkLst>
        </pc:spChg>
        <pc:spChg chg="mod">
          <ac:chgData name="Sergio Daniel Ladino Delgado" userId="2583be0d34a50219" providerId="LiveId" clId="{9216CCCD-79C5-4B94-BFB8-329B8BF4AD03}" dt="2026-06-11T01:41:56.207" v="1785" actId="1076"/>
          <ac:spMkLst>
            <pc:docMk/>
            <pc:sldMk cId="147756549" sldId="383"/>
            <ac:spMk id="64" creationId="{8F38660D-63AA-AF78-10D7-11B0131C087F}"/>
          </ac:spMkLst>
        </pc:spChg>
        <pc:spChg chg="mod">
          <ac:chgData name="Sergio Daniel Ladino Delgado" userId="2583be0d34a50219" providerId="LiveId" clId="{9216CCCD-79C5-4B94-BFB8-329B8BF4AD03}" dt="2026-06-11T01:44:33.976" v="1799" actId="1076"/>
          <ac:spMkLst>
            <pc:docMk/>
            <pc:sldMk cId="147756549" sldId="383"/>
            <ac:spMk id="67" creationId="{8899D16E-E93A-F71B-F2E9-E97ACA13C16C}"/>
          </ac:spMkLst>
        </pc:spChg>
        <pc:spChg chg="mod">
          <ac:chgData name="Sergio Daniel Ladino Delgado" userId="2583be0d34a50219" providerId="LiveId" clId="{9216CCCD-79C5-4B94-BFB8-329B8BF4AD03}" dt="2026-06-11T01:42:01.736" v="1787" actId="1076"/>
          <ac:spMkLst>
            <pc:docMk/>
            <pc:sldMk cId="147756549" sldId="383"/>
            <ac:spMk id="68" creationId="{BDB74702-293B-3AF2-82B1-3FA8D790EFBA}"/>
          </ac:spMkLst>
        </pc:spChg>
        <pc:cxnChg chg="mod">
          <ac:chgData name="Sergio Daniel Ladino Delgado" userId="2583be0d34a50219" providerId="LiveId" clId="{9216CCCD-79C5-4B94-BFB8-329B8BF4AD03}" dt="2026-06-11T01:37:04.646" v="1734" actId="1076"/>
          <ac:cxnSpMkLst>
            <pc:docMk/>
            <pc:sldMk cId="147756549" sldId="383"/>
            <ac:cxnSpMk id="4" creationId="{D1E65A0C-039D-383A-3CA9-878F0DE60C87}"/>
          </ac:cxnSpMkLst>
        </pc:cxnChg>
        <pc:cxnChg chg="mod">
          <ac:chgData name="Sergio Daniel Ladino Delgado" userId="2583be0d34a50219" providerId="LiveId" clId="{9216CCCD-79C5-4B94-BFB8-329B8BF4AD03}" dt="2026-06-11T01:35:11.078" v="1720" actId="1076"/>
          <ac:cxnSpMkLst>
            <pc:docMk/>
            <pc:sldMk cId="147756549" sldId="383"/>
            <ac:cxnSpMk id="8" creationId="{D0E2477A-B065-1C4E-CB9F-836C2CE33DC7}"/>
          </ac:cxnSpMkLst>
        </pc:cxnChg>
        <pc:cxnChg chg="mod">
          <ac:chgData name="Sergio Daniel Ladino Delgado" userId="2583be0d34a50219" providerId="LiveId" clId="{9216CCCD-79C5-4B94-BFB8-329B8BF4AD03}" dt="2026-06-11T01:37:04.646" v="1734" actId="1076"/>
          <ac:cxnSpMkLst>
            <pc:docMk/>
            <pc:sldMk cId="147756549" sldId="383"/>
            <ac:cxnSpMk id="23" creationId="{E94AD491-8BDD-7BC4-7183-716DBFE10B9A}"/>
          </ac:cxnSpMkLst>
        </pc:cxnChg>
        <pc:cxnChg chg="mod">
          <ac:chgData name="Sergio Daniel Ladino Delgado" userId="2583be0d34a50219" providerId="LiveId" clId="{9216CCCD-79C5-4B94-BFB8-329B8BF4AD03}" dt="2026-06-11T01:37:04.646" v="1734" actId="1076"/>
          <ac:cxnSpMkLst>
            <pc:docMk/>
            <pc:sldMk cId="147756549" sldId="383"/>
            <ac:cxnSpMk id="46" creationId="{4DB5DA7A-447D-9004-BA26-FF9DFD6341E8}"/>
          </ac:cxnSpMkLst>
        </pc:cxnChg>
        <pc:cxnChg chg="mod">
          <ac:chgData name="Sergio Daniel Ladino Delgado" userId="2583be0d34a50219" providerId="LiveId" clId="{9216CCCD-79C5-4B94-BFB8-329B8BF4AD03}" dt="2026-06-11T01:35:36.601" v="1724" actId="14100"/>
          <ac:cxnSpMkLst>
            <pc:docMk/>
            <pc:sldMk cId="147756549" sldId="383"/>
            <ac:cxnSpMk id="49" creationId="{3DBA1A79-17B1-0208-D4C6-E5399577EE47}"/>
          </ac:cxnSpMkLst>
        </pc:cxnChg>
        <pc:cxnChg chg="mod">
          <ac:chgData name="Sergio Daniel Ladino Delgado" userId="2583be0d34a50219" providerId="LiveId" clId="{9216CCCD-79C5-4B94-BFB8-329B8BF4AD03}" dt="2026-06-11T01:36:16.978" v="1725" actId="14100"/>
          <ac:cxnSpMkLst>
            <pc:docMk/>
            <pc:sldMk cId="147756549" sldId="383"/>
            <ac:cxnSpMk id="50" creationId="{7B2DCF30-2485-6900-4FA7-6AF40DDA00F5}"/>
          </ac:cxnSpMkLst>
        </pc:cxnChg>
        <pc:cxnChg chg="mod">
          <ac:chgData name="Sergio Daniel Ladino Delgado" userId="2583be0d34a50219" providerId="LiveId" clId="{9216CCCD-79C5-4B94-BFB8-329B8BF4AD03}" dt="2026-06-11T01:36:27.229" v="1727" actId="14100"/>
          <ac:cxnSpMkLst>
            <pc:docMk/>
            <pc:sldMk cId="147756549" sldId="383"/>
            <ac:cxnSpMk id="52" creationId="{B36C9380-A72D-781B-C917-D45879793B2A}"/>
          </ac:cxnSpMkLst>
        </pc:cxnChg>
        <pc:cxnChg chg="mod">
          <ac:chgData name="Sergio Daniel Ladino Delgado" userId="2583be0d34a50219" providerId="LiveId" clId="{9216CCCD-79C5-4B94-BFB8-329B8BF4AD03}" dt="2026-06-11T01:36:32.450" v="1728" actId="14100"/>
          <ac:cxnSpMkLst>
            <pc:docMk/>
            <pc:sldMk cId="147756549" sldId="383"/>
            <ac:cxnSpMk id="58" creationId="{A297ACB0-2C4F-F298-113C-2D3482908947}"/>
          </ac:cxnSpMkLst>
        </pc:cxnChg>
      </pc:sldChg>
      <pc:sldChg chg="modSp add mod ord">
        <pc:chgData name="Sergio Daniel Ladino Delgado" userId="2583be0d34a50219" providerId="LiveId" clId="{9216CCCD-79C5-4B94-BFB8-329B8BF4AD03}" dt="2026-06-11T02:01:02.901" v="1837" actId="1076"/>
        <pc:sldMkLst>
          <pc:docMk/>
          <pc:sldMk cId="279682673" sldId="384"/>
        </pc:sldMkLst>
        <pc:spChg chg="mod">
          <ac:chgData name="Sergio Daniel Ladino Delgado" userId="2583be0d34a50219" providerId="LiveId" clId="{9216CCCD-79C5-4B94-BFB8-329B8BF4AD03}" dt="2026-06-11T02:01:02.901" v="1837" actId="1076"/>
          <ac:spMkLst>
            <pc:docMk/>
            <pc:sldMk cId="279682673" sldId="384"/>
            <ac:spMk id="11" creationId="{ECC2AEC2-36E7-E943-B091-35CD0B24597E}"/>
          </ac:spMkLst>
        </pc:spChg>
      </pc:sldChg>
      <pc:sldChg chg="addSp delSp modSp add mod ord">
        <pc:chgData name="Sergio Daniel Ladino Delgado" userId="2583be0d34a50219" providerId="LiveId" clId="{9216CCCD-79C5-4B94-BFB8-329B8BF4AD03}" dt="2026-06-11T02:10:02.271" v="1942" actId="1076"/>
        <pc:sldMkLst>
          <pc:docMk/>
          <pc:sldMk cId="442161663" sldId="385"/>
        </pc:sldMkLst>
        <pc:spChg chg="add mod">
          <ac:chgData name="Sergio Daniel Ladino Delgado" userId="2583be0d34a50219" providerId="LiveId" clId="{9216CCCD-79C5-4B94-BFB8-329B8BF4AD03}" dt="2026-06-11T02:09:50.301" v="1941" actId="1076"/>
          <ac:spMkLst>
            <pc:docMk/>
            <pc:sldMk cId="442161663" sldId="385"/>
            <ac:spMk id="15" creationId="{5B29C29F-F4B9-E0A6-5F25-99A93EE68A9F}"/>
          </ac:spMkLst>
        </pc:spChg>
        <pc:spChg chg="mod">
          <ac:chgData name="Sergio Daniel Ladino Delgado" userId="2583be0d34a50219" providerId="LiveId" clId="{9216CCCD-79C5-4B94-BFB8-329B8BF4AD03}" dt="2026-06-11T02:10:02.271" v="1942" actId="1076"/>
          <ac:spMkLst>
            <pc:docMk/>
            <pc:sldMk cId="442161663" sldId="385"/>
            <ac:spMk id="62" creationId="{C6004BE0-6FF9-2438-48E5-BE208735E7C3}"/>
          </ac:spMkLst>
        </pc:spChg>
        <pc:spChg chg="mod">
          <ac:chgData name="Sergio Daniel Ladino Delgado" userId="2583be0d34a50219" providerId="LiveId" clId="{9216CCCD-79C5-4B94-BFB8-329B8BF4AD03}" dt="2026-06-11T02:10:02.271" v="1942" actId="1076"/>
          <ac:spMkLst>
            <pc:docMk/>
            <pc:sldMk cId="442161663" sldId="385"/>
            <ac:spMk id="63" creationId="{B7325B37-CB85-6A7A-5354-C14FDA25874F}"/>
          </ac:spMkLst>
        </pc:spChg>
        <pc:spChg chg="mod">
          <ac:chgData name="Sergio Daniel Ladino Delgado" userId="2583be0d34a50219" providerId="LiveId" clId="{9216CCCD-79C5-4B94-BFB8-329B8BF4AD03}" dt="2026-06-11T02:10:02.271" v="1942" actId="1076"/>
          <ac:spMkLst>
            <pc:docMk/>
            <pc:sldMk cId="442161663" sldId="385"/>
            <ac:spMk id="64" creationId="{FBE7195C-7D12-502F-7820-F8DFD2A13B11}"/>
          </ac:spMkLst>
        </pc:spChg>
        <pc:spChg chg="mod">
          <ac:chgData name="Sergio Daniel Ladino Delgado" userId="2583be0d34a50219" providerId="LiveId" clId="{9216CCCD-79C5-4B94-BFB8-329B8BF4AD03}" dt="2026-06-11T02:10:02.271" v="1942" actId="1076"/>
          <ac:spMkLst>
            <pc:docMk/>
            <pc:sldMk cId="442161663" sldId="385"/>
            <ac:spMk id="67" creationId="{F082435C-0199-D48E-F23D-04A1B0E9CBAB}"/>
          </ac:spMkLst>
        </pc:spChg>
        <pc:spChg chg="mod">
          <ac:chgData name="Sergio Daniel Ladino Delgado" userId="2583be0d34a50219" providerId="LiveId" clId="{9216CCCD-79C5-4B94-BFB8-329B8BF4AD03}" dt="2026-06-11T02:10:02.271" v="1942" actId="1076"/>
          <ac:spMkLst>
            <pc:docMk/>
            <pc:sldMk cId="442161663" sldId="385"/>
            <ac:spMk id="68" creationId="{8096D21A-0DED-D30F-9CA2-A6BD19DF090C}"/>
          </ac:spMkLst>
        </pc:spChg>
      </pc:sldChg>
      <pc:sldChg chg="addSp delSp modSp add mod addAnim delAnim modAnim">
        <pc:chgData name="Sergio Daniel Ladino Delgado" userId="2583be0d34a50219" providerId="LiveId" clId="{9216CCCD-79C5-4B94-BFB8-329B8BF4AD03}" dt="2026-06-11T02:39:46.227" v="2149" actId="1076"/>
        <pc:sldMkLst>
          <pc:docMk/>
          <pc:sldMk cId="3252643872" sldId="386"/>
        </pc:sldMkLst>
        <pc:spChg chg="add mod">
          <ac:chgData name="Sergio Daniel Ladino Delgado" userId="2583be0d34a50219" providerId="LiveId" clId="{9216CCCD-79C5-4B94-BFB8-329B8BF4AD03}" dt="2026-06-11T02:39:38.991" v="2147" actId="1076"/>
          <ac:spMkLst>
            <pc:docMk/>
            <pc:sldMk cId="3252643872" sldId="386"/>
            <ac:spMk id="14" creationId="{EA150D4F-82F5-9708-490D-AF140CA29FFC}"/>
          </ac:spMkLst>
        </pc:spChg>
        <pc:spChg chg="add mod">
          <ac:chgData name="Sergio Daniel Ladino Delgado" userId="2583be0d34a50219" providerId="LiveId" clId="{9216CCCD-79C5-4B94-BFB8-329B8BF4AD03}" dt="2026-06-11T02:26:08.328" v="2054" actId="1076"/>
          <ac:spMkLst>
            <pc:docMk/>
            <pc:sldMk cId="3252643872" sldId="386"/>
            <ac:spMk id="16" creationId="{6BA4832A-F3B0-1C03-6B9A-31781675D79A}"/>
          </ac:spMkLst>
        </pc:spChg>
        <pc:spChg chg="mod">
          <ac:chgData name="Sergio Daniel Ladino Delgado" userId="2583be0d34a50219" providerId="LiveId" clId="{9216CCCD-79C5-4B94-BFB8-329B8BF4AD03}" dt="2026-06-11T02:23:49.601" v="2010" actId="1076"/>
          <ac:spMkLst>
            <pc:docMk/>
            <pc:sldMk cId="3252643872" sldId="386"/>
            <ac:spMk id="17" creationId="{5B19062F-FE45-991E-87E5-35B5912F0973}"/>
          </ac:spMkLst>
        </pc:spChg>
        <pc:spChg chg="add mod">
          <ac:chgData name="Sergio Daniel Ladino Delgado" userId="2583be0d34a50219" providerId="LiveId" clId="{9216CCCD-79C5-4B94-BFB8-329B8BF4AD03}" dt="2026-06-11T02:39:38.991" v="2147" actId="1076"/>
          <ac:spMkLst>
            <pc:docMk/>
            <pc:sldMk cId="3252643872" sldId="386"/>
            <ac:spMk id="18" creationId="{1A422476-AD26-9D19-B5E4-813EE3EB6478}"/>
          </ac:spMkLst>
        </pc:spChg>
        <pc:spChg chg="add mod">
          <ac:chgData name="Sergio Daniel Ladino Delgado" userId="2583be0d34a50219" providerId="LiveId" clId="{9216CCCD-79C5-4B94-BFB8-329B8BF4AD03}" dt="2026-06-11T02:39:38.991" v="2147" actId="1076"/>
          <ac:spMkLst>
            <pc:docMk/>
            <pc:sldMk cId="3252643872" sldId="386"/>
            <ac:spMk id="20" creationId="{A8C8DEE1-8F20-25E8-D838-67A4D1AAA2BF}"/>
          </ac:spMkLst>
        </pc:spChg>
        <pc:spChg chg="add mod">
          <ac:chgData name="Sergio Daniel Ladino Delgado" userId="2583be0d34a50219" providerId="LiveId" clId="{9216CCCD-79C5-4B94-BFB8-329B8BF4AD03}" dt="2026-06-11T02:39:38.991" v="2147" actId="1076"/>
          <ac:spMkLst>
            <pc:docMk/>
            <pc:sldMk cId="3252643872" sldId="386"/>
            <ac:spMk id="21" creationId="{D5DA8298-EC62-C2EA-F3EA-8ED4B7B82689}"/>
          </ac:spMkLst>
        </pc:spChg>
        <pc:spChg chg="mod">
          <ac:chgData name="Sergio Daniel Ladino Delgado" userId="2583be0d34a50219" providerId="LiveId" clId="{9216CCCD-79C5-4B94-BFB8-329B8BF4AD03}" dt="2026-06-11T02:23:49.601" v="2010" actId="1076"/>
          <ac:spMkLst>
            <pc:docMk/>
            <pc:sldMk cId="3252643872" sldId="386"/>
            <ac:spMk id="22" creationId="{83A9D5D8-1512-FC1A-F447-9F694D2541B9}"/>
          </ac:spMkLst>
        </pc:spChg>
        <pc:spChg chg="add mod">
          <ac:chgData name="Sergio Daniel Ladino Delgado" userId="2583be0d34a50219" providerId="LiveId" clId="{9216CCCD-79C5-4B94-BFB8-329B8BF4AD03}" dt="2026-06-11T02:39:42.860" v="2148" actId="1076"/>
          <ac:spMkLst>
            <pc:docMk/>
            <pc:sldMk cId="3252643872" sldId="386"/>
            <ac:spMk id="24" creationId="{7685C6D3-1C85-F8A6-FD96-2B9F4D2C2C66}"/>
          </ac:spMkLst>
        </pc:spChg>
        <pc:spChg chg="add mod">
          <ac:chgData name="Sergio Daniel Ladino Delgado" userId="2583be0d34a50219" providerId="LiveId" clId="{9216CCCD-79C5-4B94-BFB8-329B8BF4AD03}" dt="2026-06-11T02:39:46.227" v="2149" actId="1076"/>
          <ac:spMkLst>
            <pc:docMk/>
            <pc:sldMk cId="3252643872" sldId="386"/>
            <ac:spMk id="25" creationId="{F72E4332-7F23-A3C8-1715-99AD3AF2CB41}"/>
          </ac:spMkLst>
        </pc:spChg>
        <pc:spChg chg="mod">
          <ac:chgData name="Sergio Daniel Ladino Delgado" userId="2583be0d34a50219" providerId="LiveId" clId="{9216CCCD-79C5-4B94-BFB8-329B8BF4AD03}" dt="2026-06-11T02:23:49.601" v="2010" actId="1076"/>
          <ac:spMkLst>
            <pc:docMk/>
            <pc:sldMk cId="3252643872" sldId="386"/>
            <ac:spMk id="35" creationId="{B7A33D0B-1909-2EA5-3E3F-9502056B3036}"/>
          </ac:spMkLst>
        </pc:spChg>
        <pc:spChg chg="mod">
          <ac:chgData name="Sergio Daniel Ladino Delgado" userId="2583be0d34a50219" providerId="LiveId" clId="{9216CCCD-79C5-4B94-BFB8-329B8BF4AD03}" dt="2026-06-11T02:23:49.601" v="2010" actId="1076"/>
          <ac:spMkLst>
            <pc:docMk/>
            <pc:sldMk cId="3252643872" sldId="386"/>
            <ac:spMk id="36" creationId="{2B1B0DFD-3587-0B05-1723-8A906E71FFE8}"/>
          </ac:spMkLst>
        </pc:spChg>
        <pc:spChg chg="mod">
          <ac:chgData name="Sergio Daniel Ladino Delgado" userId="2583be0d34a50219" providerId="LiveId" clId="{9216CCCD-79C5-4B94-BFB8-329B8BF4AD03}" dt="2026-06-11T02:23:28.383" v="2008" actId="164"/>
          <ac:spMkLst>
            <pc:docMk/>
            <pc:sldMk cId="3252643872" sldId="386"/>
            <ac:spMk id="37" creationId="{119B06DE-A292-8195-F4E9-BD29573C3F57}"/>
          </ac:spMkLst>
        </pc:spChg>
        <pc:spChg chg="mod">
          <ac:chgData name="Sergio Daniel Ladino Delgado" userId="2583be0d34a50219" providerId="LiveId" clId="{9216CCCD-79C5-4B94-BFB8-329B8BF4AD03}" dt="2026-06-11T02:23:28.383" v="2008" actId="164"/>
          <ac:spMkLst>
            <pc:docMk/>
            <pc:sldMk cId="3252643872" sldId="386"/>
            <ac:spMk id="38" creationId="{EE1E542B-EA36-D862-2B82-63B9C68E71E0}"/>
          </ac:spMkLst>
        </pc:spChg>
        <pc:spChg chg="mod">
          <ac:chgData name="Sergio Daniel Ladino Delgado" userId="2583be0d34a50219" providerId="LiveId" clId="{9216CCCD-79C5-4B94-BFB8-329B8BF4AD03}" dt="2026-06-11T02:23:28.383" v="2008" actId="164"/>
          <ac:spMkLst>
            <pc:docMk/>
            <pc:sldMk cId="3252643872" sldId="386"/>
            <ac:spMk id="41" creationId="{BC6B85A9-CF59-0C00-71EE-D51173AE3A54}"/>
          </ac:spMkLst>
        </pc:spChg>
        <pc:spChg chg="mod">
          <ac:chgData name="Sergio Daniel Ladino Delgado" userId="2583be0d34a50219" providerId="LiveId" clId="{9216CCCD-79C5-4B94-BFB8-329B8BF4AD03}" dt="2026-06-11T02:23:28.383" v="2008" actId="164"/>
          <ac:spMkLst>
            <pc:docMk/>
            <pc:sldMk cId="3252643872" sldId="386"/>
            <ac:spMk id="44" creationId="{1AFA9FBD-4F0A-2636-07B5-42A5DE85D55F}"/>
          </ac:spMkLst>
        </pc:spChg>
        <pc:spChg chg="mod">
          <ac:chgData name="Sergio Daniel Ladino Delgado" userId="2583be0d34a50219" providerId="LiveId" clId="{9216CCCD-79C5-4B94-BFB8-329B8BF4AD03}" dt="2026-06-11T02:23:49.601" v="2010" actId="1076"/>
          <ac:spMkLst>
            <pc:docMk/>
            <pc:sldMk cId="3252643872" sldId="386"/>
            <ac:spMk id="60" creationId="{2A53DC76-5F04-4F82-0472-A411793F7DC1}"/>
          </ac:spMkLst>
        </pc:spChg>
        <pc:spChg chg="mod">
          <ac:chgData name="Sergio Daniel Ladino Delgado" userId="2583be0d34a50219" providerId="LiveId" clId="{9216CCCD-79C5-4B94-BFB8-329B8BF4AD03}" dt="2026-06-11T02:23:28.383" v="2008" actId="164"/>
          <ac:spMkLst>
            <pc:docMk/>
            <pc:sldMk cId="3252643872" sldId="386"/>
            <ac:spMk id="69" creationId="{26D884E4-E5C2-3C43-CC7A-6D383F844006}"/>
          </ac:spMkLst>
        </pc:spChg>
        <pc:spChg chg="mod">
          <ac:chgData name="Sergio Daniel Ladino Delgado" userId="2583be0d34a50219" providerId="LiveId" clId="{9216CCCD-79C5-4B94-BFB8-329B8BF4AD03}" dt="2026-06-11T02:23:28.383" v="2008" actId="164"/>
          <ac:spMkLst>
            <pc:docMk/>
            <pc:sldMk cId="3252643872" sldId="386"/>
            <ac:spMk id="70" creationId="{A3E6813A-53E5-9822-5FCF-A9EF2AC00602}"/>
          </ac:spMkLst>
        </pc:spChg>
        <pc:spChg chg="mod">
          <ac:chgData name="Sergio Daniel Ladino Delgado" userId="2583be0d34a50219" providerId="LiveId" clId="{9216CCCD-79C5-4B94-BFB8-329B8BF4AD03}" dt="2026-06-11T02:23:28.383" v="2008" actId="164"/>
          <ac:spMkLst>
            <pc:docMk/>
            <pc:sldMk cId="3252643872" sldId="386"/>
            <ac:spMk id="74" creationId="{0F8259A6-3FEC-AA33-1EFA-C55D932A220C}"/>
          </ac:spMkLst>
        </pc:spChg>
        <pc:spChg chg="mod">
          <ac:chgData name="Sergio Daniel Ladino Delgado" userId="2583be0d34a50219" providerId="LiveId" clId="{9216CCCD-79C5-4B94-BFB8-329B8BF4AD03}" dt="2026-06-11T02:23:49.601" v="2010" actId="1076"/>
          <ac:spMkLst>
            <pc:docMk/>
            <pc:sldMk cId="3252643872" sldId="386"/>
            <ac:spMk id="76" creationId="{423F049A-DF92-59EE-FB44-2A5FD3034D91}"/>
          </ac:spMkLst>
        </pc:spChg>
        <pc:spChg chg="mod">
          <ac:chgData name="Sergio Daniel Ladino Delgado" userId="2583be0d34a50219" providerId="LiveId" clId="{9216CCCD-79C5-4B94-BFB8-329B8BF4AD03}" dt="2026-06-11T02:23:49.601" v="2010" actId="1076"/>
          <ac:spMkLst>
            <pc:docMk/>
            <pc:sldMk cId="3252643872" sldId="386"/>
            <ac:spMk id="78" creationId="{BB870365-5685-2A0D-B0BC-5F26DED4C414}"/>
          </ac:spMkLst>
        </pc:spChg>
        <pc:spChg chg="mod">
          <ac:chgData name="Sergio Daniel Ladino Delgado" userId="2583be0d34a50219" providerId="LiveId" clId="{9216CCCD-79C5-4B94-BFB8-329B8BF4AD03}" dt="2026-06-11T02:23:49.601" v="2010" actId="1076"/>
          <ac:spMkLst>
            <pc:docMk/>
            <pc:sldMk cId="3252643872" sldId="386"/>
            <ac:spMk id="79" creationId="{E6717EFA-DADF-5145-D706-D2F0B7DC4D4E}"/>
          </ac:spMkLst>
        </pc:spChg>
        <pc:grpChg chg="add mod">
          <ac:chgData name="Sergio Daniel Ladino Delgado" userId="2583be0d34a50219" providerId="LiveId" clId="{9216CCCD-79C5-4B94-BFB8-329B8BF4AD03}" dt="2026-06-11T02:23:31.727" v="2009" actId="1076"/>
          <ac:grpSpMkLst>
            <pc:docMk/>
            <pc:sldMk cId="3252643872" sldId="386"/>
            <ac:grpSpMk id="6" creationId="{14486E76-DAAC-0023-4F39-43D0C9986ECF}"/>
          </ac:grpSpMkLst>
        </pc:grpChg>
        <pc:cxnChg chg="mod">
          <ac:chgData name="Sergio Daniel Ladino Delgado" userId="2583be0d34a50219" providerId="LiveId" clId="{9216CCCD-79C5-4B94-BFB8-329B8BF4AD03}" dt="2026-06-11T02:23:49.601" v="2010" actId="1076"/>
          <ac:cxnSpMkLst>
            <pc:docMk/>
            <pc:sldMk cId="3252643872" sldId="386"/>
            <ac:cxnSpMk id="13" creationId="{AA9EA0A5-94E2-9A23-2EB4-50C60C197B08}"/>
          </ac:cxnSpMkLst>
        </pc:cxnChg>
        <pc:cxnChg chg="mod">
          <ac:chgData name="Sergio Daniel Ladino Delgado" userId="2583be0d34a50219" providerId="LiveId" clId="{9216CCCD-79C5-4B94-BFB8-329B8BF4AD03}" dt="2026-06-11T02:23:28.383" v="2008" actId="164"/>
          <ac:cxnSpMkLst>
            <pc:docMk/>
            <pc:sldMk cId="3252643872" sldId="386"/>
            <ac:cxnSpMk id="39" creationId="{2CCF9434-E000-7DC5-707D-46022829A806}"/>
          </ac:cxnSpMkLst>
        </pc:cxnChg>
        <pc:cxnChg chg="mod">
          <ac:chgData name="Sergio Daniel Ladino Delgado" userId="2583be0d34a50219" providerId="LiveId" clId="{9216CCCD-79C5-4B94-BFB8-329B8BF4AD03}" dt="2026-06-11T02:23:28.383" v="2008" actId="164"/>
          <ac:cxnSpMkLst>
            <pc:docMk/>
            <pc:sldMk cId="3252643872" sldId="386"/>
            <ac:cxnSpMk id="42" creationId="{0C0A68D5-ED96-E8FF-32B2-93B53AA3718A}"/>
          </ac:cxnSpMkLst>
        </pc:cxnChg>
        <pc:cxnChg chg="mod">
          <ac:chgData name="Sergio Daniel Ladino Delgado" userId="2583be0d34a50219" providerId="LiveId" clId="{9216CCCD-79C5-4B94-BFB8-329B8BF4AD03}" dt="2026-06-11T02:23:22.866" v="2007" actId="1076"/>
          <ac:cxnSpMkLst>
            <pc:docMk/>
            <pc:sldMk cId="3252643872" sldId="386"/>
            <ac:cxnSpMk id="72" creationId="{C3098D7A-5ED3-E486-1A7D-EE827C1F2ACE}"/>
          </ac:cxnSpMkLst>
        </pc:cxnChg>
      </pc:sldChg>
      <pc:sldChg chg="delSp modSp add mod delAnim">
        <pc:chgData name="Sergio Daniel Ladino Delgado" userId="2583be0d34a50219" providerId="LiveId" clId="{9216CCCD-79C5-4B94-BFB8-329B8BF4AD03}" dt="2026-06-11T02:45:44.202" v="2197" actId="1076"/>
        <pc:sldMkLst>
          <pc:docMk/>
          <pc:sldMk cId="1789413702" sldId="387"/>
        </pc:sldMkLst>
        <pc:spChg chg="mod">
          <ac:chgData name="Sergio Daniel Ladino Delgado" userId="2583be0d34a50219" providerId="LiveId" clId="{9216CCCD-79C5-4B94-BFB8-329B8BF4AD03}" dt="2026-06-11T02:40:53.701" v="2170" actId="1076"/>
          <ac:spMkLst>
            <pc:docMk/>
            <pc:sldMk cId="1789413702" sldId="387"/>
            <ac:spMk id="2" creationId="{4E452EEC-6606-038F-AA38-9066FAA2F96F}"/>
          </ac:spMkLst>
        </pc:spChg>
        <pc:spChg chg="mod">
          <ac:chgData name="Sergio Daniel Ladino Delgado" userId="2583be0d34a50219" providerId="LiveId" clId="{9216CCCD-79C5-4B94-BFB8-329B8BF4AD03}" dt="2026-06-11T02:40:41.978" v="2166" actId="20577"/>
          <ac:spMkLst>
            <pc:docMk/>
            <pc:sldMk cId="1789413702" sldId="387"/>
            <ac:spMk id="9" creationId="{34FC5863-2E8E-13D5-D3E1-B13A2FE02A2A}"/>
          </ac:spMkLst>
        </pc:spChg>
        <pc:spChg chg="mod">
          <ac:chgData name="Sergio Daniel Ladino Delgado" userId="2583be0d34a50219" providerId="LiveId" clId="{9216CCCD-79C5-4B94-BFB8-329B8BF4AD03}" dt="2026-06-11T02:45:44.202" v="2197" actId="1076"/>
          <ac:spMkLst>
            <pc:docMk/>
            <pc:sldMk cId="1789413702" sldId="387"/>
            <ac:spMk id="35" creationId="{5BA58CA7-3186-120C-BF0D-FCDB9B5295E7}"/>
          </ac:spMkLst>
        </pc:spChg>
        <pc:spChg chg="mod">
          <ac:chgData name="Sergio Daniel Ladino Delgado" userId="2583be0d34a50219" providerId="LiveId" clId="{9216CCCD-79C5-4B94-BFB8-329B8BF4AD03}" dt="2026-06-11T02:45:44.202" v="2197" actId="1076"/>
          <ac:spMkLst>
            <pc:docMk/>
            <pc:sldMk cId="1789413702" sldId="387"/>
            <ac:spMk id="36" creationId="{112FC24A-845F-DE09-2502-5790200D3AE8}"/>
          </ac:spMkLst>
        </pc:spChg>
        <pc:spChg chg="mod">
          <ac:chgData name="Sergio Daniel Ladino Delgado" userId="2583be0d34a50219" providerId="LiveId" clId="{9216CCCD-79C5-4B94-BFB8-329B8BF4AD03}" dt="2026-06-11T02:45:44.202" v="2197" actId="1076"/>
          <ac:spMkLst>
            <pc:docMk/>
            <pc:sldMk cId="1789413702" sldId="387"/>
            <ac:spMk id="60" creationId="{3F949ABD-7EF6-04EC-7EA2-679BC0DE6CD8}"/>
          </ac:spMkLst>
        </pc:spChg>
        <pc:spChg chg="mod">
          <ac:chgData name="Sergio Daniel Ladino Delgado" userId="2583be0d34a50219" providerId="LiveId" clId="{9216CCCD-79C5-4B94-BFB8-329B8BF4AD03}" dt="2026-06-11T02:45:44.202" v="2197" actId="1076"/>
          <ac:spMkLst>
            <pc:docMk/>
            <pc:sldMk cId="1789413702" sldId="387"/>
            <ac:spMk id="76" creationId="{78331755-42F7-CA50-F464-535F7553B987}"/>
          </ac:spMkLst>
        </pc:spChg>
        <pc:spChg chg="mod">
          <ac:chgData name="Sergio Daniel Ladino Delgado" userId="2583be0d34a50219" providerId="LiveId" clId="{9216CCCD-79C5-4B94-BFB8-329B8BF4AD03}" dt="2026-06-11T02:45:44.202" v="2197" actId="1076"/>
          <ac:spMkLst>
            <pc:docMk/>
            <pc:sldMk cId="1789413702" sldId="387"/>
            <ac:spMk id="78" creationId="{8079FBDC-CDDE-530D-3DFF-F92AD2DF8C7C}"/>
          </ac:spMkLst>
        </pc:spChg>
        <pc:spChg chg="mod">
          <ac:chgData name="Sergio Daniel Ladino Delgado" userId="2583be0d34a50219" providerId="LiveId" clId="{9216CCCD-79C5-4B94-BFB8-329B8BF4AD03}" dt="2026-06-11T02:45:44.202" v="2197" actId="1076"/>
          <ac:spMkLst>
            <pc:docMk/>
            <pc:sldMk cId="1789413702" sldId="387"/>
            <ac:spMk id="79" creationId="{2C856003-107F-EB72-88B5-5E9CC3FD64B3}"/>
          </ac:spMkLst>
        </pc:spChg>
        <pc:cxnChg chg="mod">
          <ac:chgData name="Sergio Daniel Ladino Delgado" userId="2583be0d34a50219" providerId="LiveId" clId="{9216CCCD-79C5-4B94-BFB8-329B8BF4AD03}" dt="2026-06-11T02:45:44.202" v="2197" actId="1076"/>
          <ac:cxnSpMkLst>
            <pc:docMk/>
            <pc:sldMk cId="1789413702" sldId="387"/>
            <ac:cxnSpMk id="12" creationId="{139DF9B7-2D01-B153-76EE-7CB137248F1F}"/>
          </ac:cxnSpMkLst>
        </pc:cxnChg>
        <pc:cxnChg chg="mod">
          <ac:chgData name="Sergio Daniel Ladino Delgado" userId="2583be0d34a50219" providerId="LiveId" clId="{9216CCCD-79C5-4B94-BFB8-329B8BF4AD03}" dt="2026-06-11T02:45:44.202" v="2197" actId="1076"/>
          <ac:cxnSpMkLst>
            <pc:docMk/>
            <pc:sldMk cId="1789413702" sldId="387"/>
            <ac:cxnSpMk id="46" creationId="{E90A78B0-A712-676C-9416-C2325B83B5C6}"/>
          </ac:cxnSpMkLst>
        </pc:cxnChg>
        <pc:cxnChg chg="mod">
          <ac:chgData name="Sergio Daniel Ladino Delgado" userId="2583be0d34a50219" providerId="LiveId" clId="{9216CCCD-79C5-4B94-BFB8-329B8BF4AD03}" dt="2026-06-11T02:41:57.793" v="2189" actId="1076"/>
          <ac:cxnSpMkLst>
            <pc:docMk/>
            <pc:sldMk cId="1789413702" sldId="387"/>
            <ac:cxnSpMk id="47" creationId="{7496E24A-7D97-C88F-27BB-004B2E256C95}"/>
          </ac:cxnSpMkLst>
        </pc:cxnChg>
        <pc:cxnChg chg="mod">
          <ac:chgData name="Sergio Daniel Ladino Delgado" userId="2583be0d34a50219" providerId="LiveId" clId="{9216CCCD-79C5-4B94-BFB8-329B8BF4AD03}" dt="2026-06-11T02:41:57.793" v="2189" actId="1076"/>
          <ac:cxnSpMkLst>
            <pc:docMk/>
            <pc:sldMk cId="1789413702" sldId="387"/>
            <ac:cxnSpMk id="49" creationId="{C16A65D7-58A6-FC9D-690B-D9CF020B9AE3}"/>
          </ac:cxnSpMkLst>
        </pc:cxnChg>
        <pc:cxnChg chg="mod">
          <ac:chgData name="Sergio Daniel Ladino Delgado" userId="2583be0d34a50219" providerId="LiveId" clId="{9216CCCD-79C5-4B94-BFB8-329B8BF4AD03}" dt="2026-06-11T02:45:44.202" v="2197" actId="1076"/>
          <ac:cxnSpMkLst>
            <pc:docMk/>
            <pc:sldMk cId="1789413702" sldId="387"/>
            <ac:cxnSpMk id="50" creationId="{AE042F55-FD5D-C618-74A0-9ECCBF7F1889}"/>
          </ac:cxnSpMkLst>
        </pc:cxnChg>
        <pc:cxnChg chg="mod">
          <ac:chgData name="Sergio Daniel Ladino Delgado" userId="2583be0d34a50219" providerId="LiveId" clId="{9216CCCD-79C5-4B94-BFB8-329B8BF4AD03}" dt="2026-06-11T02:45:44.202" v="2197" actId="1076"/>
          <ac:cxnSpMkLst>
            <pc:docMk/>
            <pc:sldMk cId="1789413702" sldId="387"/>
            <ac:cxnSpMk id="52" creationId="{920A3A50-AC23-16D8-F98E-2085F0D383A2}"/>
          </ac:cxnSpMkLst>
        </pc:cxnChg>
        <pc:cxnChg chg="mod">
          <ac:chgData name="Sergio Daniel Ladino Delgado" userId="2583be0d34a50219" providerId="LiveId" clId="{9216CCCD-79C5-4B94-BFB8-329B8BF4AD03}" dt="2026-06-11T02:41:57.793" v="2189" actId="1076"/>
          <ac:cxnSpMkLst>
            <pc:docMk/>
            <pc:sldMk cId="1789413702" sldId="387"/>
            <ac:cxnSpMk id="58" creationId="{839D94F7-3FC7-D979-B0FD-9C7F7A458F83}"/>
          </ac:cxnSpMkLst>
        </pc:cxnChg>
        <pc:cxnChg chg="mod">
          <ac:chgData name="Sergio Daniel Ladino Delgado" userId="2583be0d34a50219" providerId="LiveId" clId="{9216CCCD-79C5-4B94-BFB8-329B8BF4AD03}" dt="2026-06-11T02:41:57.793" v="2189" actId="1076"/>
          <ac:cxnSpMkLst>
            <pc:docMk/>
            <pc:sldMk cId="1789413702" sldId="387"/>
            <ac:cxnSpMk id="59" creationId="{615E7E63-2055-5CA2-596F-AA979B150168}"/>
          </ac:cxnSpMkLst>
        </pc:cxnChg>
      </pc:sldChg>
      <pc:sldChg chg="addSp delSp modSp add mod delAnim modAnim">
        <pc:chgData name="Sergio Daniel Ladino Delgado" userId="2583be0d34a50219" providerId="LiveId" clId="{9216CCCD-79C5-4B94-BFB8-329B8BF4AD03}" dt="2026-06-11T02:52:55.457" v="2309" actId="6549"/>
        <pc:sldMkLst>
          <pc:docMk/>
          <pc:sldMk cId="3971785286" sldId="388"/>
        </pc:sldMkLst>
        <pc:spChg chg="mod">
          <ac:chgData name="Sergio Daniel Ladino Delgado" userId="2583be0d34a50219" providerId="LiveId" clId="{9216CCCD-79C5-4B94-BFB8-329B8BF4AD03}" dt="2026-06-11T02:52:55.457" v="2309" actId="6549"/>
          <ac:spMkLst>
            <pc:docMk/>
            <pc:sldMk cId="3971785286" sldId="388"/>
            <ac:spMk id="9" creationId="{40559AD8-F873-3124-7D45-ED9CBC528CD5}"/>
          </ac:spMkLst>
        </pc:spChg>
        <pc:spChg chg="mod">
          <ac:chgData name="Sergio Daniel Ladino Delgado" userId="2583be0d34a50219" providerId="LiveId" clId="{9216CCCD-79C5-4B94-BFB8-329B8BF4AD03}" dt="2026-06-11T02:49:30.164" v="2269" actId="6549"/>
          <ac:spMkLst>
            <pc:docMk/>
            <pc:sldMk cId="3971785286" sldId="388"/>
            <ac:spMk id="17" creationId="{0F1B20AC-6DC8-B333-F77F-8BDFEA00716F}"/>
          </ac:spMkLst>
        </pc:spChg>
      </pc:sldChg>
      <pc:sldChg chg="modSp add mod ord">
        <pc:chgData name="Sergio Daniel Ladino Delgado" userId="2583be0d34a50219" providerId="LiveId" clId="{9216CCCD-79C5-4B94-BFB8-329B8BF4AD03}" dt="2026-06-11T02:49:48.452" v="2283" actId="20577"/>
        <pc:sldMkLst>
          <pc:docMk/>
          <pc:sldMk cId="1412760322" sldId="389"/>
        </pc:sldMkLst>
        <pc:spChg chg="mod">
          <ac:chgData name="Sergio Daniel Ladino Delgado" userId="2583be0d34a50219" providerId="LiveId" clId="{9216CCCD-79C5-4B94-BFB8-329B8BF4AD03}" dt="2026-06-11T02:49:48.452" v="2283" actId="20577"/>
          <ac:spMkLst>
            <pc:docMk/>
            <pc:sldMk cId="1412760322" sldId="389"/>
            <ac:spMk id="11" creationId="{3EFE0EF2-23BC-8AF8-0888-3ACAE75DD3EC}"/>
          </ac:spMkLst>
        </pc:spChg>
      </pc:sldChg>
      <pc:sldChg chg="addSp delSp modSp add mod ord modAnim">
        <pc:chgData name="Sergio Daniel Ladino Delgado" userId="2583be0d34a50219" providerId="LiveId" clId="{9216CCCD-79C5-4B94-BFB8-329B8BF4AD03}" dt="2026-06-11T23:36:38.433" v="2467" actId="1076"/>
        <pc:sldMkLst>
          <pc:docMk/>
          <pc:sldMk cId="2461712430" sldId="390"/>
        </pc:sldMkLst>
        <pc:spChg chg="mod">
          <ac:chgData name="Sergio Daniel Ladino Delgado" userId="2583be0d34a50219" providerId="LiveId" clId="{9216CCCD-79C5-4B94-BFB8-329B8BF4AD03}" dt="2026-06-11T02:53:53.219" v="2333" actId="164"/>
          <ac:spMkLst>
            <pc:docMk/>
            <pc:sldMk cId="2461712430" sldId="390"/>
            <ac:spMk id="7" creationId="{19774F2D-01F8-C839-1602-DCFC53906278}"/>
          </ac:spMkLst>
        </pc:spChg>
        <pc:spChg chg="mod">
          <ac:chgData name="Sergio Daniel Ladino Delgado" userId="2583be0d34a50219" providerId="LiveId" clId="{9216CCCD-79C5-4B94-BFB8-329B8BF4AD03}" dt="2026-06-11T23:13:39.578" v="2392" actId="403"/>
          <ac:spMkLst>
            <pc:docMk/>
            <pc:sldMk cId="2461712430" sldId="390"/>
            <ac:spMk id="8" creationId="{D21F030A-42CE-57F1-4C80-0EA0AC938993}"/>
          </ac:spMkLst>
        </pc:spChg>
        <pc:spChg chg="mod">
          <ac:chgData name="Sergio Daniel Ladino Delgado" userId="2583be0d34a50219" providerId="LiveId" clId="{9216CCCD-79C5-4B94-BFB8-329B8BF4AD03}" dt="2026-06-11T02:53:09.683" v="2325" actId="20577"/>
          <ac:spMkLst>
            <pc:docMk/>
            <pc:sldMk cId="2461712430" sldId="390"/>
            <ac:spMk id="9" creationId="{6ECA4D73-9953-69B7-B2FF-8C0DD86A8735}"/>
          </ac:spMkLst>
        </pc:spChg>
        <pc:spChg chg="mod">
          <ac:chgData name="Sergio Daniel Ladino Delgado" userId="2583be0d34a50219" providerId="LiveId" clId="{9216CCCD-79C5-4B94-BFB8-329B8BF4AD03}" dt="2026-06-11T02:54:09.665" v="2338" actId="165"/>
          <ac:spMkLst>
            <pc:docMk/>
            <pc:sldMk cId="2461712430" sldId="390"/>
            <ac:spMk id="12" creationId="{A9CFDFBF-031D-E40F-7DFA-0059904CDF1C}"/>
          </ac:spMkLst>
        </pc:spChg>
        <pc:spChg chg="mod">
          <ac:chgData name="Sergio Daniel Ladino Delgado" userId="2583be0d34a50219" providerId="LiveId" clId="{9216CCCD-79C5-4B94-BFB8-329B8BF4AD03}" dt="2026-06-11T02:53:43.818" v="2330"/>
          <ac:spMkLst>
            <pc:docMk/>
            <pc:sldMk cId="2461712430" sldId="390"/>
            <ac:spMk id="15" creationId="{708FC8E5-6E56-D626-1110-BF1122F06EF8}"/>
          </ac:spMkLst>
        </pc:spChg>
        <pc:spChg chg="mod">
          <ac:chgData name="Sergio Daniel Ladino Delgado" userId="2583be0d34a50219" providerId="LiveId" clId="{9216CCCD-79C5-4B94-BFB8-329B8BF4AD03}" dt="2026-06-11T23:32:00.414" v="2418" actId="20577"/>
          <ac:spMkLst>
            <pc:docMk/>
            <pc:sldMk cId="2461712430" sldId="390"/>
            <ac:spMk id="17" creationId="{E71DA6E1-26D7-9C47-4B8F-2555631A9942}"/>
          </ac:spMkLst>
        </pc:spChg>
        <pc:spChg chg="mod">
          <ac:chgData name="Sergio Daniel Ladino Delgado" userId="2583be0d34a50219" providerId="LiveId" clId="{9216CCCD-79C5-4B94-BFB8-329B8BF4AD03}" dt="2026-06-11T02:54:09.665" v="2338" actId="165"/>
          <ac:spMkLst>
            <pc:docMk/>
            <pc:sldMk cId="2461712430" sldId="390"/>
            <ac:spMk id="19" creationId="{C20FF8E1-1C21-517A-1CB0-8D0ABEB84EE4}"/>
          </ac:spMkLst>
        </pc:spChg>
        <pc:spChg chg="add mod">
          <ac:chgData name="Sergio Daniel Ladino Delgado" userId="2583be0d34a50219" providerId="LiveId" clId="{9216CCCD-79C5-4B94-BFB8-329B8BF4AD03}" dt="2026-06-11T23:11:19.382" v="2377" actId="1076"/>
          <ac:spMkLst>
            <pc:docMk/>
            <pc:sldMk cId="2461712430" sldId="390"/>
            <ac:spMk id="26" creationId="{18196660-176A-F0C5-B83A-E0CEF4313A56}"/>
          </ac:spMkLst>
        </pc:spChg>
        <pc:spChg chg="add mod">
          <ac:chgData name="Sergio Daniel Ladino Delgado" userId="2583be0d34a50219" providerId="LiveId" clId="{9216CCCD-79C5-4B94-BFB8-329B8BF4AD03}" dt="2026-06-11T23:27:31.578" v="2409" actId="14100"/>
          <ac:spMkLst>
            <pc:docMk/>
            <pc:sldMk cId="2461712430" sldId="390"/>
            <ac:spMk id="31" creationId="{2A3FF56F-929D-CF97-121A-B1770E0AC036}"/>
          </ac:spMkLst>
        </pc:spChg>
        <pc:spChg chg="add mod">
          <ac:chgData name="Sergio Daniel Ladino Delgado" userId="2583be0d34a50219" providerId="LiveId" clId="{9216CCCD-79C5-4B94-BFB8-329B8BF4AD03}" dt="2026-06-11T23:14:31.817" v="2407" actId="20577"/>
          <ac:spMkLst>
            <pc:docMk/>
            <pc:sldMk cId="2461712430" sldId="390"/>
            <ac:spMk id="32" creationId="{27B21F51-6FFA-F285-F3B3-5A44AE6ED81F}"/>
          </ac:spMkLst>
        </pc:spChg>
        <pc:spChg chg="mod topLvl">
          <ac:chgData name="Sergio Daniel Ladino Delgado" userId="2583be0d34a50219" providerId="LiveId" clId="{9216CCCD-79C5-4B94-BFB8-329B8BF4AD03}" dt="2026-06-11T23:11:25.144" v="2378" actId="14100"/>
          <ac:spMkLst>
            <pc:docMk/>
            <pc:sldMk cId="2461712430" sldId="390"/>
            <ac:spMk id="33" creationId="{1B228624-ED08-CD61-F6FE-B822089B80C2}"/>
          </ac:spMkLst>
        </pc:spChg>
        <pc:spChg chg="mod">
          <ac:chgData name="Sergio Daniel Ladino Delgado" userId="2583be0d34a50219" providerId="LiveId" clId="{9216CCCD-79C5-4B94-BFB8-329B8BF4AD03}" dt="2026-06-11T02:54:09.665" v="2338" actId="165"/>
          <ac:spMkLst>
            <pc:docMk/>
            <pc:sldMk cId="2461712430" sldId="390"/>
            <ac:spMk id="35" creationId="{5DA910F8-E158-BF87-079C-EEF1A6A8388B}"/>
          </ac:spMkLst>
        </pc:spChg>
        <pc:spChg chg="mod">
          <ac:chgData name="Sergio Daniel Ladino Delgado" userId="2583be0d34a50219" providerId="LiveId" clId="{9216CCCD-79C5-4B94-BFB8-329B8BF4AD03}" dt="2026-06-11T02:53:43.818" v="2330"/>
          <ac:spMkLst>
            <pc:docMk/>
            <pc:sldMk cId="2461712430" sldId="390"/>
            <ac:spMk id="47" creationId="{B45FF7DA-3214-9AA2-83F7-2EF9C5AF85AF}"/>
          </ac:spMkLst>
        </pc:spChg>
        <pc:spChg chg="mod">
          <ac:chgData name="Sergio Daniel Ladino Delgado" userId="2583be0d34a50219" providerId="LiveId" clId="{9216CCCD-79C5-4B94-BFB8-329B8BF4AD03}" dt="2026-06-11T02:53:43.818" v="2330"/>
          <ac:spMkLst>
            <pc:docMk/>
            <pc:sldMk cId="2461712430" sldId="390"/>
            <ac:spMk id="50" creationId="{1A617469-0C1D-7749-3A29-1730654F6582}"/>
          </ac:spMkLst>
        </pc:spChg>
        <pc:spChg chg="mod">
          <ac:chgData name="Sergio Daniel Ladino Delgado" userId="2583be0d34a50219" providerId="LiveId" clId="{9216CCCD-79C5-4B94-BFB8-329B8BF4AD03}" dt="2026-06-11T02:54:09.665" v="2338" actId="165"/>
          <ac:spMkLst>
            <pc:docMk/>
            <pc:sldMk cId="2461712430" sldId="390"/>
            <ac:spMk id="61" creationId="{A80A93BC-7672-57D9-365C-AF257621DF04}"/>
          </ac:spMkLst>
        </pc:spChg>
        <pc:spChg chg="mod">
          <ac:chgData name="Sergio Daniel Ladino Delgado" userId="2583be0d34a50219" providerId="LiveId" clId="{9216CCCD-79C5-4B94-BFB8-329B8BF4AD03}" dt="2026-06-11T23:13:32.309" v="2387" actId="404"/>
          <ac:spMkLst>
            <pc:docMk/>
            <pc:sldMk cId="2461712430" sldId="390"/>
            <ac:spMk id="62" creationId="{128ED677-71A2-4B8D-FD84-5BE1F4EE9FE6}"/>
          </ac:spMkLst>
        </pc:spChg>
        <pc:spChg chg="mod">
          <ac:chgData name="Sergio Daniel Ladino Delgado" userId="2583be0d34a50219" providerId="LiveId" clId="{9216CCCD-79C5-4B94-BFB8-329B8BF4AD03}" dt="2026-06-11T02:53:43.818" v="2330"/>
          <ac:spMkLst>
            <pc:docMk/>
            <pc:sldMk cId="2461712430" sldId="390"/>
            <ac:spMk id="67" creationId="{3FA65334-42FC-FE1C-6DC9-B0EB7742F5E4}"/>
          </ac:spMkLst>
        </pc:spChg>
        <pc:spChg chg="mod topLvl">
          <ac:chgData name="Sergio Daniel Ladino Delgado" userId="2583be0d34a50219" providerId="LiveId" clId="{9216CCCD-79C5-4B94-BFB8-329B8BF4AD03}" dt="2026-06-11T23:07:38.724" v="2348" actId="165"/>
          <ac:spMkLst>
            <pc:docMk/>
            <pc:sldMk cId="2461712430" sldId="390"/>
            <ac:spMk id="71" creationId="{B8349692-AE48-EA6A-EE37-001EFDF5B36E}"/>
          </ac:spMkLst>
        </pc:spChg>
        <pc:spChg chg="mod topLvl">
          <ac:chgData name="Sergio Daniel Ladino Delgado" userId="2583be0d34a50219" providerId="LiveId" clId="{9216CCCD-79C5-4B94-BFB8-329B8BF4AD03}" dt="2026-06-11T23:07:38.724" v="2348" actId="165"/>
          <ac:spMkLst>
            <pc:docMk/>
            <pc:sldMk cId="2461712430" sldId="390"/>
            <ac:spMk id="72" creationId="{3E20C401-D10C-AB3F-BA27-007ABAE2D71C}"/>
          </ac:spMkLst>
        </pc:spChg>
        <pc:spChg chg="mod">
          <ac:chgData name="Sergio Daniel Ladino Delgado" userId="2583be0d34a50219" providerId="LiveId" clId="{9216CCCD-79C5-4B94-BFB8-329B8BF4AD03}" dt="2026-06-11T02:54:09.665" v="2338" actId="165"/>
          <ac:spMkLst>
            <pc:docMk/>
            <pc:sldMk cId="2461712430" sldId="390"/>
            <ac:spMk id="73" creationId="{7963B0C4-52D9-3D0B-6B6A-FEE0ED3511D8}"/>
          </ac:spMkLst>
        </pc:spChg>
        <pc:spChg chg="mod topLvl">
          <ac:chgData name="Sergio Daniel Ladino Delgado" userId="2583be0d34a50219" providerId="LiveId" clId="{9216CCCD-79C5-4B94-BFB8-329B8BF4AD03}" dt="2026-06-11T23:07:38.724" v="2348" actId="165"/>
          <ac:spMkLst>
            <pc:docMk/>
            <pc:sldMk cId="2461712430" sldId="390"/>
            <ac:spMk id="74" creationId="{7A1F19A4-94AB-6FA4-83C3-00CE26257601}"/>
          </ac:spMkLst>
        </pc:spChg>
        <pc:spChg chg="mod">
          <ac:chgData name="Sergio Daniel Ladino Delgado" userId="2583be0d34a50219" providerId="LiveId" clId="{9216CCCD-79C5-4B94-BFB8-329B8BF4AD03}" dt="2026-06-11T02:54:09.665" v="2338" actId="165"/>
          <ac:spMkLst>
            <pc:docMk/>
            <pc:sldMk cId="2461712430" sldId="390"/>
            <ac:spMk id="79" creationId="{6050CF5F-1C36-212B-ADD3-A7472523DFCD}"/>
          </ac:spMkLst>
        </pc:spChg>
        <pc:spChg chg="mod topLvl">
          <ac:chgData name="Sergio Daniel Ladino Delgado" userId="2583be0d34a50219" providerId="LiveId" clId="{9216CCCD-79C5-4B94-BFB8-329B8BF4AD03}" dt="2026-06-11T23:07:38.724" v="2348" actId="165"/>
          <ac:spMkLst>
            <pc:docMk/>
            <pc:sldMk cId="2461712430" sldId="390"/>
            <ac:spMk id="83" creationId="{5604C0F2-731C-B96D-CE68-F6DB33FB80F2}"/>
          </ac:spMkLst>
        </pc:spChg>
        <pc:spChg chg="mod">
          <ac:chgData name="Sergio Daniel Ladino Delgado" userId="2583be0d34a50219" providerId="LiveId" clId="{9216CCCD-79C5-4B94-BFB8-329B8BF4AD03}" dt="2026-06-11T02:53:43.818" v="2330"/>
          <ac:spMkLst>
            <pc:docMk/>
            <pc:sldMk cId="2461712430" sldId="390"/>
            <ac:spMk id="87" creationId="{06363F94-8AC9-664B-A9B2-7EF2B1A1C2FF}"/>
          </ac:spMkLst>
        </pc:spChg>
        <pc:spChg chg="mod topLvl">
          <ac:chgData name="Sergio Daniel Ladino Delgado" userId="2583be0d34a50219" providerId="LiveId" clId="{9216CCCD-79C5-4B94-BFB8-329B8BF4AD03}" dt="2026-06-11T23:07:38.724" v="2348" actId="165"/>
          <ac:spMkLst>
            <pc:docMk/>
            <pc:sldMk cId="2461712430" sldId="390"/>
            <ac:spMk id="92" creationId="{8009F609-4D26-BB7A-1A8B-7D12AF631DA8}"/>
          </ac:spMkLst>
        </pc:spChg>
        <pc:spChg chg="mod topLvl">
          <ac:chgData name="Sergio Daniel Ladino Delgado" userId="2583be0d34a50219" providerId="LiveId" clId="{9216CCCD-79C5-4B94-BFB8-329B8BF4AD03}" dt="2026-06-11T23:07:38.724" v="2348" actId="165"/>
          <ac:spMkLst>
            <pc:docMk/>
            <pc:sldMk cId="2461712430" sldId="390"/>
            <ac:spMk id="96" creationId="{5E043ED9-D131-0E00-71B1-75E951D3FEAA}"/>
          </ac:spMkLst>
        </pc:spChg>
        <pc:spChg chg="mod">
          <ac:chgData name="Sergio Daniel Ladino Delgado" userId="2583be0d34a50219" providerId="LiveId" clId="{9216CCCD-79C5-4B94-BFB8-329B8BF4AD03}" dt="2026-06-11T02:53:43.818" v="2330"/>
          <ac:spMkLst>
            <pc:docMk/>
            <pc:sldMk cId="2461712430" sldId="390"/>
            <ac:spMk id="97" creationId="{0CD8A180-AF41-A06F-E7B6-7592B5484BC6}"/>
          </ac:spMkLst>
        </pc:spChg>
        <pc:spChg chg="mod">
          <ac:chgData name="Sergio Daniel Ladino Delgado" userId="2583be0d34a50219" providerId="LiveId" clId="{9216CCCD-79C5-4B94-BFB8-329B8BF4AD03}" dt="2026-06-11T02:54:09.665" v="2338" actId="165"/>
          <ac:spMkLst>
            <pc:docMk/>
            <pc:sldMk cId="2461712430" sldId="390"/>
            <ac:spMk id="98" creationId="{EAD17136-4C4E-5787-1529-683FCCE454C5}"/>
          </ac:spMkLst>
        </pc:spChg>
        <pc:spChg chg="mod topLvl">
          <ac:chgData name="Sergio Daniel Ladino Delgado" userId="2583be0d34a50219" providerId="LiveId" clId="{9216CCCD-79C5-4B94-BFB8-329B8BF4AD03}" dt="2026-06-11T23:07:38.724" v="2348" actId="165"/>
          <ac:spMkLst>
            <pc:docMk/>
            <pc:sldMk cId="2461712430" sldId="390"/>
            <ac:spMk id="99" creationId="{B8749876-0949-A8C8-0978-2FCD44BD5073}"/>
          </ac:spMkLst>
        </pc:spChg>
        <pc:spChg chg="mod">
          <ac:chgData name="Sergio Daniel Ladino Delgado" userId="2583be0d34a50219" providerId="LiveId" clId="{9216CCCD-79C5-4B94-BFB8-329B8BF4AD03}" dt="2026-06-11T02:54:09.665" v="2338" actId="165"/>
          <ac:spMkLst>
            <pc:docMk/>
            <pc:sldMk cId="2461712430" sldId="390"/>
            <ac:spMk id="100" creationId="{06105040-4C32-3431-DD93-3C764D39DDCA}"/>
          </ac:spMkLst>
        </pc:spChg>
        <pc:spChg chg="mod topLvl">
          <ac:chgData name="Sergio Daniel Ladino Delgado" userId="2583be0d34a50219" providerId="LiveId" clId="{9216CCCD-79C5-4B94-BFB8-329B8BF4AD03}" dt="2026-06-11T23:07:38.724" v="2348" actId="165"/>
          <ac:spMkLst>
            <pc:docMk/>
            <pc:sldMk cId="2461712430" sldId="390"/>
            <ac:spMk id="103" creationId="{7E477C28-4F9C-F496-2F8F-B12A5079568B}"/>
          </ac:spMkLst>
        </pc:spChg>
        <pc:spChg chg="mod topLvl">
          <ac:chgData name="Sergio Daniel Ladino Delgado" userId="2583be0d34a50219" providerId="LiveId" clId="{9216CCCD-79C5-4B94-BFB8-329B8BF4AD03}" dt="2026-06-11T23:07:38.724" v="2348" actId="165"/>
          <ac:spMkLst>
            <pc:docMk/>
            <pc:sldMk cId="2461712430" sldId="390"/>
            <ac:spMk id="106" creationId="{2F7E65EB-C8F3-96F5-14BC-9E86CBD448E9}"/>
          </ac:spMkLst>
        </pc:spChg>
        <pc:spChg chg="mod">
          <ac:chgData name="Sergio Daniel Ladino Delgado" userId="2583be0d34a50219" providerId="LiveId" clId="{9216CCCD-79C5-4B94-BFB8-329B8BF4AD03}" dt="2026-06-11T02:54:09.665" v="2338" actId="165"/>
          <ac:spMkLst>
            <pc:docMk/>
            <pc:sldMk cId="2461712430" sldId="390"/>
            <ac:spMk id="109" creationId="{FC5D9C8D-FE28-747D-B1CA-63AFFCF81A20}"/>
          </ac:spMkLst>
        </pc:spChg>
        <pc:spChg chg="mod topLvl">
          <ac:chgData name="Sergio Daniel Ladino Delgado" userId="2583be0d34a50219" providerId="LiveId" clId="{9216CCCD-79C5-4B94-BFB8-329B8BF4AD03}" dt="2026-06-11T23:07:38.724" v="2348" actId="165"/>
          <ac:spMkLst>
            <pc:docMk/>
            <pc:sldMk cId="2461712430" sldId="390"/>
            <ac:spMk id="111" creationId="{7F9CE9B9-1A90-A94E-3B33-1E0A9FD3B773}"/>
          </ac:spMkLst>
        </pc:spChg>
        <pc:spChg chg="add mod">
          <ac:chgData name="Sergio Daniel Ladino Delgado" userId="2583be0d34a50219" providerId="LiveId" clId="{9216CCCD-79C5-4B94-BFB8-329B8BF4AD03}" dt="2026-06-11T23:27:51.057" v="2413" actId="1076"/>
          <ac:spMkLst>
            <pc:docMk/>
            <pc:sldMk cId="2461712430" sldId="390"/>
            <ac:spMk id="113" creationId="{CB69F8C4-9F2B-DB20-2187-A3A9288CACF4}"/>
          </ac:spMkLst>
        </pc:spChg>
        <pc:spChg chg="add mod">
          <ac:chgData name="Sergio Daniel Ladino Delgado" userId="2583be0d34a50219" providerId="LiveId" clId="{9216CCCD-79C5-4B94-BFB8-329B8BF4AD03}" dt="2026-06-11T23:33:38.678" v="2435" actId="1076"/>
          <ac:spMkLst>
            <pc:docMk/>
            <pc:sldMk cId="2461712430" sldId="390"/>
            <ac:spMk id="114" creationId="{CAF92065-DAEE-5070-B96F-7C9D68A76579}"/>
          </ac:spMkLst>
        </pc:spChg>
        <pc:spChg chg="add mod">
          <ac:chgData name="Sergio Daniel Ladino Delgado" userId="2583be0d34a50219" providerId="LiveId" clId="{9216CCCD-79C5-4B94-BFB8-329B8BF4AD03}" dt="2026-06-11T23:36:38.433" v="2467" actId="1076"/>
          <ac:spMkLst>
            <pc:docMk/>
            <pc:sldMk cId="2461712430" sldId="390"/>
            <ac:spMk id="115" creationId="{BDBBD43F-A4C9-8A44-B4F5-55BB95BA0CA3}"/>
          </ac:spMkLst>
        </pc:spChg>
        <pc:grpChg chg="mod">
          <ac:chgData name="Sergio Daniel Ladino Delgado" userId="2583be0d34a50219" providerId="LiveId" clId="{9216CCCD-79C5-4B94-BFB8-329B8BF4AD03}" dt="2026-06-11T02:53:53.219" v="2333" actId="164"/>
          <ac:grpSpMkLst>
            <pc:docMk/>
            <pc:sldMk cId="2461712430" sldId="390"/>
            <ac:grpSpMk id="10" creationId="{2AEAB352-C801-2597-3A49-4ECF55D790BE}"/>
          </ac:grpSpMkLst>
        </pc:grpChg>
        <pc:grpChg chg="add del mod">
          <ac:chgData name="Sergio Daniel Ladino Delgado" userId="2583be0d34a50219" providerId="LiveId" clId="{9216CCCD-79C5-4B94-BFB8-329B8BF4AD03}" dt="2026-06-11T23:07:56.491" v="2354" actId="14100"/>
          <ac:grpSpMkLst>
            <pc:docMk/>
            <pc:sldMk cId="2461712430" sldId="390"/>
            <ac:grpSpMk id="34" creationId="{932C1942-A93D-518D-A3A2-FC5A9561752A}"/>
          </ac:grpSpMkLst>
        </pc:grpChg>
        <pc:cxnChg chg="add">
          <ac:chgData name="Sergio Daniel Ladino Delgado" userId="2583be0d34a50219" providerId="LiveId" clId="{9216CCCD-79C5-4B94-BFB8-329B8BF4AD03}" dt="2026-06-11T23:08:33.748" v="2359" actId="11529"/>
          <ac:cxnSpMkLst>
            <pc:docMk/>
            <pc:sldMk cId="2461712430" sldId="390"/>
            <ac:cxnSpMk id="6" creationId="{18F99B2B-A8EC-8E02-93AF-AF6C5401FE7E}"/>
          </ac:cxnSpMkLst>
        </pc:cxnChg>
        <pc:cxnChg chg="add mod">
          <ac:chgData name="Sergio Daniel Ladino Delgado" userId="2583be0d34a50219" providerId="LiveId" clId="{9216CCCD-79C5-4B94-BFB8-329B8BF4AD03}" dt="2026-06-11T23:08:39.548" v="2361" actId="1076"/>
          <ac:cxnSpMkLst>
            <pc:docMk/>
            <pc:sldMk cId="2461712430" sldId="390"/>
            <ac:cxnSpMk id="23" creationId="{271B5367-7B04-6905-CEE2-BDF330BB29F7}"/>
          </ac:cxnSpMkLst>
        </pc:cxnChg>
        <pc:cxnChg chg="add mod">
          <ac:chgData name="Sergio Daniel Ladino Delgado" userId="2583be0d34a50219" providerId="LiveId" clId="{9216CCCD-79C5-4B94-BFB8-329B8BF4AD03}" dt="2026-06-11T23:13:58.465" v="2395" actId="14100"/>
          <ac:cxnSpMkLst>
            <pc:docMk/>
            <pc:sldMk cId="2461712430" sldId="390"/>
            <ac:cxnSpMk id="27" creationId="{D9A9C141-AB71-9BB2-A4BD-97D9F834095C}"/>
          </ac:cxnSpMkLst>
        </pc:cxnChg>
        <pc:cxnChg chg="add mod">
          <ac:chgData name="Sergio Daniel Ladino Delgado" userId="2583be0d34a50219" providerId="LiveId" clId="{9216CCCD-79C5-4B94-BFB8-329B8BF4AD03}" dt="2026-06-11T23:14:09.942" v="2400" actId="14100"/>
          <ac:cxnSpMkLst>
            <pc:docMk/>
            <pc:sldMk cId="2461712430" sldId="390"/>
            <ac:cxnSpMk id="29" creationId="{74FBAEC0-FBE7-BAB0-71E3-6B07DA15A7A9}"/>
          </ac:cxnSpMkLst>
        </pc:cxnChg>
      </pc:sldChg>
      <pc:sldChg chg="addSp delSp modSp add mod delAnim">
        <pc:chgData name="Sergio Daniel Ladino Delgado" userId="2583be0d34a50219" providerId="LiveId" clId="{9216CCCD-79C5-4B94-BFB8-329B8BF4AD03}" dt="2026-06-12T00:29:36.838" v="2514" actId="1076"/>
        <pc:sldMkLst>
          <pc:docMk/>
          <pc:sldMk cId="1167899837" sldId="391"/>
        </pc:sldMkLst>
        <pc:spChg chg="del mod topLvl">
          <ac:chgData name="Sergio Daniel Ladino Delgado" userId="2583be0d34a50219" providerId="LiveId" clId="{9216CCCD-79C5-4B94-BFB8-329B8BF4AD03}" dt="2026-06-12T00:04:24.698" v="2485" actId="478"/>
          <ac:spMkLst>
            <pc:docMk/>
            <pc:sldMk cId="1167899837" sldId="391"/>
            <ac:spMk id="24" creationId="{FE410A6E-ECF1-D86E-4A72-E4AD674E7232}"/>
          </ac:spMkLst>
        </pc:spChg>
        <pc:spChg chg="del mod topLvl">
          <ac:chgData name="Sergio Daniel Ladino Delgado" userId="2583be0d34a50219" providerId="LiveId" clId="{9216CCCD-79C5-4B94-BFB8-329B8BF4AD03}" dt="2026-06-12T00:04:24.698" v="2485" actId="478"/>
          <ac:spMkLst>
            <pc:docMk/>
            <pc:sldMk cId="1167899837" sldId="391"/>
            <ac:spMk id="25" creationId="{ACB79F3B-08A0-5E52-D016-359577F03764}"/>
          </ac:spMkLst>
        </pc:spChg>
        <pc:spChg chg="mod">
          <ac:chgData name="Sergio Daniel Ladino Delgado" userId="2583be0d34a50219" providerId="LiveId" clId="{9216CCCD-79C5-4B94-BFB8-329B8BF4AD03}" dt="2026-06-11T23:57:52.610" v="2472" actId="1076"/>
          <ac:spMkLst>
            <pc:docMk/>
            <pc:sldMk cId="1167899837" sldId="391"/>
            <ac:spMk id="26" creationId="{3853C2A5-2175-18B9-98C1-6FBCA7BD2329}"/>
          </ac:spMkLst>
        </pc:spChg>
        <pc:spChg chg="mod">
          <ac:chgData name="Sergio Daniel Ladino Delgado" userId="2583be0d34a50219" providerId="LiveId" clId="{9216CCCD-79C5-4B94-BFB8-329B8BF4AD03}" dt="2026-06-12T00:04:46.963" v="2490" actId="1076"/>
          <ac:spMkLst>
            <pc:docMk/>
            <pc:sldMk cId="1167899837" sldId="391"/>
            <ac:spMk id="31" creationId="{13DD2B4B-F595-5A99-7DEC-6D4B16B054D9}"/>
          </ac:spMkLst>
        </pc:spChg>
        <pc:spChg chg="mod">
          <ac:chgData name="Sergio Daniel Ladino Delgado" userId="2583be0d34a50219" providerId="LiveId" clId="{9216CCCD-79C5-4B94-BFB8-329B8BF4AD03}" dt="2026-06-12T00:04:46.963" v="2490" actId="1076"/>
          <ac:spMkLst>
            <pc:docMk/>
            <pc:sldMk cId="1167899837" sldId="391"/>
            <ac:spMk id="32" creationId="{1FF34768-14CD-A39E-74C1-D9FD33D53FE9}"/>
          </ac:spMkLst>
        </pc:spChg>
        <pc:spChg chg="mod topLvl">
          <ac:chgData name="Sergio Daniel Ladino Delgado" userId="2583be0d34a50219" providerId="LiveId" clId="{9216CCCD-79C5-4B94-BFB8-329B8BF4AD03}" dt="2026-06-12T00:04:31.495" v="2486" actId="164"/>
          <ac:spMkLst>
            <pc:docMk/>
            <pc:sldMk cId="1167899837" sldId="391"/>
            <ac:spMk id="36" creationId="{00D5DF6C-C4E1-90E7-7AE5-737A27FCF262}"/>
          </ac:spMkLst>
        </pc:spChg>
        <pc:spChg chg="mod">
          <ac:chgData name="Sergio Daniel Ladino Delgado" userId="2583be0d34a50219" providerId="LiveId" clId="{9216CCCD-79C5-4B94-BFB8-329B8BF4AD03}" dt="2026-06-11T23:57:52.610" v="2472" actId="1076"/>
          <ac:spMkLst>
            <pc:docMk/>
            <pc:sldMk cId="1167899837" sldId="391"/>
            <ac:spMk id="69" creationId="{163938A3-56A9-59F7-C0A3-9A514AE9B63C}"/>
          </ac:spMkLst>
        </pc:spChg>
        <pc:spChg chg="mod">
          <ac:chgData name="Sergio Daniel Ladino Delgado" userId="2583be0d34a50219" providerId="LiveId" clId="{9216CCCD-79C5-4B94-BFB8-329B8BF4AD03}" dt="2026-06-11T23:57:52.610" v="2472" actId="1076"/>
          <ac:spMkLst>
            <pc:docMk/>
            <pc:sldMk cId="1167899837" sldId="391"/>
            <ac:spMk id="78" creationId="{9C03D25B-BD82-FA55-32DB-C5316C641451}"/>
          </ac:spMkLst>
        </pc:spChg>
        <pc:spChg chg="mod">
          <ac:chgData name="Sergio Daniel Ladino Delgado" userId="2583be0d34a50219" providerId="LiveId" clId="{9216CCCD-79C5-4B94-BFB8-329B8BF4AD03}" dt="2026-06-11T23:57:52.610" v="2472" actId="1076"/>
          <ac:spMkLst>
            <pc:docMk/>
            <pc:sldMk cId="1167899837" sldId="391"/>
            <ac:spMk id="82" creationId="{F29A4648-B665-1A3E-43FE-F7292D3C93CC}"/>
          </ac:spMkLst>
        </pc:spChg>
        <pc:spChg chg="mod">
          <ac:chgData name="Sergio Daniel Ladino Delgado" userId="2583be0d34a50219" providerId="LiveId" clId="{9216CCCD-79C5-4B94-BFB8-329B8BF4AD03}" dt="2026-06-11T23:57:52.610" v="2472" actId="1076"/>
          <ac:spMkLst>
            <pc:docMk/>
            <pc:sldMk cId="1167899837" sldId="391"/>
            <ac:spMk id="89" creationId="{A0F1EA73-08D0-0D28-4B6E-E1E836FD551E}"/>
          </ac:spMkLst>
        </pc:spChg>
        <pc:spChg chg="mod">
          <ac:chgData name="Sergio Daniel Ladino Delgado" userId="2583be0d34a50219" providerId="LiveId" clId="{9216CCCD-79C5-4B94-BFB8-329B8BF4AD03}" dt="2026-06-11T23:57:52.610" v="2472" actId="1076"/>
          <ac:spMkLst>
            <pc:docMk/>
            <pc:sldMk cId="1167899837" sldId="391"/>
            <ac:spMk id="90" creationId="{94055279-E382-0141-73F3-2F133E278762}"/>
          </ac:spMkLst>
        </pc:spChg>
        <pc:spChg chg="mod">
          <ac:chgData name="Sergio Daniel Ladino Delgado" userId="2583be0d34a50219" providerId="LiveId" clId="{9216CCCD-79C5-4B94-BFB8-329B8BF4AD03}" dt="2026-06-11T23:57:52.610" v="2472" actId="1076"/>
          <ac:spMkLst>
            <pc:docMk/>
            <pc:sldMk cId="1167899837" sldId="391"/>
            <ac:spMk id="98" creationId="{E0BBA9C4-F1AC-080D-E3A5-64B7EFC113E2}"/>
          </ac:spMkLst>
        </pc:spChg>
        <pc:spChg chg="mod">
          <ac:chgData name="Sergio Daniel Ladino Delgado" userId="2583be0d34a50219" providerId="LiveId" clId="{9216CCCD-79C5-4B94-BFB8-329B8BF4AD03}" dt="2026-06-11T23:57:52.610" v="2472" actId="1076"/>
          <ac:spMkLst>
            <pc:docMk/>
            <pc:sldMk cId="1167899837" sldId="391"/>
            <ac:spMk id="103" creationId="{731B99FA-7AC8-F4D6-10CB-4E118B642304}"/>
          </ac:spMkLst>
        </pc:spChg>
        <pc:spChg chg="mod">
          <ac:chgData name="Sergio Daniel Ladino Delgado" userId="2583be0d34a50219" providerId="LiveId" clId="{9216CCCD-79C5-4B94-BFB8-329B8BF4AD03}" dt="2026-06-11T23:57:52.610" v="2472" actId="1076"/>
          <ac:spMkLst>
            <pc:docMk/>
            <pc:sldMk cId="1167899837" sldId="391"/>
            <ac:spMk id="105" creationId="{7D74E9B3-A530-9737-06D9-017A794FF12F}"/>
          </ac:spMkLst>
        </pc:spChg>
        <pc:spChg chg="mod">
          <ac:chgData name="Sergio Daniel Ladino Delgado" userId="2583be0d34a50219" providerId="LiveId" clId="{9216CCCD-79C5-4B94-BFB8-329B8BF4AD03}" dt="2026-06-11T23:57:52.610" v="2472" actId="1076"/>
          <ac:spMkLst>
            <pc:docMk/>
            <pc:sldMk cId="1167899837" sldId="391"/>
            <ac:spMk id="108" creationId="{9061E1D1-E577-92FE-EF61-DA2FE448C19A}"/>
          </ac:spMkLst>
        </pc:spChg>
        <pc:spChg chg="mod">
          <ac:chgData name="Sergio Daniel Ladino Delgado" userId="2583be0d34a50219" providerId="LiveId" clId="{9216CCCD-79C5-4B94-BFB8-329B8BF4AD03}" dt="2026-06-12T00:04:31.495" v="2486" actId="164"/>
          <ac:spMkLst>
            <pc:docMk/>
            <pc:sldMk cId="1167899837" sldId="391"/>
            <ac:spMk id="112" creationId="{E4EFBDFD-0762-C2B2-894A-967A9CBB303A}"/>
          </ac:spMkLst>
        </pc:spChg>
        <pc:spChg chg="del mod">
          <ac:chgData name="Sergio Daniel Ladino Delgado" userId="2583be0d34a50219" providerId="LiveId" clId="{9216CCCD-79C5-4B94-BFB8-329B8BF4AD03}" dt="2026-06-12T00:28:37.474" v="2506" actId="478"/>
          <ac:spMkLst>
            <pc:docMk/>
            <pc:sldMk cId="1167899837" sldId="391"/>
            <ac:spMk id="115" creationId="{E80C6660-3441-14E2-71D3-386D3BA59B62}"/>
          </ac:spMkLst>
        </pc:spChg>
        <pc:spChg chg="mod topLvl">
          <ac:chgData name="Sergio Daniel Ladino Delgado" userId="2583be0d34a50219" providerId="LiveId" clId="{9216CCCD-79C5-4B94-BFB8-329B8BF4AD03}" dt="2026-06-12T00:04:31.495" v="2486" actId="164"/>
          <ac:spMkLst>
            <pc:docMk/>
            <pc:sldMk cId="1167899837" sldId="391"/>
            <ac:spMk id="117" creationId="{C87F9154-1490-DCBC-4E9F-0BD7D29E93A7}"/>
          </ac:spMkLst>
        </pc:spChg>
        <pc:spChg chg="mod topLvl">
          <ac:chgData name="Sergio Daniel Ladino Delgado" userId="2583be0d34a50219" providerId="LiveId" clId="{9216CCCD-79C5-4B94-BFB8-329B8BF4AD03}" dt="2026-06-12T00:04:31.495" v="2486" actId="164"/>
          <ac:spMkLst>
            <pc:docMk/>
            <pc:sldMk cId="1167899837" sldId="391"/>
            <ac:spMk id="118" creationId="{28E0B7D3-E881-B45F-A5FA-14347896B2E0}"/>
          </ac:spMkLst>
        </pc:spChg>
        <pc:spChg chg="mod topLvl">
          <ac:chgData name="Sergio Daniel Ladino Delgado" userId="2583be0d34a50219" providerId="LiveId" clId="{9216CCCD-79C5-4B94-BFB8-329B8BF4AD03}" dt="2026-06-12T00:04:31.495" v="2486" actId="164"/>
          <ac:spMkLst>
            <pc:docMk/>
            <pc:sldMk cId="1167899837" sldId="391"/>
            <ac:spMk id="121" creationId="{F8704B42-39F8-158C-AD0D-59D6E4E25B2B}"/>
          </ac:spMkLst>
        </pc:spChg>
        <pc:spChg chg="mod">
          <ac:chgData name="Sergio Daniel Ladino Delgado" userId="2583be0d34a50219" providerId="LiveId" clId="{9216CCCD-79C5-4B94-BFB8-329B8BF4AD03}" dt="2026-06-12T00:04:31.495" v="2486" actId="164"/>
          <ac:spMkLst>
            <pc:docMk/>
            <pc:sldMk cId="1167899837" sldId="391"/>
            <ac:spMk id="122" creationId="{9271A3B1-1B47-FD03-BAD6-2F13C02DA8F1}"/>
          </ac:spMkLst>
        </pc:spChg>
        <pc:spChg chg="mod topLvl">
          <ac:chgData name="Sergio Daniel Ladino Delgado" userId="2583be0d34a50219" providerId="LiveId" clId="{9216CCCD-79C5-4B94-BFB8-329B8BF4AD03}" dt="2026-06-12T00:04:31.495" v="2486" actId="164"/>
          <ac:spMkLst>
            <pc:docMk/>
            <pc:sldMk cId="1167899837" sldId="391"/>
            <ac:spMk id="123" creationId="{F6ADDC7C-D06C-0412-E2FC-741D00E427B0}"/>
          </ac:spMkLst>
        </pc:spChg>
        <pc:spChg chg="mod topLvl">
          <ac:chgData name="Sergio Daniel Ladino Delgado" userId="2583be0d34a50219" providerId="LiveId" clId="{9216CCCD-79C5-4B94-BFB8-329B8BF4AD03}" dt="2026-06-12T00:04:31.495" v="2486" actId="164"/>
          <ac:spMkLst>
            <pc:docMk/>
            <pc:sldMk cId="1167899837" sldId="391"/>
            <ac:spMk id="124" creationId="{A9EB5251-F203-8063-5391-2CEBC876F5A3}"/>
          </ac:spMkLst>
        </pc:spChg>
        <pc:spChg chg="mod topLvl">
          <ac:chgData name="Sergio Daniel Ladino Delgado" userId="2583be0d34a50219" providerId="LiveId" clId="{9216CCCD-79C5-4B94-BFB8-329B8BF4AD03}" dt="2026-06-12T00:04:31.495" v="2486" actId="164"/>
          <ac:spMkLst>
            <pc:docMk/>
            <pc:sldMk cId="1167899837" sldId="391"/>
            <ac:spMk id="125" creationId="{3CAEE8BF-9442-6ECD-23DA-4FC04DF31123}"/>
          </ac:spMkLst>
        </pc:spChg>
        <pc:spChg chg="mod topLvl">
          <ac:chgData name="Sergio Daniel Ladino Delgado" userId="2583be0d34a50219" providerId="LiveId" clId="{9216CCCD-79C5-4B94-BFB8-329B8BF4AD03}" dt="2026-06-12T00:04:31.495" v="2486" actId="164"/>
          <ac:spMkLst>
            <pc:docMk/>
            <pc:sldMk cId="1167899837" sldId="391"/>
            <ac:spMk id="126" creationId="{9471B1A7-F755-D99C-CDBC-BA1EE1C55C71}"/>
          </ac:spMkLst>
        </pc:spChg>
        <pc:spChg chg="add mod">
          <ac:chgData name="Sergio Daniel Ladino Delgado" userId="2583be0d34a50219" providerId="LiveId" clId="{9216CCCD-79C5-4B94-BFB8-329B8BF4AD03}" dt="2026-06-12T00:05:17.877" v="2498" actId="1076"/>
          <ac:spMkLst>
            <pc:docMk/>
            <pc:sldMk cId="1167899837" sldId="391"/>
            <ac:spMk id="128" creationId="{50479C65-DD31-6322-A5DE-872AA7D73214}"/>
          </ac:spMkLst>
        </pc:spChg>
        <pc:spChg chg="add del mod">
          <ac:chgData name="Sergio Daniel Ladino Delgado" userId="2583be0d34a50219" providerId="LiveId" clId="{9216CCCD-79C5-4B94-BFB8-329B8BF4AD03}" dt="2026-06-12T00:05:23.300" v="2500" actId="478"/>
          <ac:spMkLst>
            <pc:docMk/>
            <pc:sldMk cId="1167899837" sldId="391"/>
            <ac:spMk id="129" creationId="{5AECD956-F746-8F75-A57B-DD2630D4EF8B}"/>
          </ac:spMkLst>
        </pc:spChg>
        <pc:spChg chg="add mod">
          <ac:chgData name="Sergio Daniel Ladino Delgado" userId="2583be0d34a50219" providerId="LiveId" clId="{9216CCCD-79C5-4B94-BFB8-329B8BF4AD03}" dt="2026-06-12T00:29:19.779" v="2510" actId="1076"/>
          <ac:spMkLst>
            <pc:docMk/>
            <pc:sldMk cId="1167899837" sldId="391"/>
            <ac:spMk id="133" creationId="{12A2FB32-565A-7F5E-76E4-BC424248C37F}"/>
          </ac:spMkLst>
        </pc:spChg>
        <pc:spChg chg="add mod">
          <ac:chgData name="Sergio Daniel Ladino Delgado" userId="2583be0d34a50219" providerId="LiveId" clId="{9216CCCD-79C5-4B94-BFB8-329B8BF4AD03}" dt="2026-06-12T00:29:36.838" v="2514" actId="1076"/>
          <ac:spMkLst>
            <pc:docMk/>
            <pc:sldMk cId="1167899837" sldId="391"/>
            <ac:spMk id="135" creationId="{0DDF2464-3311-723E-B860-CE2EA810BF83}"/>
          </ac:spMkLst>
        </pc:spChg>
        <pc:grpChg chg="mod">
          <ac:chgData name="Sergio Daniel Ladino Delgado" userId="2583be0d34a50219" providerId="LiveId" clId="{9216CCCD-79C5-4B94-BFB8-329B8BF4AD03}" dt="2026-06-12T00:04:46.963" v="2490" actId="1076"/>
          <ac:grpSpMkLst>
            <pc:docMk/>
            <pc:sldMk cId="1167899837" sldId="391"/>
            <ac:grpSpMk id="10" creationId="{5A947712-5FA3-85EF-77BB-2963EF6266C7}"/>
          </ac:grpSpMkLst>
        </pc:grpChg>
        <pc:grpChg chg="mod">
          <ac:chgData name="Sergio Daniel Ladino Delgado" userId="2583be0d34a50219" providerId="LiveId" clId="{9216CCCD-79C5-4B94-BFB8-329B8BF4AD03}" dt="2026-06-12T00:04:46.963" v="2490" actId="1076"/>
          <ac:grpSpMkLst>
            <pc:docMk/>
            <pc:sldMk cId="1167899837" sldId="391"/>
            <ac:grpSpMk id="127" creationId="{B88663B6-85FC-424F-0AC3-B6DBF3148E2A}"/>
          </ac:grpSpMkLst>
        </pc:grpChg>
        <pc:picChg chg="del">
          <ac:chgData name="Sergio Daniel Ladino Delgado" userId="2583be0d34a50219" providerId="LiveId" clId="{9216CCCD-79C5-4B94-BFB8-329B8BF4AD03}" dt="2026-06-12T00:04:24.698" v="2485" actId="478"/>
          <ac:picMkLst>
            <pc:docMk/>
            <pc:sldMk cId="1167899837" sldId="391"/>
            <ac:picMk id="28" creationId="{C8C1083C-84B9-694D-CF23-58F859BCE134}"/>
          </ac:picMkLst>
        </pc:picChg>
        <pc:picChg chg="del">
          <ac:chgData name="Sergio Daniel Ladino Delgado" userId="2583be0d34a50219" providerId="LiveId" clId="{9216CCCD-79C5-4B94-BFB8-329B8BF4AD03}" dt="2026-06-12T00:04:24.698" v="2485" actId="478"/>
          <ac:picMkLst>
            <pc:docMk/>
            <pc:sldMk cId="1167899837" sldId="391"/>
            <ac:picMk id="30" creationId="{DD421C4F-09E3-4AF2-ECEF-66DA62928DC6}"/>
          </ac:picMkLst>
        </pc:picChg>
        <pc:picChg chg="mod">
          <ac:chgData name="Sergio Daniel Ladino Delgado" userId="2583be0d34a50219" providerId="LiveId" clId="{9216CCCD-79C5-4B94-BFB8-329B8BF4AD03}" dt="2026-06-12T00:10:58.769" v="2502" actId="14100"/>
          <ac:picMkLst>
            <pc:docMk/>
            <pc:sldMk cId="1167899837" sldId="391"/>
            <ac:picMk id="68" creationId="{866B2029-4669-EDAE-F60C-BDEBE6EB4FC5}"/>
          </ac:picMkLst>
        </pc:picChg>
        <pc:cxnChg chg="mod">
          <ac:chgData name="Sergio Daniel Ladino Delgado" userId="2583be0d34a50219" providerId="LiveId" clId="{9216CCCD-79C5-4B94-BFB8-329B8BF4AD03}" dt="2026-06-12T00:04:46.963" v="2490" actId="1076"/>
          <ac:cxnSpMkLst>
            <pc:docMk/>
            <pc:sldMk cId="1167899837" sldId="391"/>
            <ac:cxnSpMk id="27" creationId="{40BA33FC-0AE5-5191-8733-BF307578EF8F}"/>
          </ac:cxnSpMkLst>
        </pc:cxnChg>
        <pc:cxnChg chg="mod">
          <ac:chgData name="Sergio Daniel Ladino Delgado" userId="2583be0d34a50219" providerId="LiveId" clId="{9216CCCD-79C5-4B94-BFB8-329B8BF4AD03}" dt="2026-06-12T00:04:46.963" v="2490" actId="1076"/>
          <ac:cxnSpMkLst>
            <pc:docMk/>
            <pc:sldMk cId="1167899837" sldId="391"/>
            <ac:cxnSpMk id="29" creationId="{7531C5A3-9109-1DD4-00A3-88A7A8F66C01}"/>
          </ac:cxnSpMkLst>
        </pc:cxnChg>
        <pc:cxnChg chg="add del mod">
          <ac:chgData name="Sergio Daniel Ladino Delgado" userId="2583be0d34a50219" providerId="LiveId" clId="{9216CCCD-79C5-4B94-BFB8-329B8BF4AD03}" dt="2026-06-12T00:11:06.322" v="2505" actId="478"/>
          <ac:cxnSpMkLst>
            <pc:docMk/>
            <pc:sldMk cId="1167899837" sldId="391"/>
            <ac:cxnSpMk id="131" creationId="{BAD33C9F-63DC-C83D-D688-A395D55CAF68}"/>
          </ac:cxnSpMkLst>
        </pc:cxnChg>
      </pc:sldChg>
      <pc:sldChg chg="add">
        <pc:chgData name="Sergio Daniel Ladino Delgado" userId="2583be0d34a50219" providerId="LiveId" clId="{9216CCCD-79C5-4B94-BFB8-329B8BF4AD03}" dt="2026-06-12T00:30:56.090" v="2515" actId="2890"/>
        <pc:sldMkLst>
          <pc:docMk/>
          <pc:sldMk cId="3154534618" sldId="392"/>
        </pc:sldMkLst>
      </pc:sldChg>
      <pc:sldChg chg="addSp delSp modSp add mod delAnim">
        <pc:chgData name="Sergio Daniel Ladino Delgado" userId="2583be0d34a50219" providerId="LiveId" clId="{9216CCCD-79C5-4B94-BFB8-329B8BF4AD03}" dt="2026-06-12T00:42:26.735" v="2530"/>
        <pc:sldMkLst>
          <pc:docMk/>
          <pc:sldMk cId="3999342677" sldId="393"/>
        </pc:sldMkLst>
        <pc:spChg chg="del">
          <ac:chgData name="Sergio Daniel Ladino Delgado" userId="2583be0d34a50219" providerId="LiveId" clId="{9216CCCD-79C5-4B94-BFB8-329B8BF4AD03}" dt="2026-06-12T00:42:25.722" v="2528" actId="478"/>
          <ac:spMkLst>
            <pc:docMk/>
            <pc:sldMk cId="3999342677" sldId="393"/>
            <ac:spMk id="35" creationId="{CAFBC5EE-D23B-ABC2-FDD3-E55163C0CB88}"/>
          </ac:spMkLst>
        </pc:spChg>
        <pc:spChg chg="del">
          <ac:chgData name="Sergio Daniel Ladino Delgado" userId="2583be0d34a50219" providerId="LiveId" clId="{9216CCCD-79C5-4B94-BFB8-329B8BF4AD03}" dt="2026-06-12T00:42:25.722" v="2528" actId="478"/>
          <ac:spMkLst>
            <pc:docMk/>
            <pc:sldMk cId="3999342677" sldId="393"/>
            <ac:spMk id="36" creationId="{9EE70A31-2F2F-53DD-33A3-90509BB28B79}"/>
          </ac:spMkLst>
        </pc:spChg>
        <pc:spChg chg="del">
          <ac:chgData name="Sergio Daniel Ladino Delgado" userId="2583be0d34a50219" providerId="LiveId" clId="{9216CCCD-79C5-4B94-BFB8-329B8BF4AD03}" dt="2026-06-12T00:42:25.722" v="2528" actId="478"/>
          <ac:spMkLst>
            <pc:docMk/>
            <pc:sldMk cId="3999342677" sldId="393"/>
            <ac:spMk id="60" creationId="{D508581E-82FA-CE6A-E864-9C57CF2D68CC}"/>
          </ac:spMkLst>
        </pc:spChg>
        <pc:spChg chg="del">
          <ac:chgData name="Sergio Daniel Ladino Delgado" userId="2583be0d34a50219" providerId="LiveId" clId="{9216CCCD-79C5-4B94-BFB8-329B8BF4AD03}" dt="2026-06-12T00:42:25.722" v="2528" actId="478"/>
          <ac:spMkLst>
            <pc:docMk/>
            <pc:sldMk cId="3999342677" sldId="393"/>
            <ac:spMk id="76" creationId="{9F9A1E53-4BC7-6E89-BB30-AC44E06C8DAB}"/>
          </ac:spMkLst>
        </pc:spChg>
        <pc:spChg chg="del">
          <ac:chgData name="Sergio Daniel Ladino Delgado" userId="2583be0d34a50219" providerId="LiveId" clId="{9216CCCD-79C5-4B94-BFB8-329B8BF4AD03}" dt="2026-06-12T00:42:25.722" v="2528" actId="478"/>
          <ac:spMkLst>
            <pc:docMk/>
            <pc:sldMk cId="3999342677" sldId="393"/>
            <ac:spMk id="78" creationId="{473BF762-FD1A-D2DC-132F-AE5511DFC7AE}"/>
          </ac:spMkLst>
        </pc:spChg>
        <pc:spChg chg="del">
          <ac:chgData name="Sergio Daniel Ladino Delgado" userId="2583be0d34a50219" providerId="LiveId" clId="{9216CCCD-79C5-4B94-BFB8-329B8BF4AD03}" dt="2026-06-12T00:42:25.722" v="2528" actId="478"/>
          <ac:spMkLst>
            <pc:docMk/>
            <pc:sldMk cId="3999342677" sldId="393"/>
            <ac:spMk id="79" creationId="{CAE7BDB3-02FA-DF57-EC66-341EF2CAC41F}"/>
          </ac:spMkLst>
        </pc:spChg>
        <pc:picChg chg="add mod">
          <ac:chgData name="Sergio Daniel Ladino Delgado" userId="2583be0d34a50219" providerId="LiveId" clId="{9216CCCD-79C5-4B94-BFB8-329B8BF4AD03}" dt="2026-06-12T00:42:26.735" v="2530"/>
          <ac:picMkLst>
            <pc:docMk/>
            <pc:sldMk cId="3999342677" sldId="393"/>
            <ac:picMk id="6" creationId="{0BA750FB-1852-A321-8434-192234762730}"/>
          </ac:picMkLst>
        </pc:picChg>
        <pc:cxnChg chg="del">
          <ac:chgData name="Sergio Daniel Ladino Delgado" userId="2583be0d34a50219" providerId="LiveId" clId="{9216CCCD-79C5-4B94-BFB8-329B8BF4AD03}" dt="2026-06-12T00:42:25.722" v="2528" actId="478"/>
          <ac:cxnSpMkLst>
            <pc:docMk/>
            <pc:sldMk cId="3999342677" sldId="393"/>
            <ac:cxnSpMk id="12" creationId="{35C1EE01-4C7A-C136-C773-9738E11F5849}"/>
          </ac:cxnSpMkLst>
        </pc:cxnChg>
        <pc:cxnChg chg="del">
          <ac:chgData name="Sergio Daniel Ladino Delgado" userId="2583be0d34a50219" providerId="LiveId" clId="{9216CCCD-79C5-4B94-BFB8-329B8BF4AD03}" dt="2026-06-12T00:42:25.722" v="2528" actId="478"/>
          <ac:cxnSpMkLst>
            <pc:docMk/>
            <pc:sldMk cId="3999342677" sldId="393"/>
            <ac:cxnSpMk id="47" creationId="{A89166C1-3F1E-93C7-1A65-1505FF7E44EF}"/>
          </ac:cxnSpMkLst>
        </pc:cxnChg>
        <pc:cxnChg chg="del">
          <ac:chgData name="Sergio Daniel Ladino Delgado" userId="2583be0d34a50219" providerId="LiveId" clId="{9216CCCD-79C5-4B94-BFB8-329B8BF4AD03}" dt="2026-06-12T00:42:25.722" v="2528" actId="478"/>
          <ac:cxnSpMkLst>
            <pc:docMk/>
            <pc:sldMk cId="3999342677" sldId="393"/>
            <ac:cxnSpMk id="49" creationId="{A001895D-E7CA-C64A-CD9D-262C13A074BD}"/>
          </ac:cxnSpMkLst>
        </pc:cxnChg>
        <pc:cxnChg chg="del">
          <ac:chgData name="Sergio Daniel Ladino Delgado" userId="2583be0d34a50219" providerId="LiveId" clId="{9216CCCD-79C5-4B94-BFB8-329B8BF4AD03}" dt="2026-06-12T00:42:25.722" v="2528" actId="478"/>
          <ac:cxnSpMkLst>
            <pc:docMk/>
            <pc:sldMk cId="3999342677" sldId="393"/>
            <ac:cxnSpMk id="50" creationId="{53529D86-E862-8617-0109-F8BF41294883}"/>
          </ac:cxnSpMkLst>
        </pc:cxnChg>
      </pc:sldChg>
      <pc:sldChg chg="addSp delSp modSp add mod">
        <pc:chgData name="Sergio Daniel Ladino Delgado" userId="2583be0d34a50219" providerId="LiveId" clId="{9216CCCD-79C5-4B94-BFB8-329B8BF4AD03}" dt="2026-06-12T00:46:18.092" v="2563" actId="1076"/>
        <pc:sldMkLst>
          <pc:docMk/>
          <pc:sldMk cId="2312176796" sldId="394"/>
        </pc:sldMkLst>
        <pc:spChg chg="mod">
          <ac:chgData name="Sergio Daniel Ladino Delgado" userId="2583be0d34a50219" providerId="LiveId" clId="{9216CCCD-79C5-4B94-BFB8-329B8BF4AD03}" dt="2026-06-12T00:45:00.690" v="2534" actId="1076"/>
          <ac:spMkLst>
            <pc:docMk/>
            <pc:sldMk cId="2312176796" sldId="394"/>
            <ac:spMk id="2" creationId="{F3E68A1D-A257-2FF5-D8F2-5C9752892593}"/>
          </ac:spMkLst>
        </pc:spChg>
        <pc:spChg chg="del mod">
          <ac:chgData name="Sergio Daniel Ladino Delgado" userId="2583be0d34a50219" providerId="LiveId" clId="{9216CCCD-79C5-4B94-BFB8-329B8BF4AD03}" dt="2026-06-12T00:45:32.926" v="2548" actId="478"/>
          <ac:spMkLst>
            <pc:docMk/>
            <pc:sldMk cId="2312176796" sldId="394"/>
            <ac:spMk id="4" creationId="{A272508B-BF4F-CD93-E1A4-257BB715179F}"/>
          </ac:spMkLst>
        </pc:spChg>
        <pc:spChg chg="mod">
          <ac:chgData name="Sergio Daniel Ladino Delgado" userId="2583be0d34a50219" providerId="LiveId" clId="{9216CCCD-79C5-4B94-BFB8-329B8BF4AD03}" dt="2026-06-12T00:45:12.581" v="2538"/>
          <ac:spMkLst>
            <pc:docMk/>
            <pc:sldMk cId="2312176796" sldId="394"/>
            <ac:spMk id="11" creationId="{524EB362-30AF-2173-753F-CFE216D772E4}"/>
          </ac:spMkLst>
        </pc:spChg>
        <pc:spChg chg="del">
          <ac:chgData name="Sergio Daniel Ladino Delgado" userId="2583be0d34a50219" providerId="LiveId" clId="{9216CCCD-79C5-4B94-BFB8-329B8BF4AD03}" dt="2026-06-12T00:44:58.120" v="2532" actId="478"/>
          <ac:spMkLst>
            <pc:docMk/>
            <pc:sldMk cId="2312176796" sldId="394"/>
            <ac:spMk id="26" creationId="{CEDF1DF9-1A00-92A1-B33C-B7BE92D9A5C3}"/>
          </ac:spMkLst>
        </pc:spChg>
        <pc:spChg chg="del">
          <ac:chgData name="Sergio Daniel Ladino Delgado" userId="2583be0d34a50219" providerId="LiveId" clId="{9216CCCD-79C5-4B94-BFB8-329B8BF4AD03}" dt="2026-06-12T00:44:58.120" v="2532" actId="478"/>
          <ac:spMkLst>
            <pc:docMk/>
            <pc:sldMk cId="2312176796" sldId="394"/>
            <ac:spMk id="33" creationId="{2315B1AD-4098-A4D1-5A78-FFC7C0FBDC60}"/>
          </ac:spMkLst>
        </pc:spChg>
        <pc:spChg chg="del">
          <ac:chgData name="Sergio Daniel Ladino Delgado" userId="2583be0d34a50219" providerId="LiveId" clId="{9216CCCD-79C5-4B94-BFB8-329B8BF4AD03}" dt="2026-06-12T00:45:02.366" v="2535" actId="478"/>
          <ac:spMkLst>
            <pc:docMk/>
            <pc:sldMk cId="2312176796" sldId="394"/>
            <ac:spMk id="69" creationId="{10B59468-CAB1-1427-624D-B93745D16F3C}"/>
          </ac:spMkLst>
        </pc:spChg>
        <pc:spChg chg="del">
          <ac:chgData name="Sergio Daniel Ladino Delgado" userId="2583be0d34a50219" providerId="LiveId" clId="{9216CCCD-79C5-4B94-BFB8-329B8BF4AD03}" dt="2026-06-12T00:44:58.120" v="2532" actId="478"/>
          <ac:spMkLst>
            <pc:docMk/>
            <pc:sldMk cId="2312176796" sldId="394"/>
            <ac:spMk id="70" creationId="{30F2C497-497B-147F-7399-BBCE9254A830}"/>
          </ac:spMkLst>
        </pc:spChg>
        <pc:spChg chg="del">
          <ac:chgData name="Sergio Daniel Ladino Delgado" userId="2583be0d34a50219" providerId="LiveId" clId="{9216CCCD-79C5-4B94-BFB8-329B8BF4AD03}" dt="2026-06-12T00:44:58.120" v="2532" actId="478"/>
          <ac:spMkLst>
            <pc:docMk/>
            <pc:sldMk cId="2312176796" sldId="394"/>
            <ac:spMk id="75" creationId="{638298BF-F30E-7F3B-F0B4-6AF0F5CC2755}"/>
          </ac:spMkLst>
        </pc:spChg>
        <pc:spChg chg="del">
          <ac:chgData name="Sergio Daniel Ladino Delgado" userId="2583be0d34a50219" providerId="LiveId" clId="{9216CCCD-79C5-4B94-BFB8-329B8BF4AD03}" dt="2026-06-12T00:44:58.120" v="2532" actId="478"/>
          <ac:spMkLst>
            <pc:docMk/>
            <pc:sldMk cId="2312176796" sldId="394"/>
            <ac:spMk id="86" creationId="{4034F347-5D82-A64B-BEFE-A82DB86CB2CE}"/>
          </ac:spMkLst>
        </pc:spChg>
        <pc:spChg chg="del">
          <ac:chgData name="Sergio Daniel Ladino Delgado" userId="2583be0d34a50219" providerId="LiveId" clId="{9216CCCD-79C5-4B94-BFB8-329B8BF4AD03}" dt="2026-06-12T00:44:58.120" v="2532" actId="478"/>
          <ac:spMkLst>
            <pc:docMk/>
            <pc:sldMk cId="2312176796" sldId="394"/>
            <ac:spMk id="91" creationId="{7FA9D853-FD56-38E9-9AAF-4C51AABFBBD6}"/>
          </ac:spMkLst>
        </pc:spChg>
        <pc:spChg chg="del">
          <ac:chgData name="Sergio Daniel Ladino Delgado" userId="2583be0d34a50219" providerId="LiveId" clId="{9216CCCD-79C5-4B94-BFB8-329B8BF4AD03}" dt="2026-06-12T00:44:58.120" v="2532" actId="478"/>
          <ac:spMkLst>
            <pc:docMk/>
            <pc:sldMk cId="2312176796" sldId="394"/>
            <ac:spMk id="96" creationId="{AD791D51-37A6-5C71-B641-DE3178049D70}"/>
          </ac:spMkLst>
        </pc:spChg>
        <pc:spChg chg="del">
          <ac:chgData name="Sergio Daniel Ladino Delgado" userId="2583be0d34a50219" providerId="LiveId" clId="{9216CCCD-79C5-4B94-BFB8-329B8BF4AD03}" dt="2026-06-12T00:44:58.120" v="2532" actId="478"/>
          <ac:spMkLst>
            <pc:docMk/>
            <pc:sldMk cId="2312176796" sldId="394"/>
            <ac:spMk id="107" creationId="{476D0D2F-ADC3-5B80-7853-3DAEC37BF121}"/>
          </ac:spMkLst>
        </pc:spChg>
        <pc:spChg chg="del">
          <ac:chgData name="Sergio Daniel Ladino Delgado" userId="2583be0d34a50219" providerId="LiveId" clId="{9216CCCD-79C5-4B94-BFB8-329B8BF4AD03}" dt="2026-06-12T00:44:58.120" v="2532" actId="478"/>
          <ac:spMkLst>
            <pc:docMk/>
            <pc:sldMk cId="2312176796" sldId="394"/>
            <ac:spMk id="108" creationId="{83B57642-893E-3D61-8585-8221D6F7D6D6}"/>
          </ac:spMkLst>
        </pc:spChg>
        <pc:spChg chg="del">
          <ac:chgData name="Sergio Daniel Ladino Delgado" userId="2583be0d34a50219" providerId="LiveId" clId="{9216CCCD-79C5-4B94-BFB8-329B8BF4AD03}" dt="2026-06-12T00:44:58.120" v="2532" actId="478"/>
          <ac:spMkLst>
            <pc:docMk/>
            <pc:sldMk cId="2312176796" sldId="394"/>
            <ac:spMk id="111" creationId="{1A916CB5-B60F-760B-DD8D-D351E472311E}"/>
          </ac:spMkLst>
        </pc:spChg>
        <pc:spChg chg="del">
          <ac:chgData name="Sergio Daniel Ladino Delgado" userId="2583be0d34a50219" providerId="LiveId" clId="{9216CCCD-79C5-4B94-BFB8-329B8BF4AD03}" dt="2026-06-12T00:45:05.750" v="2537" actId="478"/>
          <ac:spMkLst>
            <pc:docMk/>
            <pc:sldMk cId="2312176796" sldId="394"/>
            <ac:spMk id="113" creationId="{2A36E038-7B5A-1CAB-FE50-6AD11276658E}"/>
          </ac:spMkLst>
        </pc:spChg>
        <pc:spChg chg="del mod">
          <ac:chgData name="Sergio Daniel Ladino Delgado" userId="2583be0d34a50219" providerId="LiveId" clId="{9216CCCD-79C5-4B94-BFB8-329B8BF4AD03}" dt="2026-06-12T00:45:32.926" v="2548" actId="478"/>
          <ac:spMkLst>
            <pc:docMk/>
            <pc:sldMk cId="2312176796" sldId="394"/>
            <ac:spMk id="129" creationId="{FE575944-F5C4-D63B-0F3D-45FBAD9978EA}"/>
          </ac:spMkLst>
        </pc:spChg>
        <pc:spChg chg="mod">
          <ac:chgData name="Sergio Daniel Ladino Delgado" userId="2583be0d34a50219" providerId="LiveId" clId="{9216CCCD-79C5-4B94-BFB8-329B8BF4AD03}" dt="2026-06-12T00:45:12.581" v="2538"/>
          <ac:spMkLst>
            <pc:docMk/>
            <pc:sldMk cId="2312176796" sldId="394"/>
            <ac:spMk id="148" creationId="{494BDAE3-8C38-E457-71C0-C85950B7C8BF}"/>
          </ac:spMkLst>
        </pc:spChg>
        <pc:spChg chg="mod">
          <ac:chgData name="Sergio Daniel Ladino Delgado" userId="2583be0d34a50219" providerId="LiveId" clId="{9216CCCD-79C5-4B94-BFB8-329B8BF4AD03}" dt="2026-06-12T00:45:12.581" v="2538"/>
          <ac:spMkLst>
            <pc:docMk/>
            <pc:sldMk cId="2312176796" sldId="394"/>
            <ac:spMk id="158" creationId="{27C4A426-3BDC-64DC-399E-78725D49DC93}"/>
          </ac:spMkLst>
        </pc:spChg>
        <pc:spChg chg="mod">
          <ac:chgData name="Sergio Daniel Ladino Delgado" userId="2583be0d34a50219" providerId="LiveId" clId="{9216CCCD-79C5-4B94-BFB8-329B8BF4AD03}" dt="2026-06-12T00:45:12.581" v="2538"/>
          <ac:spMkLst>
            <pc:docMk/>
            <pc:sldMk cId="2312176796" sldId="394"/>
            <ac:spMk id="162" creationId="{1835E995-91E6-939C-CCFF-A5CDA888831D}"/>
          </ac:spMkLst>
        </pc:spChg>
        <pc:spChg chg="mod">
          <ac:chgData name="Sergio Daniel Ladino Delgado" userId="2583be0d34a50219" providerId="LiveId" clId="{9216CCCD-79C5-4B94-BFB8-329B8BF4AD03}" dt="2026-06-12T00:45:12.581" v="2538"/>
          <ac:spMkLst>
            <pc:docMk/>
            <pc:sldMk cId="2312176796" sldId="394"/>
            <ac:spMk id="165" creationId="{AE100F96-C46E-4BDC-A5A5-4FA3650F519E}"/>
          </ac:spMkLst>
        </pc:spChg>
        <pc:spChg chg="mod">
          <ac:chgData name="Sergio Daniel Ladino Delgado" userId="2583be0d34a50219" providerId="LiveId" clId="{9216CCCD-79C5-4B94-BFB8-329B8BF4AD03}" dt="2026-06-12T00:45:12.581" v="2538"/>
          <ac:spMkLst>
            <pc:docMk/>
            <pc:sldMk cId="2312176796" sldId="394"/>
            <ac:spMk id="175" creationId="{87755FBF-1158-DF02-AF78-81523E778C76}"/>
          </ac:spMkLst>
        </pc:spChg>
        <pc:spChg chg="del mod">
          <ac:chgData name="Sergio Daniel Ladino Delgado" userId="2583be0d34a50219" providerId="LiveId" clId="{9216CCCD-79C5-4B94-BFB8-329B8BF4AD03}" dt="2026-06-12T00:45:32.926" v="2548" actId="478"/>
          <ac:spMkLst>
            <pc:docMk/>
            <pc:sldMk cId="2312176796" sldId="394"/>
            <ac:spMk id="182" creationId="{82F07139-F603-2444-CABD-F1D75E93461E}"/>
          </ac:spMkLst>
        </pc:spChg>
        <pc:spChg chg="del mod">
          <ac:chgData name="Sergio Daniel Ladino Delgado" userId="2583be0d34a50219" providerId="LiveId" clId="{9216CCCD-79C5-4B94-BFB8-329B8BF4AD03}" dt="2026-06-12T00:45:32.926" v="2548" actId="478"/>
          <ac:spMkLst>
            <pc:docMk/>
            <pc:sldMk cId="2312176796" sldId="394"/>
            <ac:spMk id="188" creationId="{82EAF2A4-CEE0-2BF0-AE32-FFB9C616FB61}"/>
          </ac:spMkLst>
        </pc:spChg>
        <pc:spChg chg="mod">
          <ac:chgData name="Sergio Daniel Ladino Delgado" userId="2583be0d34a50219" providerId="LiveId" clId="{9216CCCD-79C5-4B94-BFB8-329B8BF4AD03}" dt="2026-06-12T00:45:12.581" v="2538"/>
          <ac:spMkLst>
            <pc:docMk/>
            <pc:sldMk cId="2312176796" sldId="394"/>
            <ac:spMk id="197" creationId="{D0468C77-AD55-D4CD-605D-1D8DE265B12C}"/>
          </ac:spMkLst>
        </pc:spChg>
        <pc:spChg chg="mod">
          <ac:chgData name="Sergio Daniel Ladino Delgado" userId="2583be0d34a50219" providerId="LiveId" clId="{9216CCCD-79C5-4B94-BFB8-329B8BF4AD03}" dt="2026-06-12T00:45:12.581" v="2538"/>
          <ac:spMkLst>
            <pc:docMk/>
            <pc:sldMk cId="2312176796" sldId="394"/>
            <ac:spMk id="241" creationId="{10B4EBF4-0138-DEC7-6FE5-8B07B641D2EF}"/>
          </ac:spMkLst>
        </pc:spChg>
        <pc:spChg chg="mod">
          <ac:chgData name="Sergio Daniel Ladino Delgado" userId="2583be0d34a50219" providerId="LiveId" clId="{9216CCCD-79C5-4B94-BFB8-329B8BF4AD03}" dt="2026-06-12T00:45:12.581" v="2538"/>
          <ac:spMkLst>
            <pc:docMk/>
            <pc:sldMk cId="2312176796" sldId="394"/>
            <ac:spMk id="247" creationId="{BC6289E8-5EB8-B984-5CA6-698FD875F9D2}"/>
          </ac:spMkLst>
        </pc:spChg>
        <pc:spChg chg="mod">
          <ac:chgData name="Sergio Daniel Ladino Delgado" userId="2583be0d34a50219" providerId="LiveId" clId="{9216CCCD-79C5-4B94-BFB8-329B8BF4AD03}" dt="2026-06-12T00:45:12.581" v="2538"/>
          <ac:spMkLst>
            <pc:docMk/>
            <pc:sldMk cId="2312176796" sldId="394"/>
            <ac:spMk id="248" creationId="{C2063CB1-67F4-1CE3-A8DA-F4D66F5466D7}"/>
          </ac:spMkLst>
        </pc:spChg>
        <pc:spChg chg="del mod">
          <ac:chgData name="Sergio Daniel Ladino Delgado" userId="2583be0d34a50219" providerId="LiveId" clId="{9216CCCD-79C5-4B94-BFB8-329B8BF4AD03}" dt="2026-06-12T00:45:32.926" v="2548" actId="478"/>
          <ac:spMkLst>
            <pc:docMk/>
            <pc:sldMk cId="2312176796" sldId="394"/>
            <ac:spMk id="261" creationId="{989965FB-20D9-BED7-C36D-DC63F23F676B}"/>
          </ac:spMkLst>
        </pc:spChg>
        <pc:spChg chg="del mod">
          <ac:chgData name="Sergio Daniel Ladino Delgado" userId="2583be0d34a50219" providerId="LiveId" clId="{9216CCCD-79C5-4B94-BFB8-329B8BF4AD03}" dt="2026-06-12T00:45:32.926" v="2548" actId="478"/>
          <ac:spMkLst>
            <pc:docMk/>
            <pc:sldMk cId="2312176796" sldId="394"/>
            <ac:spMk id="274" creationId="{98B81333-B64C-2357-9EA5-E365F97AF4DD}"/>
          </ac:spMkLst>
        </pc:spChg>
        <pc:spChg chg="del mod">
          <ac:chgData name="Sergio Daniel Ladino Delgado" userId="2583be0d34a50219" providerId="LiveId" clId="{9216CCCD-79C5-4B94-BFB8-329B8BF4AD03}" dt="2026-06-12T00:45:32.926" v="2548" actId="478"/>
          <ac:spMkLst>
            <pc:docMk/>
            <pc:sldMk cId="2312176796" sldId="394"/>
            <ac:spMk id="279" creationId="{8114F127-4888-A37E-224E-9527D53FF25B}"/>
          </ac:spMkLst>
        </pc:spChg>
        <pc:spChg chg="del">
          <ac:chgData name="Sergio Daniel Ladino Delgado" userId="2583be0d34a50219" providerId="LiveId" clId="{9216CCCD-79C5-4B94-BFB8-329B8BF4AD03}" dt="2026-06-12T00:45:43.712" v="2552" actId="478"/>
          <ac:spMkLst>
            <pc:docMk/>
            <pc:sldMk cId="2312176796" sldId="394"/>
            <ac:spMk id="281" creationId="{93D1C690-4745-70D0-AF95-88E549DB84D8}"/>
          </ac:spMkLst>
        </pc:spChg>
        <pc:spChg chg="del">
          <ac:chgData name="Sergio Daniel Ladino Delgado" userId="2583be0d34a50219" providerId="LiveId" clId="{9216CCCD-79C5-4B94-BFB8-329B8BF4AD03}" dt="2026-06-12T00:45:42.287" v="2550" actId="478"/>
          <ac:spMkLst>
            <pc:docMk/>
            <pc:sldMk cId="2312176796" sldId="394"/>
            <ac:spMk id="283" creationId="{E47EEACC-9BBB-7376-6BBC-25E24C672CBB}"/>
          </ac:spMkLst>
        </pc:spChg>
        <pc:spChg chg="mod">
          <ac:chgData name="Sergio Daniel Ladino Delgado" userId="2583be0d34a50219" providerId="LiveId" clId="{9216CCCD-79C5-4B94-BFB8-329B8BF4AD03}" dt="2026-06-12T00:46:10.630" v="2560" actId="164"/>
          <ac:spMkLst>
            <pc:docMk/>
            <pc:sldMk cId="2312176796" sldId="394"/>
            <ac:spMk id="285" creationId="{082B1590-A20B-6CB8-38DA-667AD11247F4}"/>
          </ac:spMkLst>
        </pc:spChg>
        <pc:spChg chg="mod topLvl">
          <ac:chgData name="Sergio Daniel Ladino Delgado" userId="2583be0d34a50219" providerId="LiveId" clId="{9216CCCD-79C5-4B94-BFB8-329B8BF4AD03}" dt="2026-06-12T00:45:40.345" v="2549" actId="165"/>
          <ac:spMkLst>
            <pc:docMk/>
            <pc:sldMk cId="2312176796" sldId="394"/>
            <ac:spMk id="286" creationId="{D0529088-10BA-B29F-455D-17E05296CF89}"/>
          </ac:spMkLst>
        </pc:spChg>
        <pc:spChg chg="mod topLvl">
          <ac:chgData name="Sergio Daniel Ladino Delgado" userId="2583be0d34a50219" providerId="LiveId" clId="{9216CCCD-79C5-4B94-BFB8-329B8BF4AD03}" dt="2026-06-12T00:45:40.345" v="2549" actId="165"/>
          <ac:spMkLst>
            <pc:docMk/>
            <pc:sldMk cId="2312176796" sldId="394"/>
            <ac:spMk id="289" creationId="{5D700DD1-8582-E7F6-8DF5-10C04DC2E4F8}"/>
          </ac:spMkLst>
        </pc:spChg>
        <pc:spChg chg="mod">
          <ac:chgData name="Sergio Daniel Ladino Delgado" userId="2583be0d34a50219" providerId="LiveId" clId="{9216CCCD-79C5-4B94-BFB8-329B8BF4AD03}" dt="2026-06-12T00:46:10.630" v="2560" actId="164"/>
          <ac:spMkLst>
            <pc:docMk/>
            <pc:sldMk cId="2312176796" sldId="394"/>
            <ac:spMk id="290" creationId="{D43E8850-A5A5-EE20-0842-FAC4BA29D593}"/>
          </ac:spMkLst>
        </pc:spChg>
        <pc:spChg chg="mod topLvl">
          <ac:chgData name="Sergio Daniel Ladino Delgado" userId="2583be0d34a50219" providerId="LiveId" clId="{9216CCCD-79C5-4B94-BFB8-329B8BF4AD03}" dt="2026-06-12T00:45:40.345" v="2549" actId="165"/>
          <ac:spMkLst>
            <pc:docMk/>
            <pc:sldMk cId="2312176796" sldId="394"/>
            <ac:spMk id="297" creationId="{9FFAB0B0-E4C0-0A16-EB67-66F01BE1A46E}"/>
          </ac:spMkLst>
        </pc:spChg>
        <pc:spChg chg="mod topLvl">
          <ac:chgData name="Sergio Daniel Ladino Delgado" userId="2583be0d34a50219" providerId="LiveId" clId="{9216CCCD-79C5-4B94-BFB8-329B8BF4AD03}" dt="2026-06-12T00:45:40.345" v="2549" actId="165"/>
          <ac:spMkLst>
            <pc:docMk/>
            <pc:sldMk cId="2312176796" sldId="394"/>
            <ac:spMk id="298" creationId="{93D63C73-97F8-520C-9D7C-1E6D9AD6C5FD}"/>
          </ac:spMkLst>
        </pc:spChg>
        <pc:spChg chg="mod">
          <ac:chgData name="Sergio Daniel Ladino Delgado" userId="2583be0d34a50219" providerId="LiveId" clId="{9216CCCD-79C5-4B94-BFB8-329B8BF4AD03}" dt="2026-06-12T00:45:22.117" v="2541"/>
          <ac:spMkLst>
            <pc:docMk/>
            <pc:sldMk cId="2312176796" sldId="394"/>
            <ac:spMk id="310" creationId="{042AC910-EC7B-11D8-BE0A-DE86B50489BF}"/>
          </ac:spMkLst>
        </pc:spChg>
        <pc:spChg chg="mod topLvl">
          <ac:chgData name="Sergio Daniel Ladino Delgado" userId="2583be0d34a50219" providerId="LiveId" clId="{9216CCCD-79C5-4B94-BFB8-329B8BF4AD03}" dt="2026-06-12T00:45:40.345" v="2549" actId="165"/>
          <ac:spMkLst>
            <pc:docMk/>
            <pc:sldMk cId="2312176796" sldId="394"/>
            <ac:spMk id="313" creationId="{815E0B20-B43F-4182-3F84-AB99B2308DE4}"/>
          </ac:spMkLst>
        </pc:spChg>
        <pc:spChg chg="mod">
          <ac:chgData name="Sergio Daniel Ladino Delgado" userId="2583be0d34a50219" providerId="LiveId" clId="{9216CCCD-79C5-4B94-BFB8-329B8BF4AD03}" dt="2026-06-12T00:46:10.630" v="2560" actId="164"/>
          <ac:spMkLst>
            <pc:docMk/>
            <pc:sldMk cId="2312176796" sldId="394"/>
            <ac:spMk id="314" creationId="{0BAC57BF-7420-9D22-A798-B4B027FD174B}"/>
          </ac:spMkLst>
        </pc:spChg>
        <pc:spChg chg="mod">
          <ac:chgData name="Sergio Daniel Ladino Delgado" userId="2583be0d34a50219" providerId="LiveId" clId="{9216CCCD-79C5-4B94-BFB8-329B8BF4AD03}" dt="2026-06-12T00:46:10.630" v="2560" actId="164"/>
          <ac:spMkLst>
            <pc:docMk/>
            <pc:sldMk cId="2312176796" sldId="394"/>
            <ac:spMk id="315" creationId="{292195C2-BFCE-4D81-B45E-F4799F5C5873}"/>
          </ac:spMkLst>
        </pc:spChg>
        <pc:spChg chg="mod">
          <ac:chgData name="Sergio Daniel Ladino Delgado" userId="2583be0d34a50219" providerId="LiveId" clId="{9216CCCD-79C5-4B94-BFB8-329B8BF4AD03}" dt="2026-06-12T00:45:22.117" v="2541"/>
          <ac:spMkLst>
            <pc:docMk/>
            <pc:sldMk cId="2312176796" sldId="394"/>
            <ac:spMk id="316" creationId="{6BE5CC7B-58A7-44EF-F69D-8ACE2CCFEDED}"/>
          </ac:spMkLst>
        </pc:spChg>
        <pc:spChg chg="mod">
          <ac:chgData name="Sergio Daniel Ladino Delgado" userId="2583be0d34a50219" providerId="LiveId" clId="{9216CCCD-79C5-4B94-BFB8-329B8BF4AD03}" dt="2026-06-12T00:46:10.630" v="2560" actId="164"/>
          <ac:spMkLst>
            <pc:docMk/>
            <pc:sldMk cId="2312176796" sldId="394"/>
            <ac:spMk id="319" creationId="{A48A65C6-F376-9038-B691-43B697FAB7B3}"/>
          </ac:spMkLst>
        </pc:spChg>
        <pc:spChg chg="mod">
          <ac:chgData name="Sergio Daniel Ladino Delgado" userId="2583be0d34a50219" providerId="LiveId" clId="{9216CCCD-79C5-4B94-BFB8-329B8BF4AD03}" dt="2026-06-12T00:46:10.630" v="2560" actId="164"/>
          <ac:spMkLst>
            <pc:docMk/>
            <pc:sldMk cId="2312176796" sldId="394"/>
            <ac:spMk id="324" creationId="{AA306403-103F-3450-1143-2DBDF4013DC9}"/>
          </ac:spMkLst>
        </pc:spChg>
        <pc:spChg chg="mod topLvl">
          <ac:chgData name="Sergio Daniel Ladino Delgado" userId="2583be0d34a50219" providerId="LiveId" clId="{9216CCCD-79C5-4B94-BFB8-329B8BF4AD03}" dt="2026-06-12T00:45:40.345" v="2549" actId="165"/>
          <ac:spMkLst>
            <pc:docMk/>
            <pc:sldMk cId="2312176796" sldId="394"/>
            <ac:spMk id="326" creationId="{027F152A-A614-480C-B987-64CB3FAFFC1D}"/>
          </ac:spMkLst>
        </pc:spChg>
        <pc:spChg chg="mod">
          <ac:chgData name="Sergio Daniel Ladino Delgado" userId="2583be0d34a50219" providerId="LiveId" clId="{9216CCCD-79C5-4B94-BFB8-329B8BF4AD03}" dt="2026-06-12T00:45:22.117" v="2541"/>
          <ac:spMkLst>
            <pc:docMk/>
            <pc:sldMk cId="2312176796" sldId="394"/>
            <ac:spMk id="328" creationId="{77B3B39B-61BB-1F3F-8C45-B5111C7EEF59}"/>
          </ac:spMkLst>
        </pc:spChg>
        <pc:spChg chg="mod">
          <ac:chgData name="Sergio Daniel Ladino Delgado" userId="2583be0d34a50219" providerId="LiveId" clId="{9216CCCD-79C5-4B94-BFB8-329B8BF4AD03}" dt="2026-06-12T00:46:10.630" v="2560" actId="164"/>
          <ac:spMkLst>
            <pc:docMk/>
            <pc:sldMk cId="2312176796" sldId="394"/>
            <ac:spMk id="331" creationId="{9A428657-284E-E7AD-9FE3-ABC2B614F32B}"/>
          </ac:spMkLst>
        </pc:spChg>
        <pc:spChg chg="mod topLvl">
          <ac:chgData name="Sergio Daniel Ladino Delgado" userId="2583be0d34a50219" providerId="LiveId" clId="{9216CCCD-79C5-4B94-BFB8-329B8BF4AD03}" dt="2026-06-12T00:45:40.345" v="2549" actId="165"/>
          <ac:spMkLst>
            <pc:docMk/>
            <pc:sldMk cId="2312176796" sldId="394"/>
            <ac:spMk id="333" creationId="{AEE39CF2-D174-F203-F3AE-6F6B2634E413}"/>
          </ac:spMkLst>
        </pc:spChg>
        <pc:spChg chg="mod">
          <ac:chgData name="Sergio Daniel Ladino Delgado" userId="2583be0d34a50219" providerId="LiveId" clId="{9216CCCD-79C5-4B94-BFB8-329B8BF4AD03}" dt="2026-06-12T00:45:22.117" v="2541"/>
          <ac:spMkLst>
            <pc:docMk/>
            <pc:sldMk cId="2312176796" sldId="394"/>
            <ac:spMk id="334" creationId="{7C47D05F-63D5-9DEB-0975-B96354627107}"/>
          </ac:spMkLst>
        </pc:spChg>
        <pc:spChg chg="mod topLvl">
          <ac:chgData name="Sergio Daniel Ladino Delgado" userId="2583be0d34a50219" providerId="LiveId" clId="{9216CCCD-79C5-4B94-BFB8-329B8BF4AD03}" dt="2026-06-12T00:45:40.345" v="2549" actId="165"/>
          <ac:spMkLst>
            <pc:docMk/>
            <pc:sldMk cId="2312176796" sldId="394"/>
            <ac:spMk id="337" creationId="{6D88E6BE-9302-28BC-D803-C187426407E3}"/>
          </ac:spMkLst>
        </pc:spChg>
        <pc:spChg chg="mod topLvl">
          <ac:chgData name="Sergio Daniel Ladino Delgado" userId="2583be0d34a50219" providerId="LiveId" clId="{9216CCCD-79C5-4B94-BFB8-329B8BF4AD03}" dt="2026-06-12T00:45:40.345" v="2549" actId="165"/>
          <ac:spMkLst>
            <pc:docMk/>
            <pc:sldMk cId="2312176796" sldId="394"/>
            <ac:spMk id="339" creationId="{8F5E0503-07C6-C08D-3A6A-3C2D5C099D70}"/>
          </ac:spMkLst>
        </pc:spChg>
        <pc:spChg chg="mod">
          <ac:chgData name="Sergio Daniel Ladino Delgado" userId="2583be0d34a50219" providerId="LiveId" clId="{9216CCCD-79C5-4B94-BFB8-329B8BF4AD03}" dt="2026-06-12T00:46:10.630" v="2560" actId="164"/>
          <ac:spMkLst>
            <pc:docMk/>
            <pc:sldMk cId="2312176796" sldId="394"/>
            <ac:spMk id="343" creationId="{A6EF12CD-ED47-B6E6-DA7F-26FD6B695246}"/>
          </ac:spMkLst>
        </pc:spChg>
        <pc:spChg chg="mod topLvl">
          <ac:chgData name="Sergio Daniel Ladino Delgado" userId="2583be0d34a50219" providerId="LiveId" clId="{9216CCCD-79C5-4B94-BFB8-329B8BF4AD03}" dt="2026-06-12T00:45:40.345" v="2549" actId="165"/>
          <ac:spMkLst>
            <pc:docMk/>
            <pc:sldMk cId="2312176796" sldId="394"/>
            <ac:spMk id="348" creationId="{A843D2AB-1740-8D11-8B35-052BB530C8F0}"/>
          </ac:spMkLst>
        </pc:spChg>
        <pc:spChg chg="mod">
          <ac:chgData name="Sergio Daniel Ladino Delgado" userId="2583be0d34a50219" providerId="LiveId" clId="{9216CCCD-79C5-4B94-BFB8-329B8BF4AD03}" dt="2026-06-12T00:46:10.630" v="2560" actId="164"/>
          <ac:spMkLst>
            <pc:docMk/>
            <pc:sldMk cId="2312176796" sldId="394"/>
            <ac:spMk id="354" creationId="{A6001A49-20CE-EEDD-F606-A088FD72DF24}"/>
          </ac:spMkLst>
        </pc:spChg>
        <pc:spChg chg="mod">
          <ac:chgData name="Sergio Daniel Ladino Delgado" userId="2583be0d34a50219" providerId="LiveId" clId="{9216CCCD-79C5-4B94-BFB8-329B8BF4AD03}" dt="2026-06-12T00:46:10.630" v="2560" actId="164"/>
          <ac:spMkLst>
            <pc:docMk/>
            <pc:sldMk cId="2312176796" sldId="394"/>
            <ac:spMk id="357" creationId="{25710770-24AC-5378-E04D-8FDFACE713D0}"/>
          </ac:spMkLst>
        </pc:spChg>
        <pc:spChg chg="mod">
          <ac:chgData name="Sergio Daniel Ladino Delgado" userId="2583be0d34a50219" providerId="LiveId" clId="{9216CCCD-79C5-4B94-BFB8-329B8BF4AD03}" dt="2026-06-12T00:45:22.117" v="2541"/>
          <ac:spMkLst>
            <pc:docMk/>
            <pc:sldMk cId="2312176796" sldId="394"/>
            <ac:spMk id="367" creationId="{6562F1CE-92F9-B1E1-BC94-25862280AA0B}"/>
          </ac:spMkLst>
        </pc:spChg>
        <pc:spChg chg="mod">
          <ac:chgData name="Sergio Daniel Ladino Delgado" userId="2583be0d34a50219" providerId="LiveId" clId="{9216CCCD-79C5-4B94-BFB8-329B8BF4AD03}" dt="2026-06-12T00:45:24.233" v="2542" actId="1076"/>
          <ac:spMkLst>
            <pc:docMk/>
            <pc:sldMk cId="2312176796" sldId="394"/>
            <ac:spMk id="368" creationId="{D4A1F0EA-E629-D459-D9DE-4FC65DF105AF}"/>
          </ac:spMkLst>
        </pc:spChg>
        <pc:spChg chg="del">
          <ac:chgData name="Sergio Daniel Ladino Delgado" userId="2583be0d34a50219" providerId="LiveId" clId="{9216CCCD-79C5-4B94-BFB8-329B8BF4AD03}" dt="2026-06-12T00:45:51.917" v="2553" actId="478"/>
          <ac:spMkLst>
            <pc:docMk/>
            <pc:sldMk cId="2312176796" sldId="394"/>
            <ac:spMk id="373" creationId="{E3CBFD9F-C7E4-50E7-2049-2753BFDDB623}"/>
          </ac:spMkLst>
        </pc:spChg>
        <pc:spChg chg="mod">
          <ac:chgData name="Sergio Daniel Ladino Delgado" userId="2583be0d34a50219" providerId="LiveId" clId="{9216CCCD-79C5-4B94-BFB8-329B8BF4AD03}" dt="2026-06-12T00:45:22.117" v="2541"/>
          <ac:spMkLst>
            <pc:docMk/>
            <pc:sldMk cId="2312176796" sldId="394"/>
            <ac:spMk id="401" creationId="{8CA5694D-1347-1FBC-642C-5E81667DCD68}"/>
          </ac:spMkLst>
        </pc:spChg>
        <pc:spChg chg="mod">
          <ac:chgData name="Sergio Daniel Ladino Delgado" userId="2583be0d34a50219" providerId="LiveId" clId="{9216CCCD-79C5-4B94-BFB8-329B8BF4AD03}" dt="2026-06-12T00:45:24.233" v="2542" actId="1076"/>
          <ac:spMkLst>
            <pc:docMk/>
            <pc:sldMk cId="2312176796" sldId="394"/>
            <ac:spMk id="419" creationId="{60DCF2A0-9E9A-5EE6-33A7-AD341D092B30}"/>
          </ac:spMkLst>
        </pc:spChg>
        <pc:spChg chg="mod">
          <ac:chgData name="Sergio Daniel Ladino Delgado" userId="2583be0d34a50219" providerId="LiveId" clId="{9216CCCD-79C5-4B94-BFB8-329B8BF4AD03}" dt="2026-06-12T00:45:24.233" v="2542" actId="1076"/>
          <ac:spMkLst>
            <pc:docMk/>
            <pc:sldMk cId="2312176796" sldId="394"/>
            <ac:spMk id="425" creationId="{168F506E-E337-9DAF-87CA-9B6A3F775189}"/>
          </ac:spMkLst>
        </pc:spChg>
        <pc:spChg chg="mod">
          <ac:chgData name="Sergio Daniel Ladino Delgado" userId="2583be0d34a50219" providerId="LiveId" clId="{9216CCCD-79C5-4B94-BFB8-329B8BF4AD03}" dt="2026-06-12T00:45:22.117" v="2541"/>
          <ac:spMkLst>
            <pc:docMk/>
            <pc:sldMk cId="2312176796" sldId="394"/>
            <ac:spMk id="428" creationId="{1D193EE3-2295-816F-8AAA-63334AD9465A}"/>
          </ac:spMkLst>
        </pc:spChg>
        <pc:spChg chg="mod">
          <ac:chgData name="Sergio Daniel Ladino Delgado" userId="2583be0d34a50219" providerId="LiveId" clId="{9216CCCD-79C5-4B94-BFB8-329B8BF4AD03}" dt="2026-06-12T00:45:22.117" v="2541"/>
          <ac:spMkLst>
            <pc:docMk/>
            <pc:sldMk cId="2312176796" sldId="394"/>
            <ac:spMk id="469" creationId="{7C146D93-1B08-906E-9912-0ABDEB622592}"/>
          </ac:spMkLst>
        </pc:spChg>
        <pc:spChg chg="mod">
          <ac:chgData name="Sergio Daniel Ladino Delgado" userId="2583be0d34a50219" providerId="LiveId" clId="{9216CCCD-79C5-4B94-BFB8-329B8BF4AD03}" dt="2026-06-12T00:45:22.117" v="2541"/>
          <ac:spMkLst>
            <pc:docMk/>
            <pc:sldMk cId="2312176796" sldId="394"/>
            <ac:spMk id="483" creationId="{809BCAEC-3812-9D6C-735D-64799BA46BB5}"/>
          </ac:spMkLst>
        </pc:spChg>
        <pc:spChg chg="mod">
          <ac:chgData name="Sergio Daniel Ladino Delgado" userId="2583be0d34a50219" providerId="LiveId" clId="{9216CCCD-79C5-4B94-BFB8-329B8BF4AD03}" dt="2026-06-12T00:45:22.117" v="2541"/>
          <ac:spMkLst>
            <pc:docMk/>
            <pc:sldMk cId="2312176796" sldId="394"/>
            <ac:spMk id="491" creationId="{08CDBE11-884D-91A5-5F23-243972A9AD9F}"/>
          </ac:spMkLst>
        </pc:spChg>
        <pc:spChg chg="mod">
          <ac:chgData name="Sergio Daniel Ladino Delgado" userId="2583be0d34a50219" providerId="LiveId" clId="{9216CCCD-79C5-4B94-BFB8-329B8BF4AD03}" dt="2026-06-12T00:45:24.233" v="2542" actId="1076"/>
          <ac:spMkLst>
            <pc:docMk/>
            <pc:sldMk cId="2312176796" sldId="394"/>
            <ac:spMk id="498" creationId="{2EBED7A4-EFD8-8A75-3E2B-CF4E04FD2DCB}"/>
          </ac:spMkLst>
        </pc:spChg>
        <pc:spChg chg="del mod">
          <ac:chgData name="Sergio Daniel Ladino Delgado" userId="2583be0d34a50219" providerId="LiveId" clId="{9216CCCD-79C5-4B94-BFB8-329B8BF4AD03}" dt="2026-06-12T00:46:05.856" v="2559" actId="478"/>
          <ac:spMkLst>
            <pc:docMk/>
            <pc:sldMk cId="2312176796" sldId="394"/>
            <ac:spMk id="511" creationId="{979A24D8-5B52-32E5-29AA-81FFE1BBAB0B}"/>
          </ac:spMkLst>
        </pc:spChg>
        <pc:spChg chg="mod">
          <ac:chgData name="Sergio Daniel Ladino Delgado" userId="2583be0d34a50219" providerId="LiveId" clId="{9216CCCD-79C5-4B94-BFB8-329B8BF4AD03}" dt="2026-06-12T00:45:24.233" v="2542" actId="1076"/>
          <ac:spMkLst>
            <pc:docMk/>
            <pc:sldMk cId="2312176796" sldId="394"/>
            <ac:spMk id="516" creationId="{D0F0DD09-096A-425B-7EBD-C18679D54322}"/>
          </ac:spMkLst>
        </pc:spChg>
        <pc:grpChg chg="del">
          <ac:chgData name="Sergio Daniel Ladino Delgado" userId="2583be0d34a50219" providerId="LiveId" clId="{9216CCCD-79C5-4B94-BFB8-329B8BF4AD03}" dt="2026-06-12T00:45:32.926" v="2548" actId="478"/>
          <ac:grpSpMkLst>
            <pc:docMk/>
            <pc:sldMk cId="2312176796" sldId="394"/>
            <ac:grpSpMk id="8" creationId="{A1D51CE1-C2CD-76C8-ABDF-93D2726DF251}"/>
          </ac:grpSpMkLst>
        </pc:grpChg>
        <pc:grpChg chg="del">
          <ac:chgData name="Sergio Daniel Ladino Delgado" userId="2583be0d34a50219" providerId="LiveId" clId="{9216CCCD-79C5-4B94-BFB8-329B8BF4AD03}" dt="2026-06-12T00:45:03.595" v="2536" actId="478"/>
          <ac:grpSpMkLst>
            <pc:docMk/>
            <pc:sldMk cId="2312176796" sldId="394"/>
            <ac:grpSpMk id="34" creationId="{D0B79825-A8D5-B1B4-74D2-767ECC0E5F0C}"/>
          </ac:grpSpMkLst>
        </pc:grpChg>
        <pc:grpChg chg="del">
          <ac:chgData name="Sergio Daniel Ladino Delgado" userId="2583be0d34a50219" providerId="LiveId" clId="{9216CCCD-79C5-4B94-BFB8-329B8BF4AD03}" dt="2026-06-12T00:45:02.366" v="2535" actId="478"/>
          <ac:grpSpMkLst>
            <pc:docMk/>
            <pc:sldMk cId="2312176796" sldId="394"/>
            <ac:grpSpMk id="63" creationId="{14BFF97F-C8E9-03C5-2D77-CDA73F4AEA76}"/>
          </ac:grpSpMkLst>
        </pc:grpChg>
        <pc:grpChg chg="del mod">
          <ac:chgData name="Sergio Daniel Ladino Delgado" userId="2583be0d34a50219" providerId="LiveId" clId="{9216CCCD-79C5-4B94-BFB8-329B8BF4AD03}" dt="2026-06-12T00:45:25.961" v="2543" actId="478"/>
          <ac:grpSpMkLst>
            <pc:docMk/>
            <pc:sldMk cId="2312176796" sldId="394"/>
            <ac:grpSpMk id="134" creationId="{E142738B-0D89-B2A7-7A15-30D7CC558364}"/>
          </ac:grpSpMkLst>
        </pc:grpChg>
        <pc:grpChg chg="del">
          <ac:chgData name="Sergio Daniel Ladino Delgado" userId="2583be0d34a50219" providerId="LiveId" clId="{9216CCCD-79C5-4B94-BFB8-329B8BF4AD03}" dt="2026-06-12T00:45:32.926" v="2548" actId="478"/>
          <ac:grpSpMkLst>
            <pc:docMk/>
            <pc:sldMk cId="2312176796" sldId="394"/>
            <ac:grpSpMk id="183" creationId="{6E402841-BBA9-1CAD-535D-06FC6A606A83}"/>
          </ac:grpSpMkLst>
        </pc:grpChg>
        <pc:grpChg chg="del mod">
          <ac:chgData name="Sergio Daniel Ladino Delgado" userId="2583be0d34a50219" providerId="LiveId" clId="{9216CCCD-79C5-4B94-BFB8-329B8BF4AD03}" dt="2026-06-12T00:45:29.698" v="2546" actId="478"/>
          <ac:grpSpMkLst>
            <pc:docMk/>
            <pc:sldMk cId="2312176796" sldId="394"/>
            <ac:grpSpMk id="189" creationId="{7502A5F8-C583-C998-FE16-4A9E9B293D0F}"/>
          </ac:grpSpMkLst>
        </pc:grpChg>
        <pc:grpChg chg="del">
          <ac:chgData name="Sergio Daniel Ladino Delgado" userId="2583be0d34a50219" providerId="LiveId" clId="{9216CCCD-79C5-4B94-BFB8-329B8BF4AD03}" dt="2026-06-12T00:45:30.343" v="2547" actId="478"/>
          <ac:grpSpMkLst>
            <pc:docMk/>
            <pc:sldMk cId="2312176796" sldId="394"/>
            <ac:grpSpMk id="262" creationId="{42C55447-1E12-BAA2-C7E5-8F4158885469}"/>
          </ac:grpSpMkLst>
        </pc:grpChg>
        <pc:grpChg chg="del mod">
          <ac:chgData name="Sergio Daniel Ladino Delgado" userId="2583be0d34a50219" providerId="LiveId" clId="{9216CCCD-79C5-4B94-BFB8-329B8BF4AD03}" dt="2026-06-12T00:45:32.926" v="2548" actId="478"/>
          <ac:grpSpMkLst>
            <pc:docMk/>
            <pc:sldMk cId="2312176796" sldId="394"/>
            <ac:grpSpMk id="275" creationId="{232E93A5-8CDB-A75A-89CE-65FE8D19CDE7}"/>
          </ac:grpSpMkLst>
        </pc:grpChg>
        <pc:grpChg chg="add del">
          <ac:chgData name="Sergio Daniel Ladino Delgado" userId="2583be0d34a50219" providerId="LiveId" clId="{9216CCCD-79C5-4B94-BFB8-329B8BF4AD03}" dt="2026-06-12T00:45:28.098" v="2545" actId="478"/>
          <ac:grpSpMkLst>
            <pc:docMk/>
            <pc:sldMk cId="2312176796" sldId="394"/>
            <ac:grpSpMk id="280" creationId="{1DA28F07-53B3-4B60-FAF7-3862C4EE3CA4}"/>
          </ac:grpSpMkLst>
        </pc:grpChg>
        <pc:grpChg chg="mod">
          <ac:chgData name="Sergio Daniel Ladino Delgado" userId="2583be0d34a50219" providerId="LiveId" clId="{9216CCCD-79C5-4B94-BFB8-329B8BF4AD03}" dt="2026-06-12T00:45:24.233" v="2542" actId="1076"/>
          <ac:grpSpMkLst>
            <pc:docMk/>
            <pc:sldMk cId="2312176796" sldId="394"/>
            <ac:grpSpMk id="358" creationId="{FAE0B5CA-3FD4-2ADD-D1AA-E2F0480D3BAF}"/>
          </ac:grpSpMkLst>
        </pc:grpChg>
        <pc:grpChg chg="del mod">
          <ac:chgData name="Sergio Daniel Ladino Delgado" userId="2583be0d34a50219" providerId="LiveId" clId="{9216CCCD-79C5-4B94-BFB8-329B8BF4AD03}" dt="2026-06-12T00:45:55.503" v="2555" actId="478"/>
          <ac:grpSpMkLst>
            <pc:docMk/>
            <pc:sldMk cId="2312176796" sldId="394"/>
            <ac:grpSpMk id="369" creationId="{B6774387-7C0A-5ED2-2EE5-987C88C48C8C}"/>
          </ac:grpSpMkLst>
        </pc:grpChg>
        <pc:grpChg chg="mod">
          <ac:chgData name="Sergio Daniel Ladino Delgado" userId="2583be0d34a50219" providerId="LiveId" clId="{9216CCCD-79C5-4B94-BFB8-329B8BF4AD03}" dt="2026-06-12T00:45:24.233" v="2542" actId="1076"/>
          <ac:grpSpMkLst>
            <pc:docMk/>
            <pc:sldMk cId="2312176796" sldId="394"/>
            <ac:grpSpMk id="426" creationId="{2D2E3DDD-9BD8-2D50-C54F-5EFD06A46AAD}"/>
          </ac:grpSpMkLst>
        </pc:grpChg>
        <pc:grpChg chg="add del">
          <ac:chgData name="Sergio Daniel Ladino Delgado" userId="2583be0d34a50219" providerId="LiveId" clId="{9216CCCD-79C5-4B94-BFB8-329B8BF4AD03}" dt="2026-06-12T00:46:04.782" v="2558" actId="478"/>
          <ac:grpSpMkLst>
            <pc:docMk/>
            <pc:sldMk cId="2312176796" sldId="394"/>
            <ac:grpSpMk id="512" creationId="{E76C50BD-53F6-A9D7-8A8A-40427C7F809D}"/>
          </ac:grpSpMkLst>
        </pc:grpChg>
        <pc:grpChg chg="mod">
          <ac:chgData name="Sergio Daniel Ladino Delgado" userId="2583be0d34a50219" providerId="LiveId" clId="{9216CCCD-79C5-4B94-BFB8-329B8BF4AD03}" dt="2026-06-12T00:46:18.092" v="2563" actId="1076"/>
          <ac:grpSpMkLst>
            <pc:docMk/>
            <pc:sldMk cId="2312176796" sldId="394"/>
            <ac:grpSpMk id="517" creationId="{316EDE6F-8CC4-5845-425E-6311130B2BBC}"/>
          </ac:grpSpMkLst>
        </pc:grpChg>
        <pc:picChg chg="del">
          <ac:chgData name="Sergio Daniel Ladino Delgado" userId="2583be0d34a50219" providerId="LiveId" clId="{9216CCCD-79C5-4B94-BFB8-329B8BF4AD03}" dt="2026-06-12T00:45:43.080" v="2551" actId="478"/>
          <ac:picMkLst>
            <pc:docMk/>
            <pc:sldMk cId="2312176796" sldId="394"/>
            <ac:picMk id="282" creationId="{903EF94F-A081-E46B-1E2D-63A2ADC9F1BF}"/>
          </ac:picMkLst>
        </pc:picChg>
        <pc:picChg chg="del">
          <ac:chgData name="Sergio Daniel Ladino Delgado" userId="2583be0d34a50219" providerId="LiveId" clId="{9216CCCD-79C5-4B94-BFB8-329B8BF4AD03}" dt="2026-06-12T00:45:53.808" v="2554" actId="478"/>
          <ac:picMkLst>
            <pc:docMk/>
            <pc:sldMk cId="2312176796" sldId="394"/>
            <ac:picMk id="374" creationId="{765B8F43-51F6-867E-E940-69BB97A186F7}"/>
          </ac:picMkLst>
        </pc:picChg>
      </pc:sldChg>
      <pc:sldChg chg="addSp delSp modSp add mod">
        <pc:chgData name="Sergio Daniel Ladino Delgado" userId="2583be0d34a50219" providerId="LiveId" clId="{9216CCCD-79C5-4B94-BFB8-329B8BF4AD03}" dt="2026-06-12T00:53:00.174" v="2640" actId="20577"/>
        <pc:sldMkLst>
          <pc:docMk/>
          <pc:sldMk cId="3468698496" sldId="395"/>
        </pc:sldMkLst>
        <pc:spChg chg="del mod">
          <ac:chgData name="Sergio Daniel Ladino Delgado" userId="2583be0d34a50219" providerId="LiveId" clId="{9216CCCD-79C5-4B94-BFB8-329B8BF4AD03}" dt="2026-06-12T00:47:38.279" v="2575" actId="478"/>
          <ac:spMkLst>
            <pc:docMk/>
            <pc:sldMk cId="3468698496" sldId="395"/>
            <ac:spMk id="10" creationId="{23D9C0BE-2208-F8E0-D710-E4BDC82BB5AC}"/>
          </ac:spMkLst>
        </pc:spChg>
        <pc:spChg chg="del mod">
          <ac:chgData name="Sergio Daniel Ladino Delgado" userId="2583be0d34a50219" providerId="LiveId" clId="{9216CCCD-79C5-4B94-BFB8-329B8BF4AD03}" dt="2026-06-12T00:47:41.271" v="2578" actId="478"/>
          <ac:spMkLst>
            <pc:docMk/>
            <pc:sldMk cId="3468698496" sldId="395"/>
            <ac:spMk id="11" creationId="{DAADC46E-A803-347B-1403-B42E55E2A158}"/>
          </ac:spMkLst>
        </pc:spChg>
        <pc:spChg chg="del">
          <ac:chgData name="Sergio Daniel Ladino Delgado" userId="2583be0d34a50219" providerId="LiveId" clId="{9216CCCD-79C5-4B94-BFB8-329B8BF4AD03}" dt="2026-06-12T00:47:43.562" v="2580" actId="478"/>
          <ac:spMkLst>
            <pc:docMk/>
            <pc:sldMk cId="3468698496" sldId="395"/>
            <ac:spMk id="14" creationId="{358CC169-E172-A7E6-1F1D-E9940DC127DC}"/>
          </ac:spMkLst>
        </pc:spChg>
        <pc:spChg chg="mod">
          <ac:chgData name="Sergio Daniel Ladino Delgado" userId="2583be0d34a50219" providerId="LiveId" clId="{9216CCCD-79C5-4B94-BFB8-329B8BF4AD03}" dt="2026-06-12T00:47:32.704" v="2573" actId="1076"/>
          <ac:spMkLst>
            <pc:docMk/>
            <pc:sldMk cId="3468698496" sldId="395"/>
            <ac:spMk id="41" creationId="{C5D44745-5334-8519-0B6A-1D34568971BE}"/>
          </ac:spMkLst>
        </pc:spChg>
        <pc:spChg chg="mod">
          <ac:chgData name="Sergio Daniel Ladino Delgado" userId="2583be0d34a50219" providerId="LiveId" clId="{9216CCCD-79C5-4B94-BFB8-329B8BF4AD03}" dt="2026-06-12T00:47:32.704" v="2573" actId="1076"/>
          <ac:spMkLst>
            <pc:docMk/>
            <pc:sldMk cId="3468698496" sldId="395"/>
            <ac:spMk id="42" creationId="{C44A3C6F-49A7-E088-4540-95C353C66C29}"/>
          </ac:spMkLst>
        </pc:spChg>
        <pc:spChg chg="mod topLvl">
          <ac:chgData name="Sergio Daniel Ladino Delgado" userId="2583be0d34a50219" providerId="LiveId" clId="{9216CCCD-79C5-4B94-BFB8-329B8BF4AD03}" dt="2026-06-12T00:48:11.500" v="2590" actId="165"/>
          <ac:spMkLst>
            <pc:docMk/>
            <pc:sldMk cId="3468698496" sldId="395"/>
            <ac:spMk id="53" creationId="{1B9B0A81-1E9F-514D-3857-07CA69BD2B7D}"/>
          </ac:spMkLst>
        </pc:spChg>
        <pc:spChg chg="mod topLvl">
          <ac:chgData name="Sergio Daniel Ladino Delgado" userId="2583be0d34a50219" providerId="LiveId" clId="{9216CCCD-79C5-4B94-BFB8-329B8BF4AD03}" dt="2026-06-12T00:48:11.500" v="2590" actId="165"/>
          <ac:spMkLst>
            <pc:docMk/>
            <pc:sldMk cId="3468698496" sldId="395"/>
            <ac:spMk id="56" creationId="{C6A03B3D-74B4-14A2-AFC9-26F75B1B55C5}"/>
          </ac:spMkLst>
        </pc:spChg>
        <pc:spChg chg="mod topLvl">
          <ac:chgData name="Sergio Daniel Ladino Delgado" userId="2583be0d34a50219" providerId="LiveId" clId="{9216CCCD-79C5-4B94-BFB8-329B8BF4AD03}" dt="2026-06-12T00:48:11.500" v="2590" actId="165"/>
          <ac:spMkLst>
            <pc:docMk/>
            <pc:sldMk cId="3468698496" sldId="395"/>
            <ac:spMk id="266" creationId="{4D715591-FD3B-D767-F358-6D39FCEEDA0D}"/>
          </ac:spMkLst>
        </pc:spChg>
        <pc:spChg chg="mod topLvl">
          <ac:chgData name="Sergio Daniel Ladino Delgado" userId="2583be0d34a50219" providerId="LiveId" clId="{9216CCCD-79C5-4B94-BFB8-329B8BF4AD03}" dt="2026-06-12T00:47:36.187" v="2574" actId="165"/>
          <ac:spMkLst>
            <pc:docMk/>
            <pc:sldMk cId="3468698496" sldId="395"/>
            <ac:spMk id="374" creationId="{E875AB20-A760-D4C3-39EC-53E80B2BE704}"/>
          </ac:spMkLst>
        </pc:spChg>
        <pc:spChg chg="mod topLvl">
          <ac:chgData name="Sergio Daniel Ladino Delgado" userId="2583be0d34a50219" providerId="LiveId" clId="{9216CCCD-79C5-4B94-BFB8-329B8BF4AD03}" dt="2026-06-12T00:48:11.500" v="2590" actId="165"/>
          <ac:spMkLst>
            <pc:docMk/>
            <pc:sldMk cId="3468698496" sldId="395"/>
            <ac:spMk id="511" creationId="{21B1C022-B6CD-74F9-397E-3C3F99C72756}"/>
          </ac:spMkLst>
        </pc:spChg>
        <pc:spChg chg="mod topLvl">
          <ac:chgData name="Sergio Daniel Ladino Delgado" userId="2583be0d34a50219" providerId="LiveId" clId="{9216CCCD-79C5-4B94-BFB8-329B8BF4AD03}" dt="2026-06-12T00:48:11.500" v="2590" actId="165"/>
          <ac:spMkLst>
            <pc:docMk/>
            <pc:sldMk cId="3468698496" sldId="395"/>
            <ac:spMk id="557" creationId="{69A779AD-E38F-1E4E-6D18-DAB752073763}"/>
          </ac:spMkLst>
        </pc:spChg>
        <pc:spChg chg="add mod topLvl">
          <ac:chgData name="Sergio Daniel Ladino Delgado" userId="2583be0d34a50219" providerId="LiveId" clId="{9216CCCD-79C5-4B94-BFB8-329B8BF4AD03}" dt="2026-06-12T00:49:32.238" v="2601" actId="1076"/>
          <ac:spMkLst>
            <pc:docMk/>
            <pc:sldMk cId="3468698496" sldId="395"/>
            <ac:spMk id="562" creationId="{3B82E3A3-8527-AE93-7202-CF263FC8C92A}"/>
          </ac:spMkLst>
        </pc:spChg>
        <pc:spChg chg="mod topLvl">
          <ac:chgData name="Sergio Daniel Ladino Delgado" userId="2583be0d34a50219" providerId="LiveId" clId="{9216CCCD-79C5-4B94-BFB8-329B8BF4AD03}" dt="2026-06-12T00:48:11.500" v="2590" actId="165"/>
          <ac:spMkLst>
            <pc:docMk/>
            <pc:sldMk cId="3468698496" sldId="395"/>
            <ac:spMk id="573" creationId="{0BE2407E-1B55-682E-9856-E849EF611DEF}"/>
          </ac:spMkLst>
        </pc:spChg>
        <pc:spChg chg="mod">
          <ac:chgData name="Sergio Daniel Ladino Delgado" userId="2583be0d34a50219" providerId="LiveId" clId="{9216CCCD-79C5-4B94-BFB8-329B8BF4AD03}" dt="2026-06-12T00:47:32.704" v="2573" actId="1076"/>
          <ac:spMkLst>
            <pc:docMk/>
            <pc:sldMk cId="3468698496" sldId="395"/>
            <ac:spMk id="581" creationId="{C66D7E9A-CDD6-685E-486E-DFC5E82FD9E5}"/>
          </ac:spMkLst>
        </pc:spChg>
        <pc:spChg chg="mod">
          <ac:chgData name="Sergio Daniel Ladino Delgado" userId="2583be0d34a50219" providerId="LiveId" clId="{9216CCCD-79C5-4B94-BFB8-329B8BF4AD03}" dt="2026-06-12T00:48:21.881" v="2594" actId="255"/>
          <ac:spMkLst>
            <pc:docMk/>
            <pc:sldMk cId="3468698496" sldId="395"/>
            <ac:spMk id="602" creationId="{73C6361A-C0BC-1874-BF05-CF806893D0CD}"/>
          </ac:spMkLst>
        </pc:spChg>
        <pc:spChg chg="del">
          <ac:chgData name="Sergio Daniel Ladino Delgado" userId="2583be0d34a50219" providerId="LiveId" clId="{9216CCCD-79C5-4B94-BFB8-329B8BF4AD03}" dt="2026-06-12T00:48:14.631" v="2592" actId="478"/>
          <ac:spMkLst>
            <pc:docMk/>
            <pc:sldMk cId="3468698496" sldId="395"/>
            <ac:spMk id="605" creationId="{9AD45389-D805-B46E-3BBF-DF2B0F770CCB}"/>
          </ac:spMkLst>
        </pc:spChg>
        <pc:spChg chg="mod topLvl">
          <ac:chgData name="Sergio Daniel Ladino Delgado" userId="2583be0d34a50219" providerId="LiveId" clId="{9216CCCD-79C5-4B94-BFB8-329B8BF4AD03}" dt="2026-06-12T00:48:11.500" v="2590" actId="165"/>
          <ac:spMkLst>
            <pc:docMk/>
            <pc:sldMk cId="3468698496" sldId="395"/>
            <ac:spMk id="611" creationId="{154BFDFF-9D72-38C6-2C4A-D0A5A419A914}"/>
          </ac:spMkLst>
        </pc:spChg>
        <pc:spChg chg="mod">
          <ac:chgData name="Sergio Daniel Ladino Delgado" userId="2583be0d34a50219" providerId="LiveId" clId="{9216CCCD-79C5-4B94-BFB8-329B8BF4AD03}" dt="2026-06-12T00:49:13.450" v="2598" actId="255"/>
          <ac:spMkLst>
            <pc:docMk/>
            <pc:sldMk cId="3468698496" sldId="395"/>
            <ac:spMk id="626" creationId="{4F06B6C9-9AB6-B304-86F4-55285DCB0FE6}"/>
          </ac:spMkLst>
        </pc:spChg>
        <pc:spChg chg="mod">
          <ac:chgData name="Sergio Daniel Ladino Delgado" userId="2583be0d34a50219" providerId="LiveId" clId="{9216CCCD-79C5-4B94-BFB8-329B8BF4AD03}" dt="2026-06-12T00:47:32.704" v="2573" actId="1076"/>
          <ac:spMkLst>
            <pc:docMk/>
            <pc:sldMk cId="3468698496" sldId="395"/>
            <ac:spMk id="627" creationId="{550BDEAD-5863-51F8-139E-35EF9329F224}"/>
          </ac:spMkLst>
        </pc:spChg>
        <pc:spChg chg="mod">
          <ac:chgData name="Sergio Daniel Ladino Delgado" userId="2583be0d34a50219" providerId="LiveId" clId="{9216CCCD-79C5-4B94-BFB8-329B8BF4AD03}" dt="2026-06-12T00:48:31.302" v="2596" actId="255"/>
          <ac:spMkLst>
            <pc:docMk/>
            <pc:sldMk cId="3468698496" sldId="395"/>
            <ac:spMk id="640" creationId="{EFD23692-0138-92B5-FF26-93BCEF7842C2}"/>
          </ac:spMkLst>
        </pc:spChg>
        <pc:spChg chg="del">
          <ac:chgData name="Sergio Daniel Ladino Delgado" userId="2583be0d34a50219" providerId="LiveId" clId="{9216CCCD-79C5-4B94-BFB8-329B8BF4AD03}" dt="2026-06-12T00:48:13.999" v="2591" actId="478"/>
          <ac:spMkLst>
            <pc:docMk/>
            <pc:sldMk cId="3468698496" sldId="395"/>
            <ac:spMk id="643" creationId="{E01166DF-70BB-C462-76B0-B1A498FAE703}"/>
          </ac:spMkLst>
        </pc:spChg>
        <pc:spChg chg="mod topLvl">
          <ac:chgData name="Sergio Daniel Ladino Delgado" userId="2583be0d34a50219" providerId="LiveId" clId="{9216CCCD-79C5-4B94-BFB8-329B8BF4AD03}" dt="2026-06-12T00:48:11.500" v="2590" actId="165"/>
          <ac:spMkLst>
            <pc:docMk/>
            <pc:sldMk cId="3468698496" sldId="395"/>
            <ac:spMk id="645" creationId="{FEA3FB81-103F-E9BF-02F8-F7AF2124BBE6}"/>
          </ac:spMkLst>
        </pc:spChg>
        <pc:spChg chg="mod topLvl">
          <ac:chgData name="Sergio Daniel Ladino Delgado" userId="2583be0d34a50219" providerId="LiveId" clId="{9216CCCD-79C5-4B94-BFB8-329B8BF4AD03}" dt="2026-06-12T00:48:11.500" v="2590" actId="165"/>
          <ac:spMkLst>
            <pc:docMk/>
            <pc:sldMk cId="3468698496" sldId="395"/>
            <ac:spMk id="652" creationId="{7EA0D902-DD37-2174-DD77-C5780B388CA4}"/>
          </ac:spMkLst>
        </pc:spChg>
        <pc:spChg chg="mod">
          <ac:chgData name="Sergio Daniel Ladino Delgado" userId="2583be0d34a50219" providerId="LiveId" clId="{9216CCCD-79C5-4B94-BFB8-329B8BF4AD03}" dt="2026-06-12T00:49:21.469" v="2600" actId="255"/>
          <ac:spMkLst>
            <pc:docMk/>
            <pc:sldMk cId="3468698496" sldId="395"/>
            <ac:spMk id="658" creationId="{2E3D6AB0-DF03-27A1-8CE2-D25B278468EF}"/>
          </ac:spMkLst>
        </pc:spChg>
        <pc:spChg chg="del">
          <ac:chgData name="Sergio Daniel Ladino Delgado" userId="2583be0d34a50219" providerId="LiveId" clId="{9216CCCD-79C5-4B94-BFB8-329B8BF4AD03}" dt="2026-06-12T00:49:49.856" v="2607" actId="478"/>
          <ac:spMkLst>
            <pc:docMk/>
            <pc:sldMk cId="3468698496" sldId="395"/>
            <ac:spMk id="659" creationId="{6617333D-7E96-4345-5236-BA5683D65642}"/>
          </ac:spMkLst>
        </pc:spChg>
        <pc:spChg chg="del">
          <ac:chgData name="Sergio Daniel Ladino Delgado" userId="2583be0d34a50219" providerId="LiveId" clId="{9216CCCD-79C5-4B94-BFB8-329B8BF4AD03}" dt="2026-06-12T00:49:35.822" v="2602" actId="478"/>
          <ac:spMkLst>
            <pc:docMk/>
            <pc:sldMk cId="3468698496" sldId="395"/>
            <ac:spMk id="660" creationId="{CCA0280C-A7A6-C96D-5D5D-34A87E8A8D7F}"/>
          </ac:spMkLst>
        </pc:spChg>
        <pc:spChg chg="del mod">
          <ac:chgData name="Sergio Daniel Ladino Delgado" userId="2583be0d34a50219" providerId="LiveId" clId="{9216CCCD-79C5-4B94-BFB8-329B8BF4AD03}" dt="2026-06-12T00:49:48.142" v="2606" actId="478"/>
          <ac:spMkLst>
            <pc:docMk/>
            <pc:sldMk cId="3468698496" sldId="395"/>
            <ac:spMk id="661" creationId="{3BDB4AB8-30E8-FCCA-88A9-C66D074F438D}"/>
          </ac:spMkLst>
        </pc:spChg>
        <pc:spChg chg="del">
          <ac:chgData name="Sergio Daniel Ladino Delgado" userId="2583be0d34a50219" providerId="LiveId" clId="{9216CCCD-79C5-4B94-BFB8-329B8BF4AD03}" dt="2026-06-12T00:49:46.632" v="2604" actId="478"/>
          <ac:spMkLst>
            <pc:docMk/>
            <pc:sldMk cId="3468698496" sldId="395"/>
            <ac:spMk id="662" creationId="{2D2DEAD2-C069-32F9-E428-4AED06763A11}"/>
          </ac:spMkLst>
        </pc:spChg>
        <pc:spChg chg="del mod">
          <ac:chgData name="Sergio Daniel Ladino Delgado" userId="2583be0d34a50219" providerId="LiveId" clId="{9216CCCD-79C5-4B94-BFB8-329B8BF4AD03}" dt="2026-06-12T00:49:53.008" v="2609" actId="478"/>
          <ac:spMkLst>
            <pc:docMk/>
            <pc:sldMk cId="3468698496" sldId="395"/>
            <ac:spMk id="663" creationId="{BBF6B1CA-B35D-2F80-42E3-DB45BD7A4AF1}"/>
          </ac:spMkLst>
        </pc:spChg>
        <pc:spChg chg="del">
          <ac:chgData name="Sergio Daniel Ladino Delgado" userId="2583be0d34a50219" providerId="LiveId" clId="{9216CCCD-79C5-4B94-BFB8-329B8BF4AD03}" dt="2026-06-12T00:49:37.310" v="2603" actId="478"/>
          <ac:spMkLst>
            <pc:docMk/>
            <pc:sldMk cId="3468698496" sldId="395"/>
            <ac:spMk id="664" creationId="{D3739F2F-4284-CB97-42B0-8CC3CE9C59FD}"/>
          </ac:spMkLst>
        </pc:spChg>
        <pc:spChg chg="del">
          <ac:chgData name="Sergio Daniel Ladino Delgado" userId="2583be0d34a50219" providerId="LiveId" clId="{9216CCCD-79C5-4B94-BFB8-329B8BF4AD03}" dt="2026-06-12T00:49:51.728" v="2608" actId="478"/>
          <ac:spMkLst>
            <pc:docMk/>
            <pc:sldMk cId="3468698496" sldId="395"/>
            <ac:spMk id="665" creationId="{A5290FDF-E2D2-67D8-2D30-F43B50AC6F02}"/>
          </ac:spMkLst>
        </pc:spChg>
        <pc:spChg chg="del">
          <ac:chgData name="Sergio Daniel Ladino Delgado" userId="2583be0d34a50219" providerId="LiveId" clId="{9216CCCD-79C5-4B94-BFB8-329B8BF4AD03}" dt="2026-06-12T00:47:45.143" v="2581" actId="478"/>
          <ac:spMkLst>
            <pc:docMk/>
            <pc:sldMk cId="3468698496" sldId="395"/>
            <ac:spMk id="667" creationId="{93617843-F8E7-8E1A-0A70-63B9FCC8379F}"/>
          </ac:spMkLst>
        </pc:spChg>
        <pc:spChg chg="del">
          <ac:chgData name="Sergio Daniel Ladino Delgado" userId="2583be0d34a50219" providerId="LiveId" clId="{9216CCCD-79C5-4B94-BFB8-329B8BF4AD03}" dt="2026-06-12T00:47:41.991" v="2579" actId="478"/>
          <ac:spMkLst>
            <pc:docMk/>
            <pc:sldMk cId="3468698496" sldId="395"/>
            <ac:spMk id="668" creationId="{5A34DC79-784D-DE81-BDC2-9A47B74BDF3B}"/>
          </ac:spMkLst>
        </pc:spChg>
        <pc:spChg chg="add mod">
          <ac:chgData name="Sergio Daniel Ladino Delgado" userId="2583be0d34a50219" providerId="LiveId" clId="{9216CCCD-79C5-4B94-BFB8-329B8BF4AD03}" dt="2026-06-12T00:52:39.512" v="2629" actId="1076"/>
          <ac:spMkLst>
            <pc:docMk/>
            <pc:sldMk cId="3468698496" sldId="395"/>
            <ac:spMk id="670" creationId="{710D89F2-6143-9740-8E4C-E34E54E67AC7}"/>
          </ac:spMkLst>
        </pc:spChg>
        <pc:spChg chg="add mod">
          <ac:chgData name="Sergio Daniel Ladino Delgado" userId="2583be0d34a50219" providerId="LiveId" clId="{9216CCCD-79C5-4B94-BFB8-329B8BF4AD03}" dt="2026-06-12T00:53:00.174" v="2640" actId="20577"/>
          <ac:spMkLst>
            <pc:docMk/>
            <pc:sldMk cId="3468698496" sldId="395"/>
            <ac:spMk id="671" creationId="{ACE8AFCA-96C1-B68F-C2CF-7F10CA55A10C}"/>
          </ac:spMkLst>
        </pc:spChg>
        <pc:grpChg chg="del">
          <ac:chgData name="Sergio Daniel Ladino Delgado" userId="2583be0d34a50219" providerId="LiveId" clId="{9216CCCD-79C5-4B94-BFB8-329B8BF4AD03}" dt="2026-06-12T00:46:57.703" v="2565" actId="478"/>
          <ac:grpSpMkLst>
            <pc:docMk/>
            <pc:sldMk cId="3468698496" sldId="395"/>
            <ac:grpSpMk id="517" creationId="{F02152A1-10D2-8495-FF3A-F38CD13A7BBA}"/>
          </ac:grpSpMkLst>
        </pc:grpChg>
        <pc:grpChg chg="mod">
          <ac:chgData name="Sergio Daniel Ladino Delgado" userId="2583be0d34a50219" providerId="LiveId" clId="{9216CCCD-79C5-4B94-BFB8-329B8BF4AD03}" dt="2026-06-12T00:48:10.019" v="2589" actId="14100"/>
          <ac:grpSpMkLst>
            <pc:docMk/>
            <pc:sldMk cId="3468698496" sldId="395"/>
            <ac:grpSpMk id="669" creationId="{EC98190E-73C9-E528-826C-2734D86D130D}"/>
          </ac:grpSpMkLst>
        </pc:grpChg>
        <pc:picChg chg="add del">
          <ac:chgData name="Sergio Daniel Ladino Delgado" userId="2583be0d34a50219" providerId="LiveId" clId="{9216CCCD-79C5-4B94-BFB8-329B8BF4AD03}" dt="2026-06-12T00:47:19.653" v="2567" actId="21"/>
          <ac:picMkLst>
            <pc:docMk/>
            <pc:sldMk cId="3468698496" sldId="395"/>
            <ac:picMk id="6" creationId="{727C340F-D2E6-F4C7-4E63-3AF57435EB4E}"/>
          </ac:picMkLst>
        </pc:picChg>
        <pc:picChg chg="add del mod">
          <ac:chgData name="Sergio Daniel Ladino Delgado" userId="2583be0d34a50219" providerId="LiveId" clId="{9216CCCD-79C5-4B94-BFB8-329B8BF4AD03}" dt="2026-06-12T00:47:29.071" v="2571" actId="22"/>
          <ac:picMkLst>
            <pc:docMk/>
            <pc:sldMk cId="3468698496" sldId="395"/>
            <ac:picMk id="8" creationId="{7543D1F0-0A34-F833-434F-4AF7902C2388}"/>
          </ac:picMkLst>
        </pc:picChg>
        <pc:picChg chg="del">
          <ac:chgData name="Sergio Daniel Ladino Delgado" userId="2583be0d34a50219" providerId="LiveId" clId="{9216CCCD-79C5-4B94-BFB8-329B8BF4AD03}" dt="2026-06-12T00:47:39.678" v="2577" actId="478"/>
          <ac:picMkLst>
            <pc:docMk/>
            <pc:sldMk cId="3468698496" sldId="395"/>
            <ac:picMk id="13" creationId="{C834DB01-6BB0-AFF7-5BC9-30B1947EC7A0}"/>
          </ac:picMkLst>
        </pc:picChg>
      </pc:sldChg>
      <pc:sldChg chg="addSp delSp modSp add mod">
        <pc:chgData name="Sergio Daniel Ladino Delgado" userId="2583be0d34a50219" providerId="LiveId" clId="{9216CCCD-79C5-4B94-BFB8-329B8BF4AD03}" dt="2026-06-12T00:54:22.142" v="2660" actId="1076"/>
        <pc:sldMkLst>
          <pc:docMk/>
          <pc:sldMk cId="2785097086" sldId="396"/>
        </pc:sldMkLst>
        <pc:spChg chg="mod">
          <ac:chgData name="Sergio Daniel Ladino Delgado" userId="2583be0d34a50219" providerId="LiveId" clId="{9216CCCD-79C5-4B94-BFB8-329B8BF4AD03}" dt="2026-06-12T00:53:18.843" v="2643"/>
          <ac:spMkLst>
            <pc:docMk/>
            <pc:sldMk cId="2785097086" sldId="396"/>
            <ac:spMk id="8" creationId="{84117B12-74F4-D9F8-F38E-ACFC1148E3A1}"/>
          </ac:spMkLst>
        </pc:spChg>
        <pc:spChg chg="mod">
          <ac:chgData name="Sergio Daniel Ladino Delgado" userId="2583be0d34a50219" providerId="LiveId" clId="{9216CCCD-79C5-4B94-BFB8-329B8BF4AD03}" dt="2026-06-12T00:53:18.843" v="2643"/>
          <ac:spMkLst>
            <pc:docMk/>
            <pc:sldMk cId="2785097086" sldId="396"/>
            <ac:spMk id="10" creationId="{2C1A5A95-FDD3-DAC9-328D-F1535FD3439B}"/>
          </ac:spMkLst>
        </pc:spChg>
        <pc:spChg chg="mod">
          <ac:chgData name="Sergio Daniel Ladino Delgado" userId="2583be0d34a50219" providerId="LiveId" clId="{9216CCCD-79C5-4B94-BFB8-329B8BF4AD03}" dt="2026-06-12T00:53:18.843" v="2643"/>
          <ac:spMkLst>
            <pc:docMk/>
            <pc:sldMk cId="2785097086" sldId="396"/>
            <ac:spMk id="11" creationId="{2F7B9BAD-0AAC-FC88-E9EF-BAFF4F8A5985}"/>
          </ac:spMkLst>
        </pc:spChg>
        <pc:spChg chg="mod">
          <ac:chgData name="Sergio Daniel Ladino Delgado" userId="2583be0d34a50219" providerId="LiveId" clId="{9216CCCD-79C5-4B94-BFB8-329B8BF4AD03}" dt="2026-06-12T00:53:18.843" v="2643"/>
          <ac:spMkLst>
            <pc:docMk/>
            <pc:sldMk cId="2785097086" sldId="396"/>
            <ac:spMk id="12" creationId="{86273FBA-5AF6-2BB2-72B4-9A04FC493C7F}"/>
          </ac:spMkLst>
        </pc:spChg>
        <pc:spChg chg="del">
          <ac:chgData name="Sergio Daniel Ladino Delgado" userId="2583be0d34a50219" providerId="LiveId" clId="{9216CCCD-79C5-4B94-BFB8-329B8BF4AD03}" dt="2026-06-12T00:53:11.870" v="2642" actId="478"/>
          <ac:spMkLst>
            <pc:docMk/>
            <pc:sldMk cId="2785097086" sldId="396"/>
            <ac:spMk id="21" creationId="{26776B74-6151-D501-9427-8B02B7B55D34}"/>
          </ac:spMkLst>
        </pc:spChg>
        <pc:spChg chg="del">
          <ac:chgData name="Sergio Daniel Ladino Delgado" userId="2583be0d34a50219" providerId="LiveId" clId="{9216CCCD-79C5-4B94-BFB8-329B8BF4AD03}" dt="2026-06-12T00:53:11.870" v="2642" actId="478"/>
          <ac:spMkLst>
            <pc:docMk/>
            <pc:sldMk cId="2785097086" sldId="396"/>
            <ac:spMk id="35" creationId="{9632D4EE-B474-6C41-3FD8-537C66E70D03}"/>
          </ac:spMkLst>
        </pc:spChg>
        <pc:spChg chg="mod">
          <ac:chgData name="Sergio Daniel Ladino Delgado" userId="2583be0d34a50219" providerId="LiveId" clId="{9216CCCD-79C5-4B94-BFB8-329B8BF4AD03}" dt="2026-06-12T00:53:18.843" v="2643"/>
          <ac:spMkLst>
            <pc:docMk/>
            <pc:sldMk cId="2785097086" sldId="396"/>
            <ac:spMk id="43" creationId="{EBBBAA3E-A39F-7D21-A4C2-34F95885BFA6}"/>
          </ac:spMkLst>
        </pc:spChg>
        <pc:spChg chg="del">
          <ac:chgData name="Sergio Daniel Ladino Delgado" userId="2583be0d34a50219" providerId="LiveId" clId="{9216CCCD-79C5-4B94-BFB8-329B8BF4AD03}" dt="2026-06-12T00:53:11.870" v="2642" actId="478"/>
          <ac:spMkLst>
            <pc:docMk/>
            <pc:sldMk cId="2785097086" sldId="396"/>
            <ac:spMk id="280" creationId="{397B1BC0-70E3-4030-2EC3-45AE7E07E934}"/>
          </ac:spMkLst>
        </pc:spChg>
        <pc:spChg chg="mod topLvl">
          <ac:chgData name="Sergio Daniel Ladino Delgado" userId="2583be0d34a50219" providerId="LiveId" clId="{9216CCCD-79C5-4B94-BFB8-329B8BF4AD03}" dt="2026-06-12T00:54:11.860" v="2656" actId="164"/>
          <ac:spMkLst>
            <pc:docMk/>
            <pc:sldMk cId="2785097086" sldId="396"/>
            <ac:spMk id="289" creationId="{927EBD31-122C-C506-6A1C-52617062EEF1}"/>
          </ac:spMkLst>
        </pc:spChg>
        <pc:spChg chg="mod topLvl">
          <ac:chgData name="Sergio Daniel Ladino Delgado" userId="2583be0d34a50219" providerId="LiveId" clId="{9216CCCD-79C5-4B94-BFB8-329B8BF4AD03}" dt="2026-06-12T00:54:11.860" v="2656" actId="164"/>
          <ac:spMkLst>
            <pc:docMk/>
            <pc:sldMk cId="2785097086" sldId="396"/>
            <ac:spMk id="307" creationId="{4C63A37C-6159-02FF-1072-A08030CB3338}"/>
          </ac:spMkLst>
        </pc:spChg>
        <pc:spChg chg="mod">
          <ac:chgData name="Sergio Daniel Ladino Delgado" userId="2583be0d34a50219" providerId="LiveId" clId="{9216CCCD-79C5-4B94-BFB8-329B8BF4AD03}" dt="2026-06-12T00:54:11.860" v="2656" actId="164"/>
          <ac:spMkLst>
            <pc:docMk/>
            <pc:sldMk cId="2785097086" sldId="396"/>
            <ac:spMk id="316" creationId="{D5C61ED5-B88C-1A78-E3B9-EE6274A6D551}"/>
          </ac:spMkLst>
        </pc:spChg>
        <pc:spChg chg="mod topLvl">
          <ac:chgData name="Sergio Daniel Ladino Delgado" userId="2583be0d34a50219" providerId="LiveId" clId="{9216CCCD-79C5-4B94-BFB8-329B8BF4AD03}" dt="2026-06-12T00:54:11.860" v="2656" actId="164"/>
          <ac:spMkLst>
            <pc:docMk/>
            <pc:sldMk cId="2785097086" sldId="396"/>
            <ac:spMk id="339" creationId="{C5A0B514-413C-3939-DDFF-261842846A94}"/>
          </ac:spMkLst>
        </pc:spChg>
        <pc:spChg chg="mod topLvl">
          <ac:chgData name="Sergio Daniel Ladino Delgado" userId="2583be0d34a50219" providerId="LiveId" clId="{9216CCCD-79C5-4B94-BFB8-329B8BF4AD03}" dt="2026-06-12T00:54:11.860" v="2656" actId="164"/>
          <ac:spMkLst>
            <pc:docMk/>
            <pc:sldMk cId="2785097086" sldId="396"/>
            <ac:spMk id="353" creationId="{2F3F3A98-7C92-AE31-B6C9-B3CDE5867D1D}"/>
          </ac:spMkLst>
        </pc:spChg>
        <pc:spChg chg="del">
          <ac:chgData name="Sergio Daniel Ladino Delgado" userId="2583be0d34a50219" providerId="LiveId" clId="{9216CCCD-79C5-4B94-BFB8-329B8BF4AD03}" dt="2026-06-12T00:53:11.870" v="2642" actId="478"/>
          <ac:spMkLst>
            <pc:docMk/>
            <pc:sldMk cId="2785097086" sldId="396"/>
            <ac:spMk id="374" creationId="{0C09756C-55D5-94DE-61C1-0E81E3777F98}"/>
          </ac:spMkLst>
        </pc:spChg>
        <pc:spChg chg="mod">
          <ac:chgData name="Sergio Daniel Ladino Delgado" userId="2583be0d34a50219" providerId="LiveId" clId="{9216CCCD-79C5-4B94-BFB8-329B8BF4AD03}" dt="2026-06-12T00:53:38.528" v="2647" actId="1076"/>
          <ac:spMkLst>
            <pc:docMk/>
            <pc:sldMk cId="2785097086" sldId="396"/>
            <ac:spMk id="378" creationId="{00AA193C-1DBA-372E-552E-313527709F97}"/>
          </ac:spMkLst>
        </pc:spChg>
        <pc:spChg chg="mod">
          <ac:chgData name="Sergio Daniel Ladino Delgado" userId="2583be0d34a50219" providerId="LiveId" clId="{9216CCCD-79C5-4B94-BFB8-329B8BF4AD03}" dt="2026-06-12T00:53:38.528" v="2647" actId="1076"/>
          <ac:spMkLst>
            <pc:docMk/>
            <pc:sldMk cId="2785097086" sldId="396"/>
            <ac:spMk id="379" creationId="{9D557C58-D0B2-4ED0-C30A-0A73532CB48A}"/>
          </ac:spMkLst>
        </pc:spChg>
        <pc:spChg chg="mod">
          <ac:chgData name="Sergio Daniel Ladino Delgado" userId="2583be0d34a50219" providerId="LiveId" clId="{9216CCCD-79C5-4B94-BFB8-329B8BF4AD03}" dt="2026-06-12T00:53:18.843" v="2643"/>
          <ac:spMkLst>
            <pc:docMk/>
            <pc:sldMk cId="2785097086" sldId="396"/>
            <ac:spMk id="448" creationId="{F5AF727F-4531-47FA-BAA9-04D179B9D90E}"/>
          </ac:spMkLst>
        </pc:spChg>
        <pc:spChg chg="mod">
          <ac:chgData name="Sergio Daniel Ladino Delgado" userId="2583be0d34a50219" providerId="LiveId" clId="{9216CCCD-79C5-4B94-BFB8-329B8BF4AD03}" dt="2026-06-12T00:53:18.843" v="2643"/>
          <ac:spMkLst>
            <pc:docMk/>
            <pc:sldMk cId="2785097086" sldId="396"/>
            <ac:spMk id="449" creationId="{91914151-AFAF-5EC5-F104-916F1A96FEE6}"/>
          </ac:spMkLst>
        </pc:spChg>
        <pc:spChg chg="mod">
          <ac:chgData name="Sergio Daniel Ladino Delgado" userId="2583be0d34a50219" providerId="LiveId" clId="{9216CCCD-79C5-4B94-BFB8-329B8BF4AD03}" dt="2026-06-12T00:53:18.843" v="2643"/>
          <ac:spMkLst>
            <pc:docMk/>
            <pc:sldMk cId="2785097086" sldId="396"/>
            <ac:spMk id="452" creationId="{23771E5B-8B59-A0B0-8E54-F6F2ACE89829}"/>
          </ac:spMkLst>
        </pc:spChg>
        <pc:spChg chg="mod">
          <ac:chgData name="Sergio Daniel Ladino Delgado" userId="2583be0d34a50219" providerId="LiveId" clId="{9216CCCD-79C5-4B94-BFB8-329B8BF4AD03}" dt="2026-06-12T00:53:18.843" v="2643"/>
          <ac:spMkLst>
            <pc:docMk/>
            <pc:sldMk cId="2785097086" sldId="396"/>
            <ac:spMk id="455" creationId="{0F8DD23B-BBB7-155B-327E-47AFEBF5043F}"/>
          </ac:spMkLst>
        </pc:spChg>
        <pc:spChg chg="mod">
          <ac:chgData name="Sergio Daniel Ladino Delgado" userId="2583be0d34a50219" providerId="LiveId" clId="{9216CCCD-79C5-4B94-BFB8-329B8BF4AD03}" dt="2026-06-12T00:53:18.843" v="2643"/>
          <ac:spMkLst>
            <pc:docMk/>
            <pc:sldMk cId="2785097086" sldId="396"/>
            <ac:spMk id="457" creationId="{DE7F2C93-9D53-A709-C994-954FA53DEFDE}"/>
          </ac:spMkLst>
        </pc:spChg>
        <pc:spChg chg="del mod">
          <ac:chgData name="Sergio Daniel Ladino Delgado" userId="2583be0d34a50219" providerId="LiveId" clId="{9216CCCD-79C5-4B94-BFB8-329B8BF4AD03}" dt="2026-06-12T00:53:49.467" v="2650" actId="478"/>
          <ac:spMkLst>
            <pc:docMk/>
            <pc:sldMk cId="2785097086" sldId="396"/>
            <ac:spMk id="462" creationId="{17D37412-D0F2-021F-7BF8-E7C843AB4812}"/>
          </ac:spMkLst>
        </pc:spChg>
        <pc:spChg chg="add del mod">
          <ac:chgData name="Sergio Daniel Ladino Delgado" userId="2583be0d34a50219" providerId="LiveId" clId="{9216CCCD-79C5-4B94-BFB8-329B8BF4AD03}" dt="2026-06-12T00:53:49.467" v="2650" actId="478"/>
          <ac:spMkLst>
            <pc:docMk/>
            <pc:sldMk cId="2785097086" sldId="396"/>
            <ac:spMk id="463" creationId="{089E8C92-5AEA-19A4-CC8B-222E6BB2700E}"/>
          </ac:spMkLst>
        </pc:spChg>
        <pc:spChg chg="del">
          <ac:chgData name="Sergio Daniel Ladino Delgado" userId="2583be0d34a50219" providerId="LiveId" clId="{9216CCCD-79C5-4B94-BFB8-329B8BF4AD03}" dt="2026-06-12T00:53:50.178" v="2651" actId="478"/>
          <ac:spMkLst>
            <pc:docMk/>
            <pc:sldMk cId="2785097086" sldId="396"/>
            <ac:spMk id="465" creationId="{05215A6F-D034-9EA1-7D75-5226DB0DD99B}"/>
          </ac:spMkLst>
        </pc:spChg>
        <pc:spChg chg="del">
          <ac:chgData name="Sergio Daniel Ladino Delgado" userId="2583be0d34a50219" providerId="LiveId" clId="{9216CCCD-79C5-4B94-BFB8-329B8BF4AD03}" dt="2026-06-12T00:53:49.467" v="2650" actId="478"/>
          <ac:spMkLst>
            <pc:docMk/>
            <pc:sldMk cId="2785097086" sldId="396"/>
            <ac:spMk id="467" creationId="{CCAF818D-6C5A-3C58-E5BA-4F413D84D2E7}"/>
          </ac:spMkLst>
        </pc:spChg>
        <pc:spChg chg="mod topLvl">
          <ac:chgData name="Sergio Daniel Ladino Delgado" userId="2583be0d34a50219" providerId="LiveId" clId="{9216CCCD-79C5-4B94-BFB8-329B8BF4AD03}" dt="2026-06-12T00:54:11.860" v="2656" actId="164"/>
          <ac:spMkLst>
            <pc:docMk/>
            <pc:sldMk cId="2785097086" sldId="396"/>
            <ac:spMk id="479" creationId="{C79A0097-FFDE-1F81-6C5D-0E03BA85F487}"/>
          </ac:spMkLst>
        </pc:spChg>
        <pc:spChg chg="del mod">
          <ac:chgData name="Sergio Daniel Ladino Delgado" userId="2583be0d34a50219" providerId="LiveId" clId="{9216CCCD-79C5-4B94-BFB8-329B8BF4AD03}" dt="2026-06-12T00:53:42.080" v="2648" actId="478"/>
          <ac:spMkLst>
            <pc:docMk/>
            <pc:sldMk cId="2785097086" sldId="396"/>
            <ac:spMk id="486" creationId="{11244A2A-BA66-4EA3-B67E-336E36FAB6B1}"/>
          </ac:spMkLst>
        </pc:spChg>
        <pc:spChg chg="del mod topLvl">
          <ac:chgData name="Sergio Daniel Ladino Delgado" userId="2583be0d34a50219" providerId="LiveId" clId="{9216CCCD-79C5-4B94-BFB8-329B8BF4AD03}" dt="2026-06-12T00:53:51.447" v="2652" actId="478"/>
          <ac:spMkLst>
            <pc:docMk/>
            <pc:sldMk cId="2785097086" sldId="396"/>
            <ac:spMk id="489" creationId="{08ADCD51-C316-70AA-9DA2-B34A249FF936}"/>
          </ac:spMkLst>
        </pc:spChg>
        <pc:spChg chg="mod topLvl">
          <ac:chgData name="Sergio Daniel Ladino Delgado" userId="2583be0d34a50219" providerId="LiveId" clId="{9216CCCD-79C5-4B94-BFB8-329B8BF4AD03}" dt="2026-06-12T00:54:11.860" v="2656" actId="164"/>
          <ac:spMkLst>
            <pc:docMk/>
            <pc:sldMk cId="2785097086" sldId="396"/>
            <ac:spMk id="496" creationId="{F4418F63-3BF6-48DB-5562-60564509CD61}"/>
          </ac:spMkLst>
        </pc:spChg>
        <pc:spChg chg="mod">
          <ac:chgData name="Sergio Daniel Ladino Delgado" userId="2583be0d34a50219" providerId="LiveId" clId="{9216CCCD-79C5-4B94-BFB8-329B8BF4AD03}" dt="2026-06-12T00:53:38.528" v="2647" actId="1076"/>
          <ac:spMkLst>
            <pc:docMk/>
            <pc:sldMk cId="2785097086" sldId="396"/>
            <ac:spMk id="516" creationId="{D12B0885-143F-58FD-0B92-C57FCC87E526}"/>
          </ac:spMkLst>
        </pc:spChg>
        <pc:spChg chg="mod">
          <ac:chgData name="Sergio Daniel Ladino Delgado" userId="2583be0d34a50219" providerId="LiveId" clId="{9216CCCD-79C5-4B94-BFB8-329B8BF4AD03}" dt="2026-06-12T00:53:38.528" v="2647" actId="1076"/>
          <ac:spMkLst>
            <pc:docMk/>
            <pc:sldMk cId="2785097086" sldId="396"/>
            <ac:spMk id="517" creationId="{269E8CF6-33AA-E4C4-F99E-22ADF53E3D49}"/>
          </ac:spMkLst>
        </pc:spChg>
        <pc:spChg chg="del">
          <ac:chgData name="Sergio Daniel Ladino Delgado" userId="2583be0d34a50219" providerId="LiveId" clId="{9216CCCD-79C5-4B94-BFB8-329B8BF4AD03}" dt="2026-06-12T00:53:11.870" v="2642" actId="478"/>
          <ac:spMkLst>
            <pc:docMk/>
            <pc:sldMk cId="2785097086" sldId="396"/>
            <ac:spMk id="528" creationId="{90B0CF05-7F1C-FEAD-FF4E-9FB3A7B77F6D}"/>
          </ac:spMkLst>
        </pc:spChg>
        <pc:spChg chg="del">
          <ac:chgData name="Sergio Daniel Ladino Delgado" userId="2583be0d34a50219" providerId="LiveId" clId="{9216CCCD-79C5-4B94-BFB8-329B8BF4AD03}" dt="2026-06-12T00:53:11.870" v="2642" actId="478"/>
          <ac:spMkLst>
            <pc:docMk/>
            <pc:sldMk cId="2785097086" sldId="396"/>
            <ac:spMk id="558" creationId="{4547B332-64FF-164B-04EA-6E3777330C6B}"/>
          </ac:spMkLst>
        </pc:spChg>
        <pc:spChg chg="del mod">
          <ac:chgData name="Sergio Daniel Ladino Delgado" userId="2583be0d34a50219" providerId="LiveId" clId="{9216CCCD-79C5-4B94-BFB8-329B8BF4AD03}" dt="2026-06-12T00:53:55.255" v="2655" actId="478"/>
          <ac:spMkLst>
            <pc:docMk/>
            <pc:sldMk cId="2785097086" sldId="396"/>
            <ac:spMk id="563" creationId="{F40146BB-E2B0-A955-2BC9-D0DF45C979E6}"/>
          </ac:spMkLst>
        </pc:spChg>
        <pc:spChg chg="del">
          <ac:chgData name="Sergio Daniel Ladino Delgado" userId="2583be0d34a50219" providerId="LiveId" clId="{9216CCCD-79C5-4B94-BFB8-329B8BF4AD03}" dt="2026-06-12T00:53:11.870" v="2642" actId="478"/>
          <ac:spMkLst>
            <pc:docMk/>
            <pc:sldMk cId="2785097086" sldId="396"/>
            <ac:spMk id="572" creationId="{54C1A695-BC4D-78DD-8B3F-C111E68F14B0}"/>
          </ac:spMkLst>
        </pc:spChg>
        <pc:spChg chg="del">
          <ac:chgData name="Sergio Daniel Ladino Delgado" userId="2583be0d34a50219" providerId="LiveId" clId="{9216CCCD-79C5-4B94-BFB8-329B8BF4AD03}" dt="2026-06-12T00:53:11.870" v="2642" actId="478"/>
          <ac:spMkLst>
            <pc:docMk/>
            <pc:sldMk cId="2785097086" sldId="396"/>
            <ac:spMk id="588" creationId="{23080E4D-BCE2-D0DB-E728-BD9D6F002EF0}"/>
          </ac:spMkLst>
        </pc:spChg>
        <pc:spChg chg="del">
          <ac:chgData name="Sergio Daniel Ladino Delgado" userId="2583be0d34a50219" providerId="LiveId" clId="{9216CCCD-79C5-4B94-BFB8-329B8BF4AD03}" dt="2026-06-12T00:53:52.769" v="2653" actId="478"/>
          <ac:spMkLst>
            <pc:docMk/>
            <pc:sldMk cId="2785097086" sldId="396"/>
            <ac:spMk id="605" creationId="{8E609695-F0B7-718D-3C9E-2E819ED60407}"/>
          </ac:spMkLst>
        </pc:spChg>
        <pc:spChg chg="del">
          <ac:chgData name="Sergio Daniel Ladino Delgado" userId="2583be0d34a50219" providerId="LiveId" clId="{9216CCCD-79C5-4B94-BFB8-329B8BF4AD03}" dt="2026-06-12T00:53:11.870" v="2642" actId="478"/>
          <ac:spMkLst>
            <pc:docMk/>
            <pc:sldMk cId="2785097086" sldId="396"/>
            <ac:spMk id="613" creationId="{BA7D4E9A-6BEB-CD1B-2668-6BAD30BE28A7}"/>
          </ac:spMkLst>
        </pc:spChg>
        <pc:spChg chg="del">
          <ac:chgData name="Sergio Daniel Ladino Delgado" userId="2583be0d34a50219" providerId="LiveId" clId="{9216CCCD-79C5-4B94-BFB8-329B8BF4AD03}" dt="2026-06-12T00:53:11.870" v="2642" actId="478"/>
          <ac:spMkLst>
            <pc:docMk/>
            <pc:sldMk cId="2785097086" sldId="396"/>
            <ac:spMk id="622" creationId="{59CBDD18-1A13-8A5F-AA02-76C89508762A}"/>
          </ac:spMkLst>
        </pc:spChg>
        <pc:spChg chg="mod">
          <ac:chgData name="Sergio Daniel Ladino Delgado" userId="2583be0d34a50219" providerId="LiveId" clId="{9216CCCD-79C5-4B94-BFB8-329B8BF4AD03}" dt="2026-06-12T00:53:38.528" v="2647" actId="1076"/>
          <ac:spMkLst>
            <pc:docMk/>
            <pc:sldMk cId="2785097086" sldId="396"/>
            <ac:spMk id="643" creationId="{6DD50008-C485-540D-0B2A-38EDFEA9E12E}"/>
          </ac:spMkLst>
        </pc:spChg>
        <pc:spChg chg="mod">
          <ac:chgData name="Sergio Daniel Ladino Delgado" userId="2583be0d34a50219" providerId="LiveId" clId="{9216CCCD-79C5-4B94-BFB8-329B8BF4AD03}" dt="2026-06-12T00:53:38.528" v="2647" actId="1076"/>
          <ac:spMkLst>
            <pc:docMk/>
            <pc:sldMk cId="2785097086" sldId="396"/>
            <ac:spMk id="663" creationId="{26CCCF38-5B0B-6414-7825-AF357F9F5596}"/>
          </ac:spMkLst>
        </pc:spChg>
        <pc:spChg chg="mod topLvl">
          <ac:chgData name="Sergio Daniel Ladino Delgado" userId="2583be0d34a50219" providerId="LiveId" clId="{9216CCCD-79C5-4B94-BFB8-329B8BF4AD03}" dt="2026-06-12T00:54:11.860" v="2656" actId="164"/>
          <ac:spMkLst>
            <pc:docMk/>
            <pc:sldMk cId="2785097086" sldId="396"/>
            <ac:spMk id="668" creationId="{E29D5339-55A5-B5BB-D421-9B2212DBB81A}"/>
          </ac:spMkLst>
        </pc:spChg>
        <pc:spChg chg="mod topLvl">
          <ac:chgData name="Sergio Daniel Ladino Delgado" userId="2583be0d34a50219" providerId="LiveId" clId="{9216CCCD-79C5-4B94-BFB8-329B8BF4AD03}" dt="2026-06-12T00:54:11.860" v="2656" actId="164"/>
          <ac:spMkLst>
            <pc:docMk/>
            <pc:sldMk cId="2785097086" sldId="396"/>
            <ac:spMk id="681" creationId="{C3F0CDF8-D25C-309A-9CDB-D4A89ECC1219}"/>
          </ac:spMkLst>
        </pc:spChg>
        <pc:spChg chg="mod topLvl">
          <ac:chgData name="Sergio Daniel Ladino Delgado" userId="2583be0d34a50219" providerId="LiveId" clId="{9216CCCD-79C5-4B94-BFB8-329B8BF4AD03}" dt="2026-06-12T00:54:11.860" v="2656" actId="164"/>
          <ac:spMkLst>
            <pc:docMk/>
            <pc:sldMk cId="2785097086" sldId="396"/>
            <ac:spMk id="698" creationId="{BD74603D-63E1-D0AF-1803-03469E5BD15B}"/>
          </ac:spMkLst>
        </pc:spChg>
        <pc:grpChg chg="mod">
          <ac:chgData name="Sergio Daniel Ladino Delgado" userId="2583be0d34a50219" providerId="LiveId" clId="{9216CCCD-79C5-4B94-BFB8-329B8BF4AD03}" dt="2026-06-12T00:54:22.142" v="2660" actId="1076"/>
          <ac:grpSpMkLst>
            <pc:docMk/>
            <pc:sldMk cId="2785097086" sldId="396"/>
            <ac:grpSpMk id="380" creationId="{48CA11BD-77B9-6BBA-3F26-4E120645E206}"/>
          </ac:grpSpMkLst>
        </pc:grpChg>
        <pc:picChg chg="add del">
          <ac:chgData name="Sergio Daniel Ladino Delgado" userId="2583be0d34a50219" providerId="LiveId" clId="{9216CCCD-79C5-4B94-BFB8-329B8BF4AD03}" dt="2026-06-12T00:53:30.619" v="2645" actId="22"/>
          <ac:picMkLst>
            <pc:docMk/>
            <pc:sldMk cId="2785097086" sldId="396"/>
            <ac:picMk id="461" creationId="{5920CEF5-96ED-A92F-A2B3-ADE48A30CFA6}"/>
          </ac:picMkLst>
        </pc:picChg>
        <pc:picChg chg="del">
          <ac:chgData name="Sergio Daniel Ladino Delgado" userId="2583be0d34a50219" providerId="LiveId" clId="{9216CCCD-79C5-4B94-BFB8-329B8BF4AD03}" dt="2026-06-12T00:53:49.467" v="2650" actId="478"/>
          <ac:picMkLst>
            <pc:docMk/>
            <pc:sldMk cId="2785097086" sldId="396"/>
            <ac:picMk id="466" creationId="{8650C7D4-69CF-94C2-406D-10B3C249756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B0437C-AE41-4BDC-95EF-CB7DB6D41172}" type="datetimeFigureOut">
              <a:rPr lang="es-CO" smtClean="0"/>
              <a:t>13/06/2026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6EEE7-472F-4CE6-AAEC-E7F55F52CEB1}" type="slidenum">
              <a:rPr lang="es-CO" smtClean="0"/>
              <a:t>‹Nº›</a:t>
            </a:fld>
            <a:endParaRPr lang="es-CO"/>
          </a:p>
        </p:txBody>
      </p:sp>
    </p:spTree>
    <p:extLst>
      <p:ext uri="{BB962C8B-B14F-4D97-AF65-F5344CB8AC3E}">
        <p14:creationId xmlns:p14="http://schemas.microsoft.com/office/powerpoint/2010/main" val="339341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D8A6EEE7-472F-4CE6-AAEC-E7F55F52CEB1}" type="slidenum">
              <a:rPr lang="es-CO" smtClean="0"/>
              <a:t>1</a:t>
            </a:fld>
            <a:endParaRPr lang="es-CO"/>
          </a:p>
        </p:txBody>
      </p:sp>
    </p:spTree>
    <p:extLst>
      <p:ext uri="{BB962C8B-B14F-4D97-AF65-F5344CB8AC3E}">
        <p14:creationId xmlns:p14="http://schemas.microsoft.com/office/powerpoint/2010/main" val="3323387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95D11-C8E7-79F4-AE61-86B50ED332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2EB73F-F4C4-DED3-C935-25E12057D82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6823627-0DF6-5D0E-C145-94968F828F6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350B0493-59D2-F730-2A2A-197E79CB695C}"/>
              </a:ext>
            </a:extLst>
          </p:cNvPr>
          <p:cNvSpPr>
            <a:spLocks noGrp="1"/>
          </p:cNvSpPr>
          <p:nvPr>
            <p:ph type="sldNum" sz="quarter" idx="5"/>
          </p:nvPr>
        </p:nvSpPr>
        <p:spPr/>
        <p:txBody>
          <a:bodyPr/>
          <a:lstStyle/>
          <a:p>
            <a:fld id="{D8A6EEE7-472F-4CE6-AAEC-E7F55F52CEB1}" type="slidenum">
              <a:rPr lang="es-CO" smtClean="0"/>
              <a:t>2</a:t>
            </a:fld>
            <a:endParaRPr lang="es-CO"/>
          </a:p>
        </p:txBody>
      </p:sp>
    </p:spTree>
    <p:extLst>
      <p:ext uri="{BB962C8B-B14F-4D97-AF65-F5344CB8AC3E}">
        <p14:creationId xmlns:p14="http://schemas.microsoft.com/office/powerpoint/2010/main" val="1477080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2262B-BC77-F267-3C9D-091F17D323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3E3C78-9FAB-5AE4-589D-B8F3913ACEB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7C921D2-68E2-A8FE-CE3E-890A55A8A251}"/>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CF68894-10E7-72C6-DC4E-1979674D8D47}"/>
              </a:ext>
            </a:extLst>
          </p:cNvPr>
          <p:cNvSpPr>
            <a:spLocks noGrp="1"/>
          </p:cNvSpPr>
          <p:nvPr>
            <p:ph type="sldNum" sz="quarter" idx="5"/>
          </p:nvPr>
        </p:nvSpPr>
        <p:spPr/>
        <p:txBody>
          <a:bodyPr/>
          <a:lstStyle/>
          <a:p>
            <a:fld id="{D8A6EEE7-472F-4CE6-AAEC-E7F55F52CEB1}" type="slidenum">
              <a:rPr lang="es-CO" smtClean="0"/>
              <a:t>3</a:t>
            </a:fld>
            <a:endParaRPr lang="es-CO"/>
          </a:p>
        </p:txBody>
      </p:sp>
    </p:spTree>
    <p:extLst>
      <p:ext uri="{BB962C8B-B14F-4D97-AF65-F5344CB8AC3E}">
        <p14:creationId xmlns:p14="http://schemas.microsoft.com/office/powerpoint/2010/main" val="455112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07289-6489-842F-1513-0E713B40A9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B5D641-803E-0DA2-E2C3-D0DA95F635E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4B58777-2330-DC02-FB1A-48ECAB91C70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DC4A289-A1B3-3AE1-40BE-3B9A885DF9AE}"/>
              </a:ext>
            </a:extLst>
          </p:cNvPr>
          <p:cNvSpPr>
            <a:spLocks noGrp="1"/>
          </p:cNvSpPr>
          <p:nvPr>
            <p:ph type="sldNum" sz="quarter" idx="5"/>
          </p:nvPr>
        </p:nvSpPr>
        <p:spPr/>
        <p:txBody>
          <a:bodyPr/>
          <a:lstStyle/>
          <a:p>
            <a:fld id="{D8A6EEE7-472F-4CE6-AAEC-E7F55F52CEB1}" type="slidenum">
              <a:rPr lang="es-CO" smtClean="0"/>
              <a:t>4</a:t>
            </a:fld>
            <a:endParaRPr lang="es-CO"/>
          </a:p>
        </p:txBody>
      </p:sp>
    </p:spTree>
    <p:extLst>
      <p:ext uri="{BB962C8B-B14F-4D97-AF65-F5344CB8AC3E}">
        <p14:creationId xmlns:p14="http://schemas.microsoft.com/office/powerpoint/2010/main" val="3036331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164C2-7E0A-B43B-71B3-4C7ACD6C43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C05542-5C21-5D24-9E7A-B14EF8DF5C0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D76C8B2-2E17-06FB-C6D9-ECD46AB6192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4CB9452-B4B5-0D8F-F7BA-39CC29F31D78}"/>
              </a:ext>
            </a:extLst>
          </p:cNvPr>
          <p:cNvSpPr>
            <a:spLocks noGrp="1"/>
          </p:cNvSpPr>
          <p:nvPr>
            <p:ph type="sldNum" sz="quarter" idx="5"/>
          </p:nvPr>
        </p:nvSpPr>
        <p:spPr/>
        <p:txBody>
          <a:bodyPr/>
          <a:lstStyle/>
          <a:p>
            <a:fld id="{D8A6EEE7-472F-4CE6-AAEC-E7F55F52CEB1}" type="slidenum">
              <a:rPr lang="es-CO" smtClean="0"/>
              <a:t>5</a:t>
            </a:fld>
            <a:endParaRPr lang="es-CO"/>
          </a:p>
        </p:txBody>
      </p:sp>
    </p:spTree>
    <p:extLst>
      <p:ext uri="{BB962C8B-B14F-4D97-AF65-F5344CB8AC3E}">
        <p14:creationId xmlns:p14="http://schemas.microsoft.com/office/powerpoint/2010/main" val="2325892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64A3C-4439-EFE1-D3BA-A9EDFACFD0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3783E7-CEE3-5665-38D6-E48CD610BF7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B2A5F8D-05BE-206C-C2A1-8D63ECF7CE54}"/>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B263CF1-8F55-EEA4-A762-C4EFBD8413E8}"/>
              </a:ext>
            </a:extLst>
          </p:cNvPr>
          <p:cNvSpPr>
            <a:spLocks noGrp="1"/>
          </p:cNvSpPr>
          <p:nvPr>
            <p:ph type="sldNum" sz="quarter" idx="5"/>
          </p:nvPr>
        </p:nvSpPr>
        <p:spPr/>
        <p:txBody>
          <a:bodyPr/>
          <a:lstStyle/>
          <a:p>
            <a:fld id="{D8A6EEE7-472F-4CE6-AAEC-E7F55F52CEB1}" type="slidenum">
              <a:rPr lang="es-CO" smtClean="0"/>
              <a:t>6</a:t>
            </a:fld>
            <a:endParaRPr lang="es-CO"/>
          </a:p>
        </p:txBody>
      </p:sp>
    </p:spTree>
    <p:extLst>
      <p:ext uri="{BB962C8B-B14F-4D97-AF65-F5344CB8AC3E}">
        <p14:creationId xmlns:p14="http://schemas.microsoft.com/office/powerpoint/2010/main" val="4061788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796F3-44A9-6DE4-C328-DC0E2B09F3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E51C89-5877-3AB9-CC84-DF267C5D71A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1C05185-E9A5-FC91-4CA8-826910540541}"/>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D7BBC1A-52FC-DE34-169E-D8ACE238BC97}"/>
              </a:ext>
            </a:extLst>
          </p:cNvPr>
          <p:cNvSpPr>
            <a:spLocks noGrp="1"/>
          </p:cNvSpPr>
          <p:nvPr>
            <p:ph type="sldNum" sz="quarter" idx="5"/>
          </p:nvPr>
        </p:nvSpPr>
        <p:spPr/>
        <p:txBody>
          <a:bodyPr/>
          <a:lstStyle/>
          <a:p>
            <a:fld id="{D8A6EEE7-472F-4CE6-AAEC-E7F55F52CEB1}" type="slidenum">
              <a:rPr lang="es-CO" smtClean="0"/>
              <a:t>7</a:t>
            </a:fld>
            <a:endParaRPr lang="es-CO"/>
          </a:p>
        </p:txBody>
      </p:sp>
    </p:spTree>
    <p:extLst>
      <p:ext uri="{BB962C8B-B14F-4D97-AF65-F5344CB8AC3E}">
        <p14:creationId xmlns:p14="http://schemas.microsoft.com/office/powerpoint/2010/main" val="2351332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F1697-6351-5FF9-9989-B167BBEA10E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31AB4E-5560-64F3-9B30-E2C76A768DC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C4FBE26-97C2-A555-EF9E-EC982E5ECA2A}"/>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81861D1F-45C6-666C-F5B4-D1EF01E471E8}"/>
              </a:ext>
            </a:extLst>
          </p:cNvPr>
          <p:cNvSpPr>
            <a:spLocks noGrp="1"/>
          </p:cNvSpPr>
          <p:nvPr>
            <p:ph type="sldNum" sz="quarter" idx="5"/>
          </p:nvPr>
        </p:nvSpPr>
        <p:spPr/>
        <p:txBody>
          <a:bodyPr/>
          <a:lstStyle/>
          <a:p>
            <a:fld id="{D8A6EEE7-472F-4CE6-AAEC-E7F55F52CEB1}" type="slidenum">
              <a:rPr lang="es-CO" smtClean="0"/>
              <a:t>8</a:t>
            </a:fld>
            <a:endParaRPr lang="es-CO"/>
          </a:p>
        </p:txBody>
      </p:sp>
    </p:spTree>
    <p:extLst>
      <p:ext uri="{BB962C8B-B14F-4D97-AF65-F5344CB8AC3E}">
        <p14:creationId xmlns:p14="http://schemas.microsoft.com/office/powerpoint/2010/main" val="3190307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4F48-1A7C-F454-97C3-BF941CF46C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D46E2B-7F70-60E8-C4F3-B953F0BA315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51302A0-6D38-1C73-ADB4-51AD2A4B75C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04FA25E-53D1-BB3A-1C2E-FC79559B8D98}"/>
              </a:ext>
            </a:extLst>
          </p:cNvPr>
          <p:cNvSpPr>
            <a:spLocks noGrp="1"/>
          </p:cNvSpPr>
          <p:nvPr>
            <p:ph type="sldNum" sz="quarter" idx="5"/>
          </p:nvPr>
        </p:nvSpPr>
        <p:spPr/>
        <p:txBody>
          <a:bodyPr/>
          <a:lstStyle/>
          <a:p>
            <a:fld id="{D8A6EEE7-472F-4CE6-AAEC-E7F55F52CEB1}" type="slidenum">
              <a:rPr lang="es-CO" smtClean="0"/>
              <a:t>9</a:t>
            </a:fld>
            <a:endParaRPr lang="es-CO"/>
          </a:p>
        </p:txBody>
      </p:sp>
    </p:spTree>
    <p:extLst>
      <p:ext uri="{BB962C8B-B14F-4D97-AF65-F5344CB8AC3E}">
        <p14:creationId xmlns:p14="http://schemas.microsoft.com/office/powerpoint/2010/main" val="253944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A34BC-9983-8C12-0A6A-BEC99533E4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A6FA76-CE90-563E-005E-1B85E452328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F8C8653-B09B-0907-3F1B-2C107012F6C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BAE078E-8842-6CDF-D64B-A112D0B41137}"/>
              </a:ext>
            </a:extLst>
          </p:cNvPr>
          <p:cNvSpPr>
            <a:spLocks noGrp="1"/>
          </p:cNvSpPr>
          <p:nvPr>
            <p:ph type="sldNum" sz="quarter" idx="5"/>
          </p:nvPr>
        </p:nvSpPr>
        <p:spPr/>
        <p:txBody>
          <a:bodyPr/>
          <a:lstStyle/>
          <a:p>
            <a:fld id="{D8A6EEE7-472F-4CE6-AAEC-E7F55F52CEB1}" type="slidenum">
              <a:rPr lang="es-CO" smtClean="0"/>
              <a:t>10</a:t>
            </a:fld>
            <a:endParaRPr lang="es-CO"/>
          </a:p>
        </p:txBody>
      </p:sp>
    </p:spTree>
    <p:extLst>
      <p:ext uri="{BB962C8B-B14F-4D97-AF65-F5344CB8AC3E}">
        <p14:creationId xmlns:p14="http://schemas.microsoft.com/office/powerpoint/2010/main" val="2310223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AA4C6-86E9-EE14-A17E-FF1D971169A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1C7F40-F798-FD61-09DF-611CFFE5BEB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2DE09C8-D951-F219-707A-9508153771A3}"/>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83B3FF2-2954-459D-E8FB-E4A3FF102AD0}"/>
              </a:ext>
            </a:extLst>
          </p:cNvPr>
          <p:cNvSpPr>
            <a:spLocks noGrp="1"/>
          </p:cNvSpPr>
          <p:nvPr>
            <p:ph type="sldNum" sz="quarter" idx="5"/>
          </p:nvPr>
        </p:nvSpPr>
        <p:spPr/>
        <p:txBody>
          <a:bodyPr/>
          <a:lstStyle/>
          <a:p>
            <a:fld id="{D8A6EEE7-472F-4CE6-AAEC-E7F55F52CEB1}" type="slidenum">
              <a:rPr lang="es-CO" smtClean="0"/>
              <a:t>11</a:t>
            </a:fld>
            <a:endParaRPr lang="es-CO"/>
          </a:p>
        </p:txBody>
      </p:sp>
    </p:spTree>
    <p:extLst>
      <p:ext uri="{BB962C8B-B14F-4D97-AF65-F5344CB8AC3E}">
        <p14:creationId xmlns:p14="http://schemas.microsoft.com/office/powerpoint/2010/main" val="2491356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CC3BF-5F3C-8EBF-62E7-39CD628914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2421EA-FE80-8683-6517-AD66F018D45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11C4D37-B5EC-9FC5-D1E8-5D47DE19FC9D}"/>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2CF5FDC-3D5F-D30E-36B0-78AA07EE78F5}"/>
              </a:ext>
            </a:extLst>
          </p:cNvPr>
          <p:cNvSpPr>
            <a:spLocks noGrp="1"/>
          </p:cNvSpPr>
          <p:nvPr>
            <p:ph type="sldNum" sz="quarter" idx="5"/>
          </p:nvPr>
        </p:nvSpPr>
        <p:spPr/>
        <p:txBody>
          <a:bodyPr/>
          <a:lstStyle/>
          <a:p>
            <a:fld id="{D8A6EEE7-472F-4CE6-AAEC-E7F55F52CEB1}" type="slidenum">
              <a:rPr lang="es-CO" smtClean="0"/>
              <a:t>12</a:t>
            </a:fld>
            <a:endParaRPr lang="es-CO"/>
          </a:p>
        </p:txBody>
      </p:sp>
    </p:spTree>
    <p:extLst>
      <p:ext uri="{BB962C8B-B14F-4D97-AF65-F5344CB8AC3E}">
        <p14:creationId xmlns:p14="http://schemas.microsoft.com/office/powerpoint/2010/main" val="325140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2F69E-1097-AB83-0A96-BDDA4D99DF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B59DF4F-3132-EE65-AD36-D76CEC352D8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AFDE8F6-D61D-0861-73FB-072C25B3102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74B9E27-758B-2B2D-6BBD-341E62FB278D}"/>
              </a:ext>
            </a:extLst>
          </p:cNvPr>
          <p:cNvSpPr>
            <a:spLocks noGrp="1"/>
          </p:cNvSpPr>
          <p:nvPr>
            <p:ph type="sldNum" sz="quarter" idx="5"/>
          </p:nvPr>
        </p:nvSpPr>
        <p:spPr/>
        <p:txBody>
          <a:bodyPr/>
          <a:lstStyle/>
          <a:p>
            <a:fld id="{D8A6EEE7-472F-4CE6-AAEC-E7F55F52CEB1}" type="slidenum">
              <a:rPr lang="es-CO" smtClean="0"/>
              <a:t>13</a:t>
            </a:fld>
            <a:endParaRPr lang="es-CO"/>
          </a:p>
        </p:txBody>
      </p:sp>
    </p:spTree>
    <p:extLst>
      <p:ext uri="{BB962C8B-B14F-4D97-AF65-F5344CB8AC3E}">
        <p14:creationId xmlns:p14="http://schemas.microsoft.com/office/powerpoint/2010/main" val="2606171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40860-238D-D282-CA6F-967482B628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9FD381C-5549-E938-624A-A4C0BFB627C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DCC47E9-A426-40A9-FDC7-8BC358F15D7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BBC43CC-0ABF-2480-5F9D-81D7091FD905}"/>
              </a:ext>
            </a:extLst>
          </p:cNvPr>
          <p:cNvSpPr>
            <a:spLocks noGrp="1"/>
          </p:cNvSpPr>
          <p:nvPr>
            <p:ph type="sldNum" sz="quarter" idx="5"/>
          </p:nvPr>
        </p:nvSpPr>
        <p:spPr/>
        <p:txBody>
          <a:bodyPr/>
          <a:lstStyle/>
          <a:p>
            <a:fld id="{D8A6EEE7-472F-4CE6-AAEC-E7F55F52CEB1}" type="slidenum">
              <a:rPr lang="es-CO" smtClean="0"/>
              <a:t>14</a:t>
            </a:fld>
            <a:endParaRPr lang="es-CO"/>
          </a:p>
        </p:txBody>
      </p:sp>
    </p:spTree>
    <p:extLst>
      <p:ext uri="{BB962C8B-B14F-4D97-AF65-F5344CB8AC3E}">
        <p14:creationId xmlns:p14="http://schemas.microsoft.com/office/powerpoint/2010/main" val="4125596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52124-76FA-D4F0-5067-0F642CDFD8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1B90FD-151C-C6FA-5285-0E41BE99417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C3114FB-F778-28DD-9606-B5E1445F3EF3}"/>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5FD05AC4-61ED-FF05-4E4B-827AE1B48C6F}"/>
              </a:ext>
            </a:extLst>
          </p:cNvPr>
          <p:cNvSpPr>
            <a:spLocks noGrp="1"/>
          </p:cNvSpPr>
          <p:nvPr>
            <p:ph type="sldNum" sz="quarter" idx="5"/>
          </p:nvPr>
        </p:nvSpPr>
        <p:spPr/>
        <p:txBody>
          <a:bodyPr/>
          <a:lstStyle/>
          <a:p>
            <a:fld id="{D8A6EEE7-472F-4CE6-AAEC-E7F55F52CEB1}" type="slidenum">
              <a:rPr lang="es-CO" smtClean="0"/>
              <a:t>15</a:t>
            </a:fld>
            <a:endParaRPr lang="es-CO"/>
          </a:p>
        </p:txBody>
      </p:sp>
    </p:spTree>
    <p:extLst>
      <p:ext uri="{BB962C8B-B14F-4D97-AF65-F5344CB8AC3E}">
        <p14:creationId xmlns:p14="http://schemas.microsoft.com/office/powerpoint/2010/main" val="3409143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5D45D-7FAF-61EE-E460-96D3FF9DFB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64BA71-8518-9391-4503-DD3D9D7BB93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CC14B2F-1238-C2E5-E837-BF087F3144B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4F49E4C0-4667-1ED6-5B2B-7E3257A3E25D}"/>
              </a:ext>
            </a:extLst>
          </p:cNvPr>
          <p:cNvSpPr>
            <a:spLocks noGrp="1"/>
          </p:cNvSpPr>
          <p:nvPr>
            <p:ph type="sldNum" sz="quarter" idx="5"/>
          </p:nvPr>
        </p:nvSpPr>
        <p:spPr/>
        <p:txBody>
          <a:bodyPr/>
          <a:lstStyle/>
          <a:p>
            <a:fld id="{D8A6EEE7-472F-4CE6-AAEC-E7F55F52CEB1}" type="slidenum">
              <a:rPr lang="es-CO" smtClean="0"/>
              <a:t>16</a:t>
            </a:fld>
            <a:endParaRPr lang="es-CO"/>
          </a:p>
        </p:txBody>
      </p:sp>
    </p:spTree>
    <p:extLst>
      <p:ext uri="{BB962C8B-B14F-4D97-AF65-F5344CB8AC3E}">
        <p14:creationId xmlns:p14="http://schemas.microsoft.com/office/powerpoint/2010/main" val="1163759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C4E0E-1721-3536-4630-FBC03EB424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D580CC-F4A6-838E-027E-5A3D8EDC0EA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19FB7CC-99AF-2019-EEA0-94BCFB405F8D}"/>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F4A4048B-FD0F-6EAE-BBB0-509E9C2B89E5}"/>
              </a:ext>
            </a:extLst>
          </p:cNvPr>
          <p:cNvSpPr>
            <a:spLocks noGrp="1"/>
          </p:cNvSpPr>
          <p:nvPr>
            <p:ph type="sldNum" sz="quarter" idx="5"/>
          </p:nvPr>
        </p:nvSpPr>
        <p:spPr/>
        <p:txBody>
          <a:bodyPr/>
          <a:lstStyle/>
          <a:p>
            <a:fld id="{D8A6EEE7-472F-4CE6-AAEC-E7F55F52CEB1}" type="slidenum">
              <a:rPr lang="es-CO" smtClean="0"/>
              <a:t>17</a:t>
            </a:fld>
            <a:endParaRPr lang="es-CO"/>
          </a:p>
        </p:txBody>
      </p:sp>
    </p:spTree>
    <p:extLst>
      <p:ext uri="{BB962C8B-B14F-4D97-AF65-F5344CB8AC3E}">
        <p14:creationId xmlns:p14="http://schemas.microsoft.com/office/powerpoint/2010/main" val="904543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F1D08-06DC-1265-BE4C-E92BEE9157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A1AFB0-93BD-A4CC-9FAA-3A746D3A27E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A994EE2-959C-C9B3-1F34-9B3EC7BC77D3}"/>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F47B238-9C13-F61A-617B-1CEFECAE239B}"/>
              </a:ext>
            </a:extLst>
          </p:cNvPr>
          <p:cNvSpPr>
            <a:spLocks noGrp="1"/>
          </p:cNvSpPr>
          <p:nvPr>
            <p:ph type="sldNum" sz="quarter" idx="5"/>
          </p:nvPr>
        </p:nvSpPr>
        <p:spPr/>
        <p:txBody>
          <a:bodyPr/>
          <a:lstStyle/>
          <a:p>
            <a:fld id="{D8A6EEE7-472F-4CE6-AAEC-E7F55F52CEB1}" type="slidenum">
              <a:rPr lang="es-CO" smtClean="0"/>
              <a:t>18</a:t>
            </a:fld>
            <a:endParaRPr lang="es-CO"/>
          </a:p>
        </p:txBody>
      </p:sp>
    </p:spTree>
    <p:extLst>
      <p:ext uri="{BB962C8B-B14F-4D97-AF65-F5344CB8AC3E}">
        <p14:creationId xmlns:p14="http://schemas.microsoft.com/office/powerpoint/2010/main" val="1601226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EF4A8-7B9B-1A3F-81BF-1D3708149F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E559BA-C501-3968-ECE7-425C7D0C3FA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6B87DBF-D7C2-F5D5-F3EA-4B7C506472AB}"/>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1B39917-01B4-AC84-0A7A-E84D94367656}"/>
              </a:ext>
            </a:extLst>
          </p:cNvPr>
          <p:cNvSpPr>
            <a:spLocks noGrp="1"/>
          </p:cNvSpPr>
          <p:nvPr>
            <p:ph type="sldNum" sz="quarter" idx="5"/>
          </p:nvPr>
        </p:nvSpPr>
        <p:spPr/>
        <p:txBody>
          <a:bodyPr/>
          <a:lstStyle/>
          <a:p>
            <a:fld id="{D8A6EEE7-472F-4CE6-AAEC-E7F55F52CEB1}" type="slidenum">
              <a:rPr lang="es-CO" smtClean="0"/>
              <a:t>19</a:t>
            </a:fld>
            <a:endParaRPr lang="es-CO"/>
          </a:p>
        </p:txBody>
      </p:sp>
    </p:spTree>
    <p:extLst>
      <p:ext uri="{BB962C8B-B14F-4D97-AF65-F5344CB8AC3E}">
        <p14:creationId xmlns:p14="http://schemas.microsoft.com/office/powerpoint/2010/main" val="40478207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A5186-5B30-7668-1E79-9B031A5D64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30D59F-3F3D-963F-80B9-007D73DC0F3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3F2151F-F655-E354-FEE9-D14963A3F6D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70877E1-BAE9-65ED-835C-C0E2E61E1C44}"/>
              </a:ext>
            </a:extLst>
          </p:cNvPr>
          <p:cNvSpPr>
            <a:spLocks noGrp="1"/>
          </p:cNvSpPr>
          <p:nvPr>
            <p:ph type="sldNum" sz="quarter" idx="5"/>
          </p:nvPr>
        </p:nvSpPr>
        <p:spPr/>
        <p:txBody>
          <a:bodyPr/>
          <a:lstStyle/>
          <a:p>
            <a:fld id="{D8A6EEE7-472F-4CE6-AAEC-E7F55F52CEB1}" type="slidenum">
              <a:rPr lang="es-CO" smtClean="0"/>
              <a:t>20</a:t>
            </a:fld>
            <a:endParaRPr lang="es-CO"/>
          </a:p>
        </p:txBody>
      </p:sp>
    </p:spTree>
    <p:extLst>
      <p:ext uri="{BB962C8B-B14F-4D97-AF65-F5344CB8AC3E}">
        <p14:creationId xmlns:p14="http://schemas.microsoft.com/office/powerpoint/2010/main" val="2336492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51524-1317-ED2C-9BCC-D6D49263E6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991AF4-0A5D-6DFA-0C85-01BA8846B80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8B164F1-D953-8D65-2046-8213DFF0B89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18D8891-722D-04AD-4B78-B4BC4614D767}"/>
              </a:ext>
            </a:extLst>
          </p:cNvPr>
          <p:cNvSpPr>
            <a:spLocks noGrp="1"/>
          </p:cNvSpPr>
          <p:nvPr>
            <p:ph type="sldNum" sz="quarter" idx="5"/>
          </p:nvPr>
        </p:nvSpPr>
        <p:spPr/>
        <p:txBody>
          <a:bodyPr/>
          <a:lstStyle/>
          <a:p>
            <a:fld id="{D8A6EEE7-472F-4CE6-AAEC-E7F55F52CEB1}" type="slidenum">
              <a:rPr lang="es-CO" smtClean="0"/>
              <a:t>21</a:t>
            </a:fld>
            <a:endParaRPr lang="es-CO"/>
          </a:p>
        </p:txBody>
      </p:sp>
    </p:spTree>
    <p:extLst>
      <p:ext uri="{BB962C8B-B14F-4D97-AF65-F5344CB8AC3E}">
        <p14:creationId xmlns:p14="http://schemas.microsoft.com/office/powerpoint/2010/main" val="522838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C15AD-8FD6-7D5E-400E-4BA73FCFE3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C60C4FA-8528-7112-14AB-8CE3702191E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3908F45-4029-9FAB-A83C-9D6DC23E797D}"/>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0352A0E-8A0F-1EB9-40CB-9758544769CD}"/>
              </a:ext>
            </a:extLst>
          </p:cNvPr>
          <p:cNvSpPr>
            <a:spLocks noGrp="1"/>
          </p:cNvSpPr>
          <p:nvPr>
            <p:ph type="sldNum" sz="quarter" idx="5"/>
          </p:nvPr>
        </p:nvSpPr>
        <p:spPr/>
        <p:txBody>
          <a:bodyPr/>
          <a:lstStyle/>
          <a:p>
            <a:fld id="{D8A6EEE7-472F-4CE6-AAEC-E7F55F52CEB1}" type="slidenum">
              <a:rPr lang="es-CO" smtClean="0"/>
              <a:t>22</a:t>
            </a:fld>
            <a:endParaRPr lang="es-CO"/>
          </a:p>
        </p:txBody>
      </p:sp>
    </p:spTree>
    <p:extLst>
      <p:ext uri="{BB962C8B-B14F-4D97-AF65-F5344CB8AC3E}">
        <p14:creationId xmlns:p14="http://schemas.microsoft.com/office/powerpoint/2010/main" val="12597289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BC80B-E10B-A8CA-86AF-CE37338D91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0648EE-1156-58D0-C381-8C8297E21DB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64846A8-2988-0A14-DCB9-C9EEBC6DB5D4}"/>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C8CCC0A-C9F4-9476-D294-412585E62B48}"/>
              </a:ext>
            </a:extLst>
          </p:cNvPr>
          <p:cNvSpPr>
            <a:spLocks noGrp="1"/>
          </p:cNvSpPr>
          <p:nvPr>
            <p:ph type="sldNum" sz="quarter" idx="5"/>
          </p:nvPr>
        </p:nvSpPr>
        <p:spPr/>
        <p:txBody>
          <a:bodyPr/>
          <a:lstStyle/>
          <a:p>
            <a:fld id="{D8A6EEE7-472F-4CE6-AAEC-E7F55F52CEB1}" type="slidenum">
              <a:rPr lang="es-CO" smtClean="0"/>
              <a:t>23</a:t>
            </a:fld>
            <a:endParaRPr lang="es-CO"/>
          </a:p>
        </p:txBody>
      </p:sp>
    </p:spTree>
    <p:extLst>
      <p:ext uri="{BB962C8B-B14F-4D97-AF65-F5344CB8AC3E}">
        <p14:creationId xmlns:p14="http://schemas.microsoft.com/office/powerpoint/2010/main" val="35787617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C016B-425A-0271-4F41-194F933311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FE2FF6-838A-7B4F-A379-465E6100E5A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98BF221-0179-7D1F-72A8-8D914ED1AB2A}"/>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463E355C-6A82-4107-5775-B66C32667A93}"/>
              </a:ext>
            </a:extLst>
          </p:cNvPr>
          <p:cNvSpPr>
            <a:spLocks noGrp="1"/>
          </p:cNvSpPr>
          <p:nvPr>
            <p:ph type="sldNum" sz="quarter" idx="5"/>
          </p:nvPr>
        </p:nvSpPr>
        <p:spPr/>
        <p:txBody>
          <a:bodyPr/>
          <a:lstStyle/>
          <a:p>
            <a:fld id="{D8A6EEE7-472F-4CE6-AAEC-E7F55F52CEB1}" type="slidenum">
              <a:rPr lang="es-CO" smtClean="0"/>
              <a:t>24</a:t>
            </a:fld>
            <a:endParaRPr lang="es-CO"/>
          </a:p>
        </p:txBody>
      </p:sp>
    </p:spTree>
    <p:extLst>
      <p:ext uri="{BB962C8B-B14F-4D97-AF65-F5344CB8AC3E}">
        <p14:creationId xmlns:p14="http://schemas.microsoft.com/office/powerpoint/2010/main" val="29400473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607AF-5874-068A-0847-CFCE778C1E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F8F32D-F594-6C5D-F8C4-E034D10688B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68864B4-753B-6902-D4CF-F71A8D36DDF1}"/>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2987DF1-09E8-C3F6-A414-3E1233EEB0A5}"/>
              </a:ext>
            </a:extLst>
          </p:cNvPr>
          <p:cNvSpPr>
            <a:spLocks noGrp="1"/>
          </p:cNvSpPr>
          <p:nvPr>
            <p:ph type="sldNum" sz="quarter" idx="5"/>
          </p:nvPr>
        </p:nvSpPr>
        <p:spPr/>
        <p:txBody>
          <a:bodyPr/>
          <a:lstStyle/>
          <a:p>
            <a:fld id="{D8A6EEE7-472F-4CE6-AAEC-E7F55F52CEB1}" type="slidenum">
              <a:rPr lang="es-CO" smtClean="0"/>
              <a:t>25</a:t>
            </a:fld>
            <a:endParaRPr lang="es-CO"/>
          </a:p>
        </p:txBody>
      </p:sp>
    </p:spTree>
    <p:extLst>
      <p:ext uri="{BB962C8B-B14F-4D97-AF65-F5344CB8AC3E}">
        <p14:creationId xmlns:p14="http://schemas.microsoft.com/office/powerpoint/2010/main" val="21287363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D12E-65BD-E04E-89FC-4ECD1EED05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AD4862-B3C0-4317-A6D8-41835D1558C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89664FE-91E0-89CD-11BD-447E1AE84A1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A61F486-698A-3BD5-2A1D-CAD591F6C579}"/>
              </a:ext>
            </a:extLst>
          </p:cNvPr>
          <p:cNvSpPr>
            <a:spLocks noGrp="1"/>
          </p:cNvSpPr>
          <p:nvPr>
            <p:ph type="sldNum" sz="quarter" idx="5"/>
          </p:nvPr>
        </p:nvSpPr>
        <p:spPr/>
        <p:txBody>
          <a:bodyPr/>
          <a:lstStyle/>
          <a:p>
            <a:fld id="{D8A6EEE7-472F-4CE6-AAEC-E7F55F52CEB1}" type="slidenum">
              <a:rPr lang="es-CO" smtClean="0"/>
              <a:t>26</a:t>
            </a:fld>
            <a:endParaRPr lang="es-CO"/>
          </a:p>
        </p:txBody>
      </p:sp>
    </p:spTree>
    <p:extLst>
      <p:ext uri="{BB962C8B-B14F-4D97-AF65-F5344CB8AC3E}">
        <p14:creationId xmlns:p14="http://schemas.microsoft.com/office/powerpoint/2010/main" val="378200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AC446-4057-DA80-C1D5-881E5440C2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5657F9D-23C4-B670-1B0B-8375B1BA4E9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E985408-FB82-13CD-3438-02D9CB9E2FD9}"/>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1EF71FCD-752B-5823-1045-C9B28544F7BA}"/>
              </a:ext>
            </a:extLst>
          </p:cNvPr>
          <p:cNvSpPr>
            <a:spLocks noGrp="1"/>
          </p:cNvSpPr>
          <p:nvPr>
            <p:ph type="sldNum" sz="quarter" idx="5"/>
          </p:nvPr>
        </p:nvSpPr>
        <p:spPr/>
        <p:txBody>
          <a:bodyPr/>
          <a:lstStyle/>
          <a:p>
            <a:fld id="{D8A6EEE7-472F-4CE6-AAEC-E7F55F52CEB1}" type="slidenum">
              <a:rPr lang="es-CO" smtClean="0"/>
              <a:t>27</a:t>
            </a:fld>
            <a:endParaRPr lang="es-CO"/>
          </a:p>
        </p:txBody>
      </p:sp>
    </p:spTree>
    <p:extLst>
      <p:ext uri="{BB962C8B-B14F-4D97-AF65-F5344CB8AC3E}">
        <p14:creationId xmlns:p14="http://schemas.microsoft.com/office/powerpoint/2010/main" val="34883565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D43C4-8D7A-93C8-F4BE-BC6693CDD9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5B0B71-C9D7-F5F4-8E2A-98CF90FBF3B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24ACF7A-E7E7-B26D-C099-E9BEB69F4D11}"/>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507A9F3-5FEC-8E7C-ACBC-0E2E1564F01D}"/>
              </a:ext>
            </a:extLst>
          </p:cNvPr>
          <p:cNvSpPr>
            <a:spLocks noGrp="1"/>
          </p:cNvSpPr>
          <p:nvPr>
            <p:ph type="sldNum" sz="quarter" idx="5"/>
          </p:nvPr>
        </p:nvSpPr>
        <p:spPr/>
        <p:txBody>
          <a:bodyPr/>
          <a:lstStyle/>
          <a:p>
            <a:fld id="{D8A6EEE7-472F-4CE6-AAEC-E7F55F52CEB1}" type="slidenum">
              <a:rPr lang="es-CO" smtClean="0"/>
              <a:t>28</a:t>
            </a:fld>
            <a:endParaRPr lang="es-CO"/>
          </a:p>
        </p:txBody>
      </p:sp>
    </p:spTree>
    <p:extLst>
      <p:ext uri="{BB962C8B-B14F-4D97-AF65-F5344CB8AC3E}">
        <p14:creationId xmlns:p14="http://schemas.microsoft.com/office/powerpoint/2010/main" val="5677700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8AB8-243A-6168-EEFD-AECBD28A19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B43591-BCE5-92C6-3A37-D2591167BD8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91FCB2E-699F-3158-341B-BCF6B2802091}"/>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0B51885-1269-61A8-69F0-101FE525FB1D}"/>
              </a:ext>
            </a:extLst>
          </p:cNvPr>
          <p:cNvSpPr>
            <a:spLocks noGrp="1"/>
          </p:cNvSpPr>
          <p:nvPr>
            <p:ph type="sldNum" sz="quarter" idx="5"/>
          </p:nvPr>
        </p:nvSpPr>
        <p:spPr/>
        <p:txBody>
          <a:bodyPr/>
          <a:lstStyle/>
          <a:p>
            <a:fld id="{D8A6EEE7-472F-4CE6-AAEC-E7F55F52CEB1}" type="slidenum">
              <a:rPr lang="es-CO" smtClean="0"/>
              <a:t>29</a:t>
            </a:fld>
            <a:endParaRPr lang="es-CO"/>
          </a:p>
        </p:txBody>
      </p:sp>
    </p:spTree>
    <p:extLst>
      <p:ext uri="{BB962C8B-B14F-4D97-AF65-F5344CB8AC3E}">
        <p14:creationId xmlns:p14="http://schemas.microsoft.com/office/powerpoint/2010/main" val="27202438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F27C2-137D-85B3-0C63-CA38376B90E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B4FA38-904E-2F3D-657E-DEAE6448B28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A34DC4E-1B8A-9281-6C72-DB0ED168FB04}"/>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59CB0D5-58CB-4EE0-17C9-90D074643CE9}"/>
              </a:ext>
            </a:extLst>
          </p:cNvPr>
          <p:cNvSpPr>
            <a:spLocks noGrp="1"/>
          </p:cNvSpPr>
          <p:nvPr>
            <p:ph type="sldNum" sz="quarter" idx="5"/>
          </p:nvPr>
        </p:nvSpPr>
        <p:spPr/>
        <p:txBody>
          <a:bodyPr/>
          <a:lstStyle/>
          <a:p>
            <a:fld id="{D8A6EEE7-472F-4CE6-AAEC-E7F55F52CEB1}" type="slidenum">
              <a:rPr lang="es-CO" smtClean="0"/>
              <a:t>30</a:t>
            </a:fld>
            <a:endParaRPr lang="es-CO"/>
          </a:p>
        </p:txBody>
      </p:sp>
    </p:spTree>
    <p:extLst>
      <p:ext uri="{BB962C8B-B14F-4D97-AF65-F5344CB8AC3E}">
        <p14:creationId xmlns:p14="http://schemas.microsoft.com/office/powerpoint/2010/main" val="19243336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AF9F4-E5DB-AB4A-6381-2B2AC8F32E0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6716D7-0A08-C9E0-C596-668993D1B32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64EE74D-DBB8-2BF3-7EE9-BE3154C2F556}"/>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21A17D6-A506-53C9-57B4-7D2EDCC613B8}"/>
              </a:ext>
            </a:extLst>
          </p:cNvPr>
          <p:cNvSpPr>
            <a:spLocks noGrp="1"/>
          </p:cNvSpPr>
          <p:nvPr>
            <p:ph type="sldNum" sz="quarter" idx="5"/>
          </p:nvPr>
        </p:nvSpPr>
        <p:spPr/>
        <p:txBody>
          <a:bodyPr/>
          <a:lstStyle/>
          <a:p>
            <a:fld id="{D8A6EEE7-472F-4CE6-AAEC-E7F55F52CEB1}" type="slidenum">
              <a:rPr lang="es-CO" smtClean="0"/>
              <a:t>31</a:t>
            </a:fld>
            <a:endParaRPr lang="es-CO"/>
          </a:p>
        </p:txBody>
      </p:sp>
    </p:spTree>
    <p:extLst>
      <p:ext uri="{BB962C8B-B14F-4D97-AF65-F5344CB8AC3E}">
        <p14:creationId xmlns:p14="http://schemas.microsoft.com/office/powerpoint/2010/main" val="30129544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7615A-6048-832A-8607-87ABCD838C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3892BD-129A-44BF-812F-4C068039049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F2C9E75-8055-AEE1-08DB-4478E1F03B14}"/>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0283981-A5BF-7BA8-46DC-B3BE3628E388}"/>
              </a:ext>
            </a:extLst>
          </p:cNvPr>
          <p:cNvSpPr>
            <a:spLocks noGrp="1"/>
          </p:cNvSpPr>
          <p:nvPr>
            <p:ph type="sldNum" sz="quarter" idx="5"/>
          </p:nvPr>
        </p:nvSpPr>
        <p:spPr/>
        <p:txBody>
          <a:bodyPr/>
          <a:lstStyle/>
          <a:p>
            <a:fld id="{D8A6EEE7-472F-4CE6-AAEC-E7F55F52CEB1}" type="slidenum">
              <a:rPr lang="es-CO" smtClean="0"/>
              <a:t>32</a:t>
            </a:fld>
            <a:endParaRPr lang="es-CO"/>
          </a:p>
        </p:txBody>
      </p:sp>
    </p:spTree>
    <p:extLst>
      <p:ext uri="{BB962C8B-B14F-4D97-AF65-F5344CB8AC3E}">
        <p14:creationId xmlns:p14="http://schemas.microsoft.com/office/powerpoint/2010/main" val="702628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BB19CD-E911-B0F2-530E-5D9375A5AA3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69EEBBA-69EA-0D69-8831-59737AE80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EEEEA375-D1D1-1A5C-AC4D-881D52103A71}"/>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5" name="Marcador de pie de página 4">
            <a:extLst>
              <a:ext uri="{FF2B5EF4-FFF2-40B4-BE49-F238E27FC236}">
                <a16:creationId xmlns:a16="http://schemas.microsoft.com/office/drawing/2014/main" id="{E4DCBFF0-0A41-A06E-1558-5AB183EE8A2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BC47017-7517-15B0-8AC3-4CAAA38C97F5}"/>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708897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2EBE9-8B51-21E7-16CA-0C9977B0032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9247366-C209-7145-A818-B503EEB22EA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A6F8759-5D6F-AD54-2713-084500C128BA}"/>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5" name="Marcador de pie de página 4">
            <a:extLst>
              <a:ext uri="{FF2B5EF4-FFF2-40B4-BE49-F238E27FC236}">
                <a16:creationId xmlns:a16="http://schemas.microsoft.com/office/drawing/2014/main" id="{1F1619DE-C52D-9F91-E824-B7A86E12890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A99F7C-ADEF-63E6-6C8A-FD119EA06682}"/>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511277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78F2EE-BC11-DD98-EB05-5EF76ADE41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AB02C83-C729-26E9-8AC2-1837FF4B92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89FC7B7-3F71-ED4F-725B-51C02EEEC377}"/>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5" name="Marcador de pie de página 4">
            <a:extLst>
              <a:ext uri="{FF2B5EF4-FFF2-40B4-BE49-F238E27FC236}">
                <a16:creationId xmlns:a16="http://schemas.microsoft.com/office/drawing/2014/main" id="{CB4E812A-295F-A672-163A-BC07A5AB52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18BC3DE-8655-C666-6566-7D5F9A0015D1}"/>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031682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ABB655-5854-2AA5-1DF6-3E456D279E1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F610DDA-1647-B13D-0A45-BAAFFD268A3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514EAF04-C88F-2DCE-A801-1CB5A22B4E3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C9748B92-0590-C520-E6C0-A33728867F75}"/>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6" name="Marcador de pie de página 5">
            <a:extLst>
              <a:ext uri="{FF2B5EF4-FFF2-40B4-BE49-F238E27FC236}">
                <a16:creationId xmlns:a16="http://schemas.microsoft.com/office/drawing/2014/main" id="{8DDB60A8-225C-647C-42F2-33C70D43DA9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C9A180-A62A-641E-74F5-2CF40D06B640}"/>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127538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ADD9A6-5833-58F1-BB87-B6C38EE7C32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F9806E-5A6E-3419-3EDE-BEDEB48DD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BF328E8-1160-C649-B3FE-9FCF1C34572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E4FF3543-0628-1AB3-1A3F-9C9A3C1397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1B1D106-8961-F808-7B8D-B97A3F6BF8A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FA2ECA66-96CF-67AA-387A-86328EF565AB}"/>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8" name="Marcador de pie de página 7">
            <a:extLst>
              <a:ext uri="{FF2B5EF4-FFF2-40B4-BE49-F238E27FC236}">
                <a16:creationId xmlns:a16="http://schemas.microsoft.com/office/drawing/2014/main" id="{5E9FC931-003E-465D-267B-D9E7764953C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EE05E26D-1527-B216-F6BB-715BE7A4BEE1}"/>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40526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E9B5FA-A6C9-A747-56CC-B3FBDB85826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2BE98B96-E616-07C8-0745-D28057A0C2F0}"/>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4" name="Marcador de pie de página 3">
            <a:extLst>
              <a:ext uri="{FF2B5EF4-FFF2-40B4-BE49-F238E27FC236}">
                <a16:creationId xmlns:a16="http://schemas.microsoft.com/office/drawing/2014/main" id="{FC0F952F-25F5-13AC-44B8-FBA9DFDB0B4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8A35729-3AAC-0C3A-2D57-7AB77F7AA392}"/>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032565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73AB42E-52AF-F9B1-90D6-0EBDF59A00A2}"/>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3" name="Marcador de pie de página 2">
            <a:extLst>
              <a:ext uri="{FF2B5EF4-FFF2-40B4-BE49-F238E27FC236}">
                <a16:creationId xmlns:a16="http://schemas.microsoft.com/office/drawing/2014/main" id="{D242C9A3-3B2E-5D34-76BB-D8CFC0E6E791}"/>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B7EE9D03-2235-3ED9-737B-C8661DC510D0}"/>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758440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162848-2500-FA0F-93F7-BED9A8853ED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105934F-635D-F93C-249C-AB809CA13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E46956CF-0394-7DB8-6E58-315EA22A03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1DAB6DB-F165-836F-1FA4-2F2C06F83BEE}"/>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6" name="Marcador de pie de página 5">
            <a:extLst>
              <a:ext uri="{FF2B5EF4-FFF2-40B4-BE49-F238E27FC236}">
                <a16:creationId xmlns:a16="http://schemas.microsoft.com/office/drawing/2014/main" id="{354E0F44-C4EC-3DC9-F9B6-829BE2269C2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8328E6A-D04A-E65A-8885-DA4F22C6D086}"/>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53760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C7D5C2-3909-B7BD-45D1-106612B05D3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904F900-3ADA-0358-61E1-78D749240E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B717034-BC13-4886-634C-25DB59FEA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5DB243A-1BEF-A018-DB22-CBA31514EAA9}"/>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6" name="Marcador de pie de página 5">
            <a:extLst>
              <a:ext uri="{FF2B5EF4-FFF2-40B4-BE49-F238E27FC236}">
                <a16:creationId xmlns:a16="http://schemas.microsoft.com/office/drawing/2014/main" id="{6F2C932B-0613-BF74-E295-D603D2791FD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EBBB783-98E5-58AA-2CFC-2744FBC3A5F3}"/>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1119119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582FB3-EF9E-24AE-9564-835EA22274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83BE044F-EBCD-FE69-89F3-486DBBC9518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9A5F9B8-C7FD-27D1-4600-088BF070AC13}"/>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5" name="Marcador de pie de página 4">
            <a:extLst>
              <a:ext uri="{FF2B5EF4-FFF2-40B4-BE49-F238E27FC236}">
                <a16:creationId xmlns:a16="http://schemas.microsoft.com/office/drawing/2014/main" id="{DBBE6F67-03AA-6645-CC3E-1F8988A647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4F923CF-2BA0-80EC-BE54-EF7F924DB5DA}"/>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2070114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91572B0-CB40-AAEA-2DC0-85A871F6FA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269E3F9-7BB0-259D-46CB-8646D0865E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4B24975-E789-BABC-701A-EC573D86479C}"/>
              </a:ext>
            </a:extLst>
          </p:cNvPr>
          <p:cNvSpPr>
            <a:spLocks noGrp="1"/>
          </p:cNvSpPr>
          <p:nvPr>
            <p:ph type="dt" sz="half" idx="10"/>
          </p:nvPr>
        </p:nvSpPr>
        <p:spPr/>
        <p:txBody>
          <a:bodyPr/>
          <a:lstStyle/>
          <a:p>
            <a:fld id="{D60CB4A1-8DD3-4FE5-BE8A-895868F06B5B}" type="datetimeFigureOut">
              <a:rPr lang="es-CO" smtClean="0"/>
              <a:t>13/06/2026</a:t>
            </a:fld>
            <a:endParaRPr lang="es-CO"/>
          </a:p>
        </p:txBody>
      </p:sp>
      <p:sp>
        <p:nvSpPr>
          <p:cNvPr id="5" name="Marcador de pie de página 4">
            <a:extLst>
              <a:ext uri="{FF2B5EF4-FFF2-40B4-BE49-F238E27FC236}">
                <a16:creationId xmlns:a16="http://schemas.microsoft.com/office/drawing/2014/main" id="{B27A25A5-D295-138B-989A-D2E6DCE19E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33266A-E9CB-D1E6-7843-06547CF59D9C}"/>
              </a:ext>
            </a:extLst>
          </p:cNvPr>
          <p:cNvSpPr>
            <a:spLocks noGrp="1"/>
          </p:cNvSpPr>
          <p:nvPr>
            <p:ph type="sldNum" sz="quarter" idx="12"/>
          </p:nvPr>
        </p:nvSpPr>
        <p:spPr/>
        <p:txBody>
          <a:bodyPr/>
          <a:lstStyle/>
          <a:p>
            <a:fld id="{BEBA82CD-C19C-47DE-B7FA-9BD926D7F90A}" type="slidenum">
              <a:rPr lang="es-CO" smtClean="0"/>
              <a:t>‹Nº›</a:t>
            </a:fld>
            <a:endParaRPr lang="es-CO"/>
          </a:p>
        </p:txBody>
      </p:sp>
    </p:spTree>
    <p:extLst>
      <p:ext uri="{BB962C8B-B14F-4D97-AF65-F5344CB8AC3E}">
        <p14:creationId xmlns:p14="http://schemas.microsoft.com/office/powerpoint/2010/main" val="63116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99A2319-155E-97F0-ED12-AAD870766D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4BFD99D-2FDA-2A10-389A-6E3B59B9C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D20BDDA-9332-58A4-A090-7D4ABCC1E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0CB4A1-8DD3-4FE5-BE8A-895868F06B5B}" type="datetimeFigureOut">
              <a:rPr lang="es-CO" smtClean="0"/>
              <a:t>13/06/2026</a:t>
            </a:fld>
            <a:endParaRPr lang="es-CO"/>
          </a:p>
        </p:txBody>
      </p:sp>
      <p:sp>
        <p:nvSpPr>
          <p:cNvPr id="5" name="Marcador de pie de página 4">
            <a:extLst>
              <a:ext uri="{FF2B5EF4-FFF2-40B4-BE49-F238E27FC236}">
                <a16:creationId xmlns:a16="http://schemas.microsoft.com/office/drawing/2014/main" id="{3DFD1646-8240-5B62-BFEC-43904A46FE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CE4881-9413-20FB-44BD-B0774D5698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BA82CD-C19C-47DE-B7FA-9BD926D7F90A}" type="slidenum">
              <a:rPr lang="es-CO" smtClean="0"/>
              <a:t>‹Nº›</a:t>
            </a:fld>
            <a:endParaRPr lang="es-CO"/>
          </a:p>
        </p:txBody>
      </p:sp>
    </p:spTree>
    <p:extLst>
      <p:ext uri="{BB962C8B-B14F-4D97-AF65-F5344CB8AC3E}">
        <p14:creationId xmlns:p14="http://schemas.microsoft.com/office/powerpoint/2010/main" val="1205133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mailto:sladinod@unal.edu.c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6.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9.JP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2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3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png"/><Relationship Id="rId7"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Se conmemoran 150 años de la Universidad Nacional de Colombia">
            <a:extLst>
              <a:ext uri="{FF2B5EF4-FFF2-40B4-BE49-F238E27FC236}">
                <a16:creationId xmlns:a16="http://schemas.microsoft.com/office/drawing/2014/main" id="{C0469491-2588-22AA-6D65-E300CCD4BE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5273" y="3738903"/>
            <a:ext cx="4032448" cy="171379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A992B16-5FA3-E2E3-B79D-90A13624A1F8}"/>
              </a:ext>
            </a:extLst>
          </p:cNvPr>
          <p:cNvSpPr txBox="1"/>
          <p:nvPr/>
        </p:nvSpPr>
        <p:spPr>
          <a:xfrm>
            <a:off x="1906259" y="5605955"/>
            <a:ext cx="3977244" cy="584775"/>
          </a:xfrm>
          <a:prstGeom prst="rect">
            <a:avLst/>
          </a:prstGeom>
          <a:noFill/>
        </p:spPr>
        <p:txBody>
          <a:bodyPr wrap="square" rtlCol="0">
            <a:spAutoFit/>
          </a:bodyPr>
          <a:lstStyle/>
          <a:p>
            <a:pPr algn="ctr"/>
            <a:r>
              <a:rPr lang="es-CO" sz="1600">
                <a:latin typeface="Calibri" panose="020F0502020204030204" pitchFamily="34" charset="0"/>
                <a:ea typeface="Calibri" panose="020F0502020204030204" pitchFamily="34" charset="0"/>
                <a:cs typeface="Calibri" panose="020F0502020204030204" pitchFamily="34" charset="0"/>
              </a:rPr>
              <a:t>Departamento de Ingeniería Civil y Agrícola</a:t>
            </a:r>
          </a:p>
          <a:p>
            <a:pPr algn="ctr"/>
            <a:r>
              <a:rPr lang="es-CO" sz="1600">
                <a:latin typeface="Calibri" panose="020F0502020204030204" pitchFamily="34" charset="0"/>
                <a:ea typeface="Calibri" panose="020F0502020204030204" pitchFamily="34" charset="0"/>
                <a:cs typeface="Calibri" panose="020F0502020204030204" pitchFamily="34" charset="0"/>
              </a:rPr>
              <a:t>Facultad Ingeniería pregrado</a:t>
            </a:r>
          </a:p>
        </p:txBody>
      </p:sp>
      <p:sp>
        <p:nvSpPr>
          <p:cNvPr id="4" name="CuadroTexto 3">
            <a:extLst>
              <a:ext uri="{FF2B5EF4-FFF2-40B4-BE49-F238E27FC236}">
                <a16:creationId xmlns:a16="http://schemas.microsoft.com/office/drawing/2014/main" id="{1A374074-2F39-489E-F67C-EC9D32AC688E}"/>
              </a:ext>
            </a:extLst>
          </p:cNvPr>
          <p:cNvSpPr txBox="1"/>
          <p:nvPr/>
        </p:nvSpPr>
        <p:spPr>
          <a:xfrm>
            <a:off x="7903032" y="2857502"/>
            <a:ext cx="3977244" cy="1077218"/>
          </a:xfrm>
          <a:prstGeom prst="rect">
            <a:avLst/>
          </a:prstGeom>
          <a:noFill/>
        </p:spPr>
        <p:txBody>
          <a:bodyPr wrap="square" rtlCol="0">
            <a:spAutoFit/>
          </a:bodyPr>
          <a:lstStyle/>
          <a:p>
            <a:pPr algn="ctr"/>
            <a:r>
              <a:rPr lang="es-CO" sz="3200" b="1" dirty="0">
                <a:latin typeface="Calibri" panose="020F0502020204030204" pitchFamily="34" charset="0"/>
                <a:ea typeface="Calibri" panose="020F0502020204030204" pitchFamily="34" charset="0"/>
                <a:cs typeface="Calibri" panose="020F0502020204030204" pitchFamily="34" charset="0"/>
              </a:rPr>
              <a:t>Diseño estructural</a:t>
            </a:r>
          </a:p>
          <a:p>
            <a:pPr algn="ctr"/>
            <a:r>
              <a:rPr lang="es-CO" sz="3200" b="1" dirty="0">
                <a:latin typeface="Calibri" panose="020F0502020204030204" pitchFamily="34" charset="0"/>
                <a:ea typeface="Calibri" panose="020F0502020204030204" pitchFamily="34" charset="0"/>
                <a:cs typeface="Calibri" panose="020F0502020204030204" pitchFamily="34" charset="0"/>
              </a:rPr>
              <a:t>Concreto reforzado</a:t>
            </a:r>
          </a:p>
        </p:txBody>
      </p:sp>
      <p:sp>
        <p:nvSpPr>
          <p:cNvPr id="5" name="CuadroTexto 4">
            <a:extLst>
              <a:ext uri="{FF2B5EF4-FFF2-40B4-BE49-F238E27FC236}">
                <a16:creationId xmlns:a16="http://schemas.microsoft.com/office/drawing/2014/main" id="{D7326A36-D114-372A-6BB6-6FA285F218E4}"/>
              </a:ext>
            </a:extLst>
          </p:cNvPr>
          <p:cNvSpPr txBox="1"/>
          <p:nvPr/>
        </p:nvSpPr>
        <p:spPr>
          <a:xfrm>
            <a:off x="7903032" y="3969627"/>
            <a:ext cx="3977244" cy="677108"/>
          </a:xfrm>
          <a:prstGeom prst="rect">
            <a:avLst/>
          </a:prstGeom>
          <a:noFill/>
        </p:spPr>
        <p:txBody>
          <a:bodyPr wrap="square" rtlCol="0">
            <a:spAutoFit/>
          </a:bodyPr>
          <a:lstStyle/>
          <a:p>
            <a:pPr algn="ctr"/>
            <a:r>
              <a:rPr lang="es-CO" sz="2000" dirty="0">
                <a:latin typeface="Calibri" panose="020F0502020204030204" pitchFamily="34" charset="0"/>
                <a:ea typeface="Calibri" panose="020F0502020204030204" pitchFamily="34" charset="0"/>
                <a:cs typeface="Calibri" panose="020F0502020204030204" pitchFamily="34" charset="0"/>
              </a:rPr>
              <a:t>ZAPATAS</a:t>
            </a:r>
          </a:p>
          <a:p>
            <a:pPr algn="ctr"/>
            <a:endParaRPr lang="es-CO" dirty="0">
              <a:latin typeface="Calibri" panose="020F0502020204030204" pitchFamily="34" charset="0"/>
              <a:ea typeface="Calibri" panose="020F0502020204030204" pitchFamily="34" charset="0"/>
              <a:cs typeface="Calibri" panose="020F0502020204030204" pitchFamily="34" charset="0"/>
            </a:endParaRPr>
          </a:p>
        </p:txBody>
      </p:sp>
      <p:sp>
        <p:nvSpPr>
          <p:cNvPr id="6" name="CuadroTexto 5">
            <a:extLst>
              <a:ext uri="{FF2B5EF4-FFF2-40B4-BE49-F238E27FC236}">
                <a16:creationId xmlns:a16="http://schemas.microsoft.com/office/drawing/2014/main" id="{B2199F67-1E75-7CB4-2924-41DE7661095B}"/>
              </a:ext>
            </a:extLst>
          </p:cNvPr>
          <p:cNvSpPr txBox="1"/>
          <p:nvPr/>
        </p:nvSpPr>
        <p:spPr>
          <a:xfrm>
            <a:off x="7396316" y="4829949"/>
            <a:ext cx="4649742" cy="1015663"/>
          </a:xfrm>
          <a:prstGeom prst="rect">
            <a:avLst/>
          </a:prstGeom>
          <a:noFill/>
        </p:spPr>
        <p:txBody>
          <a:bodyPr wrap="square" rtlCol="0">
            <a:spAutoFit/>
          </a:bodyPr>
          <a:lstStyle/>
          <a:p>
            <a:pPr algn="ctr"/>
            <a:r>
              <a:rPr lang="es-CO" sz="1400">
                <a:latin typeface="Calibri" panose="020F0502020204030204" pitchFamily="34" charset="0"/>
                <a:ea typeface="Calibri" panose="020F0502020204030204" pitchFamily="34" charset="0"/>
                <a:cs typeface="Calibri" panose="020F0502020204030204" pitchFamily="34" charset="0"/>
              </a:rPr>
              <a:t>Profesor: Ing. Sergio Daniel Ladino Delgado</a:t>
            </a:r>
          </a:p>
          <a:p>
            <a:pPr algn="ctr"/>
            <a:r>
              <a:rPr lang="es-CO" sz="1400">
                <a:latin typeface="Calibri" panose="020F0502020204030204" pitchFamily="34" charset="0"/>
                <a:ea typeface="Calibri" panose="020F0502020204030204" pitchFamily="34" charset="0"/>
                <a:cs typeface="Calibri" panose="020F0502020204030204" pitchFamily="34" charset="0"/>
              </a:rPr>
              <a:t>Correo: </a:t>
            </a:r>
            <a:r>
              <a:rPr lang="es-CO" sz="1400">
                <a:latin typeface="Calibri" panose="020F0502020204030204" pitchFamily="34" charset="0"/>
                <a:ea typeface="Calibri" panose="020F0502020204030204" pitchFamily="34" charset="0"/>
                <a:cs typeface="Calibri" panose="020F0502020204030204" pitchFamily="34" charset="0"/>
                <a:hlinkClick r:id="rId4"/>
              </a:rPr>
              <a:t>sladinod@unal.edu.co</a:t>
            </a:r>
            <a:endParaRPr lang="es-CO" sz="1400">
              <a:latin typeface="Calibri" panose="020F0502020204030204" pitchFamily="34" charset="0"/>
              <a:ea typeface="Calibri" panose="020F0502020204030204" pitchFamily="34" charset="0"/>
              <a:cs typeface="Calibri" panose="020F0502020204030204" pitchFamily="34" charset="0"/>
            </a:endParaRPr>
          </a:p>
          <a:p>
            <a:pPr algn="ctr"/>
            <a:endParaRPr lang="es-CO" sz="1400">
              <a:latin typeface="Calibri" panose="020F0502020204030204" pitchFamily="34" charset="0"/>
              <a:ea typeface="Calibri" panose="020F0502020204030204" pitchFamily="34" charset="0"/>
              <a:cs typeface="Calibri" panose="020F0502020204030204" pitchFamily="34" charset="0"/>
            </a:endParaRPr>
          </a:p>
          <a:p>
            <a:pPr algn="ctr"/>
            <a:endParaRPr lang="es-CO">
              <a:latin typeface="Calibri" panose="020F0502020204030204" pitchFamily="34" charset="0"/>
              <a:ea typeface="Calibri" panose="020F0502020204030204" pitchFamily="34" charset="0"/>
              <a:cs typeface="Calibri" panose="020F0502020204030204" pitchFamily="34" charset="0"/>
            </a:endParaRPr>
          </a:p>
        </p:txBody>
      </p:sp>
      <p:cxnSp>
        <p:nvCxnSpPr>
          <p:cNvPr id="10" name="Conector recto 9">
            <a:extLst>
              <a:ext uri="{FF2B5EF4-FFF2-40B4-BE49-F238E27FC236}">
                <a16:creationId xmlns:a16="http://schemas.microsoft.com/office/drawing/2014/main" id="{65CE1B3B-288A-2DCF-F470-B125B7120439}"/>
              </a:ext>
            </a:extLst>
          </p:cNvPr>
          <p:cNvCxnSpPr>
            <a:cxnSpLocks/>
          </p:cNvCxnSpPr>
          <p:nvPr/>
        </p:nvCxnSpPr>
        <p:spPr>
          <a:xfrm>
            <a:off x="7834998" y="0"/>
            <a:ext cx="0" cy="68580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8143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2077B-9829-787F-F214-7F29AD6525A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3F9F213-510B-FAEE-F81A-E156EDE50058}"/>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40595009-575A-18A7-3C5F-A2408E7325A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2EFD9755-65B8-9E2C-679C-8D8CE09B3BB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pic>
        <p:nvPicPr>
          <p:cNvPr id="7" name="Imagen 6">
            <a:extLst>
              <a:ext uri="{FF2B5EF4-FFF2-40B4-BE49-F238E27FC236}">
                <a16:creationId xmlns:a16="http://schemas.microsoft.com/office/drawing/2014/main" id="{B898AFC9-5802-C307-9B79-C5CF34D54C78}"/>
              </a:ext>
            </a:extLst>
          </p:cNvPr>
          <p:cNvPicPr>
            <a:picLocks noChangeAspect="1"/>
          </p:cNvPicPr>
          <p:nvPr/>
        </p:nvPicPr>
        <p:blipFill>
          <a:blip r:embed="rId4"/>
          <a:stretch>
            <a:fillRect/>
          </a:stretch>
        </p:blipFill>
        <p:spPr>
          <a:xfrm>
            <a:off x="1219200" y="1143000"/>
            <a:ext cx="9753600" cy="5715000"/>
          </a:xfrm>
          <a:prstGeom prst="rect">
            <a:avLst/>
          </a:prstGeom>
        </p:spPr>
      </p:pic>
    </p:spTree>
    <p:extLst>
      <p:ext uri="{BB962C8B-B14F-4D97-AF65-F5344CB8AC3E}">
        <p14:creationId xmlns:p14="http://schemas.microsoft.com/office/powerpoint/2010/main" val="1327306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EFF8-F4B6-4FAA-EB80-8670264DB66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3996658-1578-19B4-3FCF-248981A2D9AE}"/>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3517D8D5-7C71-EC81-6BB0-C123F262A17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5DCD3AE4-AA69-0C04-EFCE-8FD5ECF8143D}"/>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B861151B-0E96-73D8-5B39-F997CBCB8012}"/>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Dimensionamiento</a:t>
            </a:r>
            <a:endParaRPr lang="es-CO" dirty="0"/>
          </a:p>
        </p:txBody>
      </p:sp>
      <p:pic>
        <p:nvPicPr>
          <p:cNvPr id="6" name="Imagen 5">
            <a:extLst>
              <a:ext uri="{FF2B5EF4-FFF2-40B4-BE49-F238E27FC236}">
                <a16:creationId xmlns:a16="http://schemas.microsoft.com/office/drawing/2014/main" id="{A5006E13-D0DF-818D-5108-4E56A29A3146}"/>
              </a:ext>
            </a:extLst>
          </p:cNvPr>
          <p:cNvPicPr>
            <a:picLocks noChangeAspect="1"/>
          </p:cNvPicPr>
          <p:nvPr/>
        </p:nvPicPr>
        <p:blipFill>
          <a:blip r:embed="rId4"/>
          <a:stretch>
            <a:fillRect/>
          </a:stretch>
        </p:blipFill>
        <p:spPr>
          <a:xfrm>
            <a:off x="5549074" y="1546053"/>
            <a:ext cx="6458332" cy="4276463"/>
          </a:xfrm>
          <a:prstGeom prst="rect">
            <a:avLst/>
          </a:prstGeom>
        </p:spPr>
      </p:pic>
      <p:sp>
        <p:nvSpPr>
          <p:cNvPr id="8" name="CuadroTexto 7">
            <a:extLst>
              <a:ext uri="{FF2B5EF4-FFF2-40B4-BE49-F238E27FC236}">
                <a16:creationId xmlns:a16="http://schemas.microsoft.com/office/drawing/2014/main" id="{B838008F-AC20-894B-FF51-AD0A060E5C75}"/>
              </a:ext>
            </a:extLst>
          </p:cNvPr>
          <p:cNvSpPr txBox="1"/>
          <p:nvPr/>
        </p:nvSpPr>
        <p:spPr>
          <a:xfrm>
            <a:off x="74719" y="1342214"/>
            <a:ext cx="5525548" cy="646331"/>
          </a:xfrm>
          <a:prstGeom prst="rect">
            <a:avLst/>
          </a:prstGeom>
          <a:noFill/>
        </p:spPr>
        <p:txBody>
          <a:bodyPr wrap="square">
            <a:spAutoFit/>
          </a:bodyPr>
          <a:lstStyle/>
          <a:p>
            <a:r>
              <a:rPr lang="es-CO" dirty="0"/>
              <a:t>Se realiza con cargas de trabajo y la capacidad admisible del terreno</a:t>
            </a:r>
          </a:p>
        </p:txBody>
      </p:sp>
      <p:pic>
        <p:nvPicPr>
          <p:cNvPr id="10" name="Imagen 9" descr="Texto, Carta&#10;&#10;El contenido generado por IA puede ser incorrecto.">
            <a:extLst>
              <a:ext uri="{FF2B5EF4-FFF2-40B4-BE49-F238E27FC236}">
                <a16:creationId xmlns:a16="http://schemas.microsoft.com/office/drawing/2014/main" id="{40B67F88-9A80-19C6-8E7A-15A782627881}"/>
              </a:ext>
            </a:extLst>
          </p:cNvPr>
          <p:cNvPicPr>
            <a:picLocks noChangeAspect="1"/>
          </p:cNvPicPr>
          <p:nvPr/>
        </p:nvPicPr>
        <p:blipFill>
          <a:blip r:embed="rId5"/>
          <a:stretch>
            <a:fillRect/>
          </a:stretch>
        </p:blipFill>
        <p:spPr>
          <a:xfrm>
            <a:off x="242891" y="2061464"/>
            <a:ext cx="3232551" cy="2044600"/>
          </a:xfrm>
          <a:prstGeom prst="rect">
            <a:avLst/>
          </a:prstGeom>
        </p:spPr>
      </p:pic>
      <p:sp>
        <p:nvSpPr>
          <p:cNvPr id="11" name="CuadroTexto 10">
            <a:extLst>
              <a:ext uri="{FF2B5EF4-FFF2-40B4-BE49-F238E27FC236}">
                <a16:creationId xmlns:a16="http://schemas.microsoft.com/office/drawing/2014/main" id="{649A8BA4-7718-5D2E-400D-A571E7C02D8B}"/>
              </a:ext>
            </a:extLst>
          </p:cNvPr>
          <p:cNvSpPr txBox="1"/>
          <p:nvPr/>
        </p:nvSpPr>
        <p:spPr>
          <a:xfrm>
            <a:off x="1185427" y="5193689"/>
            <a:ext cx="2954297" cy="1815882"/>
          </a:xfrm>
          <a:prstGeom prst="rect">
            <a:avLst/>
          </a:prstGeom>
          <a:noFill/>
        </p:spPr>
        <p:txBody>
          <a:bodyPr wrap="square" rtlCol="0">
            <a:spAutoFit/>
          </a:bodyPr>
          <a:lstStyle/>
          <a:p>
            <a:r>
              <a:rPr lang="es-CO" sz="1400" dirty="0">
                <a:latin typeface="Calibri" panose="020F0502020204030204" pitchFamily="34" charset="0"/>
                <a:ea typeface="Calibri" panose="020F0502020204030204" pitchFamily="34" charset="0"/>
                <a:cs typeface="Calibri" panose="020F0502020204030204" pitchFamily="34" charset="0"/>
              </a:rPr>
              <a:t>1.4D</a:t>
            </a:r>
          </a:p>
          <a:p>
            <a:r>
              <a:rPr lang="es-CO" sz="1400" dirty="0">
                <a:latin typeface="Calibri" panose="020F0502020204030204" pitchFamily="34" charset="0"/>
                <a:ea typeface="Calibri" panose="020F0502020204030204" pitchFamily="34" charset="0"/>
                <a:cs typeface="Calibri" panose="020F0502020204030204" pitchFamily="34" charset="0"/>
              </a:rPr>
              <a:t>1.2D+1.6L+0.5(Lr o G o Le)</a:t>
            </a:r>
          </a:p>
          <a:p>
            <a:r>
              <a:rPr lang="es-CO" sz="1400" dirty="0">
                <a:latin typeface="Calibri" panose="020F0502020204030204" pitchFamily="34" charset="0"/>
                <a:ea typeface="Calibri" panose="020F0502020204030204" pitchFamily="34" charset="0"/>
                <a:cs typeface="Calibri" panose="020F0502020204030204" pitchFamily="34" charset="0"/>
              </a:rPr>
              <a:t>1.2D+1.6(Lr o G o Le)+(1.0L o 0.5W)</a:t>
            </a:r>
          </a:p>
          <a:p>
            <a:r>
              <a:rPr lang="es-CO" sz="1400" dirty="0">
                <a:latin typeface="Calibri" panose="020F0502020204030204" pitchFamily="34" charset="0"/>
                <a:ea typeface="Calibri" panose="020F0502020204030204" pitchFamily="34" charset="0"/>
                <a:cs typeface="Calibri" panose="020F0502020204030204" pitchFamily="34" charset="0"/>
              </a:rPr>
              <a:t>1.2+1.0W+1.0L+0.5(Lr o G o Le)</a:t>
            </a:r>
          </a:p>
          <a:p>
            <a:r>
              <a:rPr lang="es-CO" sz="1400" dirty="0">
                <a:latin typeface="Calibri" panose="020F0502020204030204" pitchFamily="34" charset="0"/>
                <a:ea typeface="Calibri" panose="020F0502020204030204" pitchFamily="34" charset="0"/>
                <a:cs typeface="Calibri" panose="020F0502020204030204" pitchFamily="34" charset="0"/>
              </a:rPr>
              <a:t>1.2D+1.0E+1.0L</a:t>
            </a:r>
          </a:p>
          <a:p>
            <a:r>
              <a:rPr lang="es-CO" sz="1400" dirty="0">
                <a:latin typeface="Calibri" panose="020F0502020204030204" pitchFamily="34" charset="0"/>
                <a:ea typeface="Calibri" panose="020F0502020204030204" pitchFamily="34" charset="0"/>
                <a:cs typeface="Calibri" panose="020F0502020204030204" pitchFamily="34" charset="0"/>
              </a:rPr>
              <a:t>0.9D+1.0W</a:t>
            </a:r>
          </a:p>
          <a:p>
            <a:r>
              <a:rPr lang="es-CO" sz="1400" dirty="0">
                <a:latin typeface="Calibri" panose="020F0502020204030204" pitchFamily="34" charset="0"/>
                <a:ea typeface="Calibri" panose="020F0502020204030204" pitchFamily="34" charset="0"/>
                <a:cs typeface="Calibri" panose="020F0502020204030204" pitchFamily="34" charset="0"/>
              </a:rPr>
              <a:t>0.9D+1.0E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
        <p:nvSpPr>
          <p:cNvPr id="12" name="CuadroTexto 11">
            <a:extLst>
              <a:ext uri="{FF2B5EF4-FFF2-40B4-BE49-F238E27FC236}">
                <a16:creationId xmlns:a16="http://schemas.microsoft.com/office/drawing/2014/main" id="{01514998-FE5D-C048-EC08-EC40504F8C4C}"/>
              </a:ext>
            </a:extLst>
          </p:cNvPr>
          <p:cNvSpPr txBox="1"/>
          <p:nvPr/>
        </p:nvSpPr>
        <p:spPr>
          <a:xfrm>
            <a:off x="123063" y="4178983"/>
            <a:ext cx="4420631" cy="400110"/>
          </a:xfrm>
          <a:prstGeom prst="rect">
            <a:avLst/>
          </a:prstGeom>
          <a:noFill/>
        </p:spPr>
        <p:txBody>
          <a:bodyPr wrap="square" rtlCol="0">
            <a:spAutoFit/>
          </a:bodyPr>
          <a:lstStyle/>
          <a:p>
            <a:r>
              <a:rPr lang="es-CO" sz="2000" b="1" dirty="0">
                <a:solidFill>
                  <a:schemeClr val="accent1"/>
                </a:solidFill>
              </a:rPr>
              <a:t>Diseño</a:t>
            </a:r>
            <a:endParaRPr lang="es-CO" dirty="0"/>
          </a:p>
        </p:txBody>
      </p:sp>
      <p:sp>
        <p:nvSpPr>
          <p:cNvPr id="13" name="CuadroTexto 12">
            <a:extLst>
              <a:ext uri="{FF2B5EF4-FFF2-40B4-BE49-F238E27FC236}">
                <a16:creationId xmlns:a16="http://schemas.microsoft.com/office/drawing/2014/main" id="{5E63C29F-7674-4785-EA95-399AF4EEDC47}"/>
              </a:ext>
            </a:extLst>
          </p:cNvPr>
          <p:cNvSpPr txBox="1"/>
          <p:nvPr/>
        </p:nvSpPr>
        <p:spPr>
          <a:xfrm>
            <a:off x="74719" y="4547358"/>
            <a:ext cx="5525548" cy="646331"/>
          </a:xfrm>
          <a:prstGeom prst="rect">
            <a:avLst/>
          </a:prstGeom>
          <a:noFill/>
        </p:spPr>
        <p:txBody>
          <a:bodyPr wrap="square">
            <a:spAutoFit/>
          </a:bodyPr>
          <a:lstStyle/>
          <a:p>
            <a:r>
              <a:rPr lang="es-CO" dirty="0"/>
              <a:t>Las zapatas se deben diseñar para resistir las cargas mayoradas obtenidas del análisis estructural.</a:t>
            </a:r>
          </a:p>
        </p:txBody>
      </p:sp>
    </p:spTree>
    <p:extLst>
      <p:ext uri="{BB962C8B-B14F-4D97-AF65-F5344CB8AC3E}">
        <p14:creationId xmlns:p14="http://schemas.microsoft.com/office/powerpoint/2010/main" val="3154534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EDDA0-C1C4-7DF8-C485-012A704C20B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67F50AE-257C-D6FC-B9CA-78260E8394BA}"/>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7C4C59F8-84DE-D5D3-C3F9-A1C782B34A8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4CEA179C-F29F-3984-0A40-620125B13F6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DA28827D-D25C-19E0-0F39-6E94197F4312}"/>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TIPOS DE ZAPATA</a:t>
            </a:r>
            <a:endParaRPr lang="es-CO" dirty="0"/>
          </a:p>
        </p:txBody>
      </p:sp>
      <p:sp>
        <p:nvSpPr>
          <p:cNvPr id="11" name="CuadroTexto 10">
            <a:extLst>
              <a:ext uri="{FF2B5EF4-FFF2-40B4-BE49-F238E27FC236}">
                <a16:creationId xmlns:a16="http://schemas.microsoft.com/office/drawing/2014/main" id="{A7C65198-E2BE-2F3E-7756-14597A56E076}"/>
              </a:ext>
            </a:extLst>
          </p:cNvPr>
          <p:cNvSpPr txBox="1"/>
          <p:nvPr/>
        </p:nvSpPr>
        <p:spPr>
          <a:xfrm>
            <a:off x="580516" y="2845191"/>
            <a:ext cx="4195466" cy="1846659"/>
          </a:xfrm>
          <a:prstGeom prst="rect">
            <a:avLst/>
          </a:prstGeom>
          <a:noFill/>
        </p:spPr>
        <p:txBody>
          <a:bodyPr wrap="square" rtlCol="0">
            <a:spAutoFit/>
          </a:bodyPr>
          <a:lstStyle/>
          <a:p>
            <a:pPr marL="342900" indent="-342900">
              <a:buAutoNum type="arabicPeriod"/>
            </a:pPr>
            <a:r>
              <a:rPr lang="es-CO" sz="2000" dirty="0"/>
              <a:t>Zapata cuadrada concéntrica </a:t>
            </a:r>
          </a:p>
          <a:p>
            <a:pPr marL="342900" indent="-342900">
              <a:buAutoNum type="arabicPeriod"/>
            </a:pPr>
            <a:r>
              <a:rPr lang="es-CO" sz="2000" dirty="0"/>
              <a:t>Zapata rectangular</a:t>
            </a:r>
          </a:p>
          <a:p>
            <a:pPr marL="342900" indent="-342900">
              <a:buAutoNum type="arabicPeriod"/>
            </a:pPr>
            <a:r>
              <a:rPr lang="es-CO" sz="2000" dirty="0"/>
              <a:t>Zapata excéntrica</a:t>
            </a:r>
          </a:p>
          <a:p>
            <a:pPr marL="342900" indent="-342900">
              <a:buAutoNum type="arabicPeriod"/>
            </a:pPr>
            <a:r>
              <a:rPr lang="es-CO" sz="2000" dirty="0"/>
              <a:t>Zapata combinada </a:t>
            </a:r>
          </a:p>
          <a:p>
            <a:pPr marL="342900" indent="-342900">
              <a:buAutoNum type="arabicPeriod"/>
            </a:pPr>
            <a:r>
              <a:rPr lang="es-CO" sz="2000" dirty="0"/>
              <a:t>Zapata de esquina</a:t>
            </a:r>
            <a:r>
              <a:rPr lang="es-CO" sz="2000" dirty="0">
                <a:latin typeface="Calibri" panose="020F0502020204030204" pitchFamily="34" charset="0"/>
                <a:ea typeface="Calibri" panose="020F0502020204030204" pitchFamily="34" charset="0"/>
                <a:cs typeface="Calibri" panose="020F0502020204030204" pitchFamily="34" charset="0"/>
              </a:rPr>
              <a:t>	</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pic>
        <p:nvPicPr>
          <p:cNvPr id="7" name="Imagen 6">
            <a:extLst>
              <a:ext uri="{FF2B5EF4-FFF2-40B4-BE49-F238E27FC236}">
                <a16:creationId xmlns:a16="http://schemas.microsoft.com/office/drawing/2014/main" id="{E44BF1EC-7DD6-886C-4A0D-21638E2EE64B}"/>
              </a:ext>
            </a:extLst>
          </p:cNvPr>
          <p:cNvPicPr>
            <a:picLocks noChangeAspect="1"/>
          </p:cNvPicPr>
          <p:nvPr/>
        </p:nvPicPr>
        <p:blipFill>
          <a:blip r:embed="rId4"/>
          <a:stretch>
            <a:fillRect/>
          </a:stretch>
        </p:blipFill>
        <p:spPr>
          <a:xfrm>
            <a:off x="5410545" y="1619343"/>
            <a:ext cx="5563082" cy="4618120"/>
          </a:xfrm>
          <a:prstGeom prst="rect">
            <a:avLst/>
          </a:prstGeom>
        </p:spPr>
      </p:pic>
    </p:spTree>
    <p:extLst>
      <p:ext uri="{BB962C8B-B14F-4D97-AF65-F5344CB8AC3E}">
        <p14:creationId xmlns:p14="http://schemas.microsoft.com/office/powerpoint/2010/main" val="35387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07380-A3AE-448B-08FC-0E2E8FD061C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A6ADF49-5CDC-A83D-1415-2FA23A0B4BB1}"/>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C2DD0567-B34C-675D-7294-E0E835AF25D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F9504D8-D8DD-D50A-93C5-AF417A6A576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C82A5BB0-9EFF-2D6C-6929-DF50DC8CB702}"/>
              </a:ext>
            </a:extLst>
          </p:cNvPr>
          <p:cNvSpPr txBox="1"/>
          <p:nvPr/>
        </p:nvSpPr>
        <p:spPr>
          <a:xfrm>
            <a:off x="3355461" y="3013501"/>
            <a:ext cx="7169938" cy="830997"/>
          </a:xfrm>
          <a:prstGeom prst="rect">
            <a:avLst/>
          </a:prstGeom>
          <a:noFill/>
        </p:spPr>
        <p:txBody>
          <a:bodyPr wrap="square">
            <a:spAutoFit/>
          </a:bodyPr>
          <a:lstStyle/>
          <a:p>
            <a:r>
              <a:rPr lang="es-CO" sz="4800" b="1" dirty="0"/>
              <a:t>Zapatas Cuadradas</a:t>
            </a:r>
          </a:p>
        </p:txBody>
      </p:sp>
    </p:spTree>
    <p:extLst>
      <p:ext uri="{BB962C8B-B14F-4D97-AF65-F5344CB8AC3E}">
        <p14:creationId xmlns:p14="http://schemas.microsoft.com/office/powerpoint/2010/main" val="1267595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4788-0397-3D0E-10C7-1695DD938FF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4D2E003-6476-9A30-BA24-A2CFDCB71FB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F5D01A21-C913-2613-B26E-097D25254AD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78EFDED-5EF2-80AE-2FE1-52F7F895BAC3}"/>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41A4B69A-9503-C549-0C8A-6CF174002777}"/>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CONCENTRICA FLEXIÓN</a:t>
            </a:r>
            <a:endParaRPr lang="es-CO" dirty="0"/>
          </a:p>
        </p:txBody>
      </p:sp>
      <p:sp>
        <p:nvSpPr>
          <p:cNvPr id="11" name="CuadroTexto 10">
            <a:extLst>
              <a:ext uri="{FF2B5EF4-FFF2-40B4-BE49-F238E27FC236}">
                <a16:creationId xmlns:a16="http://schemas.microsoft.com/office/drawing/2014/main" id="{1BAE5CE7-3B5A-E1CE-9A38-2EDFBEF99571}"/>
              </a:ext>
            </a:extLst>
          </p:cNvPr>
          <p:cNvSpPr txBox="1"/>
          <p:nvPr/>
        </p:nvSpPr>
        <p:spPr>
          <a:xfrm>
            <a:off x="193653" y="1508534"/>
            <a:ext cx="11018297" cy="707886"/>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El diseño a flexión de la zapata se realiza de acuerdo con el momento que ejerce la presión del suelo sobre la sección critica de la zapata es decir la cara del apoyo</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Imagen 9">
            <a:extLst>
              <a:ext uri="{FF2B5EF4-FFF2-40B4-BE49-F238E27FC236}">
                <a16:creationId xmlns:a16="http://schemas.microsoft.com/office/drawing/2014/main" id="{86950B52-8E90-43D3-A01D-F4E2307C573B}"/>
              </a:ext>
            </a:extLst>
          </p:cNvPr>
          <p:cNvPicPr>
            <a:picLocks noChangeAspect="1"/>
          </p:cNvPicPr>
          <p:nvPr/>
        </p:nvPicPr>
        <p:blipFill>
          <a:blip r:embed="rId4"/>
          <a:stretch>
            <a:fillRect/>
          </a:stretch>
        </p:blipFill>
        <p:spPr>
          <a:xfrm>
            <a:off x="2216454" y="2436009"/>
            <a:ext cx="3065623" cy="2298337"/>
          </a:xfrm>
          <a:prstGeom prst="rect">
            <a:avLst/>
          </a:prstGeom>
          <a:ln w="12700">
            <a:noFill/>
          </a:ln>
        </p:spPr>
      </p:pic>
      <p:pic>
        <p:nvPicPr>
          <p:cNvPr id="13" name="Imagen 12">
            <a:extLst>
              <a:ext uri="{FF2B5EF4-FFF2-40B4-BE49-F238E27FC236}">
                <a16:creationId xmlns:a16="http://schemas.microsoft.com/office/drawing/2014/main" id="{73EA6566-964D-74DB-1B71-67E6859C53BA}"/>
              </a:ext>
            </a:extLst>
          </p:cNvPr>
          <p:cNvPicPr>
            <a:picLocks noChangeAspect="1"/>
          </p:cNvPicPr>
          <p:nvPr/>
        </p:nvPicPr>
        <p:blipFill>
          <a:blip r:embed="rId5"/>
          <a:stretch>
            <a:fillRect/>
          </a:stretch>
        </p:blipFill>
        <p:spPr>
          <a:xfrm>
            <a:off x="6411366" y="2528776"/>
            <a:ext cx="3050064" cy="2112805"/>
          </a:xfrm>
          <a:prstGeom prst="rect">
            <a:avLst/>
          </a:prstGeom>
        </p:spPr>
      </p:pic>
      <p:cxnSp>
        <p:nvCxnSpPr>
          <p:cNvPr id="15" name="Conector recto 14">
            <a:extLst>
              <a:ext uri="{FF2B5EF4-FFF2-40B4-BE49-F238E27FC236}">
                <a16:creationId xmlns:a16="http://schemas.microsoft.com/office/drawing/2014/main" id="{823285E2-3BE1-A13A-F182-747759FF079F}"/>
              </a:ext>
            </a:extLst>
          </p:cNvPr>
          <p:cNvCxnSpPr>
            <a:cxnSpLocks/>
          </p:cNvCxnSpPr>
          <p:nvPr/>
        </p:nvCxnSpPr>
        <p:spPr>
          <a:xfrm>
            <a:off x="3933678" y="3115238"/>
            <a:ext cx="0" cy="773723"/>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Conector recto 16">
            <a:extLst>
              <a:ext uri="{FF2B5EF4-FFF2-40B4-BE49-F238E27FC236}">
                <a16:creationId xmlns:a16="http://schemas.microsoft.com/office/drawing/2014/main" id="{93147059-B679-F8D8-AEFD-94FF70BD71F9}"/>
              </a:ext>
            </a:extLst>
          </p:cNvPr>
          <p:cNvCxnSpPr/>
          <p:nvPr/>
        </p:nvCxnSpPr>
        <p:spPr>
          <a:xfrm>
            <a:off x="4145488" y="6659311"/>
            <a:ext cx="28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9D117727-FB73-42F5-F676-49B5180FAA80}"/>
              </a:ext>
            </a:extLst>
          </p:cNvPr>
          <p:cNvCxnSpPr>
            <a:cxnSpLocks/>
          </p:cNvCxnSpPr>
          <p:nvPr/>
        </p:nvCxnSpPr>
        <p:spPr>
          <a:xfrm>
            <a:off x="4145488" y="6041690"/>
            <a:ext cx="11365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4CE5A42C-B51F-D97A-00CE-9740796CD943}"/>
              </a:ext>
            </a:extLst>
          </p:cNvPr>
          <p:cNvCxnSpPr>
            <a:cxnSpLocks/>
          </p:cNvCxnSpPr>
          <p:nvPr/>
        </p:nvCxnSpPr>
        <p:spPr>
          <a:xfrm>
            <a:off x="5844697" y="6041690"/>
            <a:ext cx="118079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id="{2D347E3D-42BA-1DC9-05D1-F30ACF953EBC}"/>
              </a:ext>
            </a:extLst>
          </p:cNvPr>
          <p:cNvCxnSpPr>
            <a:cxnSpLocks/>
          </p:cNvCxnSpPr>
          <p:nvPr/>
        </p:nvCxnSpPr>
        <p:spPr>
          <a:xfrm flipV="1">
            <a:off x="5844697" y="5243878"/>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DD80EA64-CA2E-78A2-B0DE-DED7A2F30AB5}"/>
              </a:ext>
            </a:extLst>
          </p:cNvPr>
          <p:cNvCxnSpPr>
            <a:cxnSpLocks/>
          </p:cNvCxnSpPr>
          <p:nvPr/>
        </p:nvCxnSpPr>
        <p:spPr>
          <a:xfrm flipV="1">
            <a:off x="5282077" y="5243878"/>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D1FEBC3F-46A2-AB9A-AC77-8B1CF93B9653}"/>
              </a:ext>
            </a:extLst>
          </p:cNvPr>
          <p:cNvCxnSpPr>
            <a:cxnSpLocks/>
          </p:cNvCxnSpPr>
          <p:nvPr/>
        </p:nvCxnSpPr>
        <p:spPr>
          <a:xfrm flipV="1">
            <a:off x="4145488" y="6041690"/>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A3E6A0C7-E0C3-7E43-1DB7-73CBD7BEB2BF}"/>
              </a:ext>
            </a:extLst>
          </p:cNvPr>
          <p:cNvCxnSpPr>
            <a:cxnSpLocks/>
          </p:cNvCxnSpPr>
          <p:nvPr/>
        </p:nvCxnSpPr>
        <p:spPr>
          <a:xfrm flipV="1">
            <a:off x="7012883" y="6041689"/>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id="{37F7BB7E-4C65-C9E8-9DE6-E03C1C046B57}"/>
              </a:ext>
            </a:extLst>
          </p:cNvPr>
          <p:cNvCxnSpPr/>
          <p:nvPr/>
        </p:nvCxnSpPr>
        <p:spPr>
          <a:xfrm>
            <a:off x="4348528" y="6528356"/>
            <a:ext cx="25200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5D8D100F-C6BB-F1C6-9B8F-7B9DD0993215}"/>
              </a:ext>
            </a:extLst>
          </p:cNvPr>
          <p:cNvCxnSpPr>
            <a:cxnSpLocks/>
          </p:cNvCxnSpPr>
          <p:nvPr/>
        </p:nvCxnSpPr>
        <p:spPr>
          <a:xfrm flipV="1">
            <a:off x="4348528" y="6209606"/>
            <a:ext cx="0" cy="32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161CA42E-4038-B4A0-6D07-7F6EAF39136E}"/>
              </a:ext>
            </a:extLst>
          </p:cNvPr>
          <p:cNvCxnSpPr>
            <a:cxnSpLocks/>
          </p:cNvCxnSpPr>
          <p:nvPr/>
        </p:nvCxnSpPr>
        <p:spPr>
          <a:xfrm flipV="1">
            <a:off x="6868528" y="6209606"/>
            <a:ext cx="0" cy="32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5283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2F941-DDE6-D93E-84E5-9754B1235CB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10A12E9-A250-01BC-2D24-C3334D513C56}"/>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F60249BD-DFA0-FADC-47E4-69F2E457115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41E3C552-5464-D26F-6E44-ADAD523AA0A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74E53951-8F7C-0484-0E17-CD0976D9F879}"/>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CONCENTRICA A CORTANTE</a:t>
            </a:r>
            <a:endParaRPr lang="es-CO" dirty="0"/>
          </a:p>
        </p:txBody>
      </p:sp>
      <p:sp>
        <p:nvSpPr>
          <p:cNvPr id="11" name="CuadroTexto 10">
            <a:extLst>
              <a:ext uri="{FF2B5EF4-FFF2-40B4-BE49-F238E27FC236}">
                <a16:creationId xmlns:a16="http://schemas.microsoft.com/office/drawing/2014/main" id="{CD19BC12-C99D-149C-286B-93018B196FA9}"/>
              </a:ext>
            </a:extLst>
          </p:cNvPr>
          <p:cNvSpPr txBox="1"/>
          <p:nvPr/>
        </p:nvSpPr>
        <p:spPr>
          <a:xfrm>
            <a:off x="228824" y="1493880"/>
            <a:ext cx="11770918" cy="923330"/>
          </a:xfrm>
          <a:prstGeom prst="rect">
            <a:avLst/>
          </a:prstGeom>
          <a:noFill/>
        </p:spPr>
        <p:txBody>
          <a:bodyPr wrap="square" rtlCol="0">
            <a:spAutoFit/>
          </a:bodyPr>
          <a:lstStyle/>
          <a:p>
            <a:r>
              <a:rPr lang="es-CO" sz="2000" dirty="0"/>
              <a:t>Deben considerarse dos condiciones debidas al esfuerzo cortante en las zapatas para columnas, independientemente de su forma. La primera es debida al cortante en un sentido o cortante de viga</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pic>
        <p:nvPicPr>
          <p:cNvPr id="6" name="Imagen 5">
            <a:extLst>
              <a:ext uri="{FF2B5EF4-FFF2-40B4-BE49-F238E27FC236}">
                <a16:creationId xmlns:a16="http://schemas.microsoft.com/office/drawing/2014/main" id="{B38277FE-B01A-42DA-AFEF-7F5BEBAFD840}"/>
              </a:ext>
            </a:extLst>
          </p:cNvPr>
          <p:cNvPicPr>
            <a:picLocks noChangeAspect="1"/>
          </p:cNvPicPr>
          <p:nvPr/>
        </p:nvPicPr>
        <p:blipFill>
          <a:blip r:embed="rId4"/>
          <a:stretch>
            <a:fillRect/>
          </a:stretch>
        </p:blipFill>
        <p:spPr>
          <a:xfrm>
            <a:off x="7315200" y="2238755"/>
            <a:ext cx="2682358" cy="2746243"/>
          </a:xfrm>
          <a:prstGeom prst="rect">
            <a:avLst/>
          </a:prstGeom>
        </p:spPr>
      </p:pic>
      <p:cxnSp>
        <p:nvCxnSpPr>
          <p:cNvPr id="8" name="Conector recto 7">
            <a:extLst>
              <a:ext uri="{FF2B5EF4-FFF2-40B4-BE49-F238E27FC236}">
                <a16:creationId xmlns:a16="http://schemas.microsoft.com/office/drawing/2014/main" id="{1E6DC277-89C5-2D9A-3280-905E4E599840}"/>
              </a:ext>
            </a:extLst>
          </p:cNvPr>
          <p:cNvCxnSpPr/>
          <p:nvPr/>
        </p:nvCxnSpPr>
        <p:spPr>
          <a:xfrm>
            <a:off x="7315200" y="6666931"/>
            <a:ext cx="28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B9E7B93A-78F8-74CF-A28F-1C07FC0514F3}"/>
              </a:ext>
            </a:extLst>
          </p:cNvPr>
          <p:cNvCxnSpPr>
            <a:cxnSpLocks/>
          </p:cNvCxnSpPr>
          <p:nvPr/>
        </p:nvCxnSpPr>
        <p:spPr>
          <a:xfrm>
            <a:off x="7315200" y="6049310"/>
            <a:ext cx="11365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C21F4C4B-D567-6FED-CBDD-2FC38174951B}"/>
              </a:ext>
            </a:extLst>
          </p:cNvPr>
          <p:cNvCxnSpPr>
            <a:cxnSpLocks/>
          </p:cNvCxnSpPr>
          <p:nvPr/>
        </p:nvCxnSpPr>
        <p:spPr>
          <a:xfrm>
            <a:off x="9014409" y="6049310"/>
            <a:ext cx="118079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746862C7-C019-E754-50E6-687A6BA0F3CF}"/>
              </a:ext>
            </a:extLst>
          </p:cNvPr>
          <p:cNvCxnSpPr>
            <a:cxnSpLocks/>
          </p:cNvCxnSpPr>
          <p:nvPr/>
        </p:nvCxnSpPr>
        <p:spPr>
          <a:xfrm flipV="1">
            <a:off x="9014409" y="5251498"/>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ector recto 15">
            <a:extLst>
              <a:ext uri="{FF2B5EF4-FFF2-40B4-BE49-F238E27FC236}">
                <a16:creationId xmlns:a16="http://schemas.microsoft.com/office/drawing/2014/main" id="{4DB58CDD-6C60-571B-F5E6-289C0FF1243E}"/>
              </a:ext>
            </a:extLst>
          </p:cNvPr>
          <p:cNvCxnSpPr>
            <a:cxnSpLocks/>
          </p:cNvCxnSpPr>
          <p:nvPr/>
        </p:nvCxnSpPr>
        <p:spPr>
          <a:xfrm flipV="1">
            <a:off x="8451789" y="5251498"/>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id="{C769C9E4-B525-CCE6-34A2-814D5632903E}"/>
              </a:ext>
            </a:extLst>
          </p:cNvPr>
          <p:cNvCxnSpPr>
            <a:cxnSpLocks/>
          </p:cNvCxnSpPr>
          <p:nvPr/>
        </p:nvCxnSpPr>
        <p:spPr>
          <a:xfrm flipV="1">
            <a:off x="7315200" y="6049310"/>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9C7BCA00-F09F-96C5-5CA1-F9691F8E43E0}"/>
              </a:ext>
            </a:extLst>
          </p:cNvPr>
          <p:cNvCxnSpPr>
            <a:cxnSpLocks/>
          </p:cNvCxnSpPr>
          <p:nvPr/>
        </p:nvCxnSpPr>
        <p:spPr>
          <a:xfrm flipV="1">
            <a:off x="10182595" y="6049309"/>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01A9AA74-E43E-2A4B-4899-A98D3058CEC6}"/>
              </a:ext>
            </a:extLst>
          </p:cNvPr>
          <p:cNvCxnSpPr>
            <a:cxnSpLocks/>
          </p:cNvCxnSpPr>
          <p:nvPr/>
        </p:nvCxnSpPr>
        <p:spPr>
          <a:xfrm>
            <a:off x="9014409" y="5845171"/>
            <a:ext cx="34519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D1F61A28-D7FA-CC71-5FA3-F6AD6ED4BAC0}"/>
              </a:ext>
            </a:extLst>
          </p:cNvPr>
          <p:cNvCxnSpPr>
            <a:cxnSpLocks/>
          </p:cNvCxnSpPr>
          <p:nvPr/>
        </p:nvCxnSpPr>
        <p:spPr>
          <a:xfrm flipV="1">
            <a:off x="9340738" y="6051085"/>
            <a:ext cx="0" cy="49014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6" name="CuadroTexto 25">
            <a:extLst>
              <a:ext uri="{FF2B5EF4-FFF2-40B4-BE49-F238E27FC236}">
                <a16:creationId xmlns:a16="http://schemas.microsoft.com/office/drawing/2014/main" id="{1ED58AD4-845B-11AE-523E-8153B780F763}"/>
              </a:ext>
            </a:extLst>
          </p:cNvPr>
          <p:cNvSpPr txBox="1"/>
          <p:nvPr/>
        </p:nvSpPr>
        <p:spPr>
          <a:xfrm>
            <a:off x="9014409" y="5402563"/>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d</a:t>
            </a:r>
          </a:p>
        </p:txBody>
      </p:sp>
      <p:sp>
        <p:nvSpPr>
          <p:cNvPr id="27" name="CuadroTexto 26">
            <a:extLst>
              <a:ext uri="{FF2B5EF4-FFF2-40B4-BE49-F238E27FC236}">
                <a16:creationId xmlns:a16="http://schemas.microsoft.com/office/drawing/2014/main" id="{73411811-6B45-55C0-6BC7-3EA285EA3AE0}"/>
              </a:ext>
            </a:extLst>
          </p:cNvPr>
          <p:cNvSpPr txBox="1"/>
          <p:nvPr/>
        </p:nvSpPr>
        <p:spPr>
          <a:xfrm>
            <a:off x="9291740" y="6095893"/>
            <a:ext cx="360436"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d</a:t>
            </a:r>
          </a:p>
        </p:txBody>
      </p:sp>
      <p:cxnSp>
        <p:nvCxnSpPr>
          <p:cNvPr id="28" name="Conector recto 27">
            <a:extLst>
              <a:ext uri="{FF2B5EF4-FFF2-40B4-BE49-F238E27FC236}">
                <a16:creationId xmlns:a16="http://schemas.microsoft.com/office/drawing/2014/main" id="{0B5C51B5-CF42-4407-EACB-33C348E81D9A}"/>
              </a:ext>
            </a:extLst>
          </p:cNvPr>
          <p:cNvCxnSpPr/>
          <p:nvPr/>
        </p:nvCxnSpPr>
        <p:spPr>
          <a:xfrm>
            <a:off x="7518240" y="6535976"/>
            <a:ext cx="25200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B1A1A76D-BAC0-367C-83C6-7F69C08F7167}"/>
              </a:ext>
            </a:extLst>
          </p:cNvPr>
          <p:cNvCxnSpPr>
            <a:cxnSpLocks/>
          </p:cNvCxnSpPr>
          <p:nvPr/>
        </p:nvCxnSpPr>
        <p:spPr>
          <a:xfrm flipV="1">
            <a:off x="7518240" y="6217226"/>
            <a:ext cx="0" cy="32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0B662A14-20FC-C6A2-6CFA-D84C041A2A0C}"/>
              </a:ext>
            </a:extLst>
          </p:cNvPr>
          <p:cNvCxnSpPr>
            <a:cxnSpLocks/>
          </p:cNvCxnSpPr>
          <p:nvPr/>
        </p:nvCxnSpPr>
        <p:spPr>
          <a:xfrm flipV="1">
            <a:off x="10038240" y="6217226"/>
            <a:ext cx="0" cy="32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31" name="Imagen 30">
            <a:extLst>
              <a:ext uri="{FF2B5EF4-FFF2-40B4-BE49-F238E27FC236}">
                <a16:creationId xmlns:a16="http://schemas.microsoft.com/office/drawing/2014/main" id="{639E739D-9624-6094-A245-64D80E158CD5}"/>
              </a:ext>
            </a:extLst>
          </p:cNvPr>
          <p:cNvPicPr>
            <a:picLocks noChangeAspect="1"/>
          </p:cNvPicPr>
          <p:nvPr/>
        </p:nvPicPr>
        <p:blipFill>
          <a:blip r:embed="rId5"/>
          <a:stretch>
            <a:fillRect/>
          </a:stretch>
        </p:blipFill>
        <p:spPr>
          <a:xfrm>
            <a:off x="752222" y="2462707"/>
            <a:ext cx="3065623" cy="2298337"/>
          </a:xfrm>
          <a:prstGeom prst="rect">
            <a:avLst/>
          </a:prstGeom>
          <a:ln w="12700">
            <a:noFill/>
          </a:ln>
        </p:spPr>
      </p:pic>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EAE6C79F-7399-7280-1216-7C96C3D2F0BB}"/>
                  </a:ext>
                </a:extLst>
              </p:cNvPr>
              <p:cNvSpPr txBox="1"/>
              <p:nvPr/>
            </p:nvSpPr>
            <p:spPr>
              <a:xfrm>
                <a:off x="1530470" y="5048111"/>
                <a:ext cx="134742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m:rPr>
                              <m:sty m:val="p"/>
                            </m:rPr>
                            <a:rPr lang="es-419" sz="2400" b="0" i="1" smtClean="0">
                              <a:latin typeface="Cambria Math" panose="02040503050406030204" pitchFamily="18" charset="0"/>
                            </a:rPr>
                            <m:t>W</m:t>
                          </m:r>
                        </m:e>
                        <m:sub>
                          <m:r>
                            <m:rPr>
                              <m:sty m:val="p"/>
                            </m:rPr>
                            <a:rPr lang="es-419" sz="2400" b="0" i="1" smtClean="0">
                              <a:latin typeface="Cambria Math" panose="02040503050406030204" pitchFamily="18" charset="0"/>
                            </a:rPr>
                            <m:t>u</m:t>
                          </m:r>
                        </m:sub>
                      </m:sSub>
                      <m:r>
                        <a:rPr lang="es-419" sz="2400" b="0" i="1" smtClean="0">
                          <a:latin typeface="Cambria Math" panose="02040503050406030204" pitchFamily="18" charset="0"/>
                        </a:rPr>
                        <m:t>=</m:t>
                      </m:r>
                      <m:sSub>
                        <m:sSubPr>
                          <m:ctrlPr>
                            <a:rPr lang="es-CO" sz="2400" b="0" i="1" smtClean="0">
                              <a:latin typeface="Cambria Math" panose="02040503050406030204" pitchFamily="18" charset="0"/>
                            </a:rPr>
                          </m:ctrlPr>
                        </m:sSubPr>
                        <m:e>
                          <m:r>
                            <a:rPr lang="es-CO" sz="2400" b="0" i="1" smtClean="0">
                              <a:latin typeface="Cambria Math" panose="02040503050406030204" pitchFamily="18" charset="0"/>
                              <a:ea typeface="Cambria Math" panose="02040503050406030204" pitchFamily="18" charset="0"/>
                            </a:rPr>
                            <m:t>𝜎</m:t>
                          </m:r>
                        </m:e>
                        <m:sub>
                          <m:r>
                            <m:rPr>
                              <m:sty m:val="p"/>
                            </m:rPr>
                            <a:rPr lang="es-419" sz="2400" b="0" i="1" smtClean="0">
                              <a:latin typeface="Cambria Math" panose="02040503050406030204" pitchFamily="18" charset="0"/>
                            </a:rPr>
                            <m:t>u</m:t>
                          </m:r>
                        </m:sub>
                      </m:sSub>
                      <m:r>
                        <m:rPr>
                          <m:sty m:val="p"/>
                        </m:rPr>
                        <a:rPr lang="es-419" sz="2400" b="0" i="1" smtClean="0">
                          <a:latin typeface="Cambria Math" panose="02040503050406030204" pitchFamily="18" charset="0"/>
                        </a:rPr>
                        <m:t>L</m:t>
                      </m:r>
                    </m:oMath>
                  </m:oMathPara>
                </a14:m>
                <a:endParaRPr lang="es-CO" sz="2400" dirty="0"/>
              </a:p>
            </p:txBody>
          </p:sp>
        </mc:Choice>
        <mc:Fallback xmlns="">
          <p:sp>
            <p:nvSpPr>
              <p:cNvPr id="32" name="CuadroTexto 31">
                <a:extLst>
                  <a:ext uri="{FF2B5EF4-FFF2-40B4-BE49-F238E27FC236}">
                    <a16:creationId xmlns:a16="http://schemas.microsoft.com/office/drawing/2014/main" id="{EAE6C79F-7399-7280-1216-7C96C3D2F0BB}"/>
                  </a:ext>
                </a:extLst>
              </p:cNvPr>
              <p:cNvSpPr txBox="1">
                <a:spLocks noRot="1" noChangeAspect="1" noMove="1" noResize="1" noEditPoints="1" noAdjustHandles="1" noChangeArrowheads="1" noChangeShapeType="1" noTextEdit="1"/>
              </p:cNvSpPr>
              <p:nvPr/>
            </p:nvSpPr>
            <p:spPr>
              <a:xfrm>
                <a:off x="1530470" y="5048111"/>
                <a:ext cx="1347420" cy="369332"/>
              </a:xfrm>
              <a:prstGeom prst="rect">
                <a:avLst/>
              </a:prstGeom>
              <a:blipFill>
                <a:blip r:embed="rId6"/>
                <a:stretch>
                  <a:fillRect l="-4977" r="-5430" b="-8197"/>
                </a:stretch>
              </a:blipFill>
            </p:spPr>
            <p:txBody>
              <a:bodyPr/>
              <a:lstStyle/>
              <a:p>
                <a:r>
                  <a:rPr lang="es-CO">
                    <a:noFill/>
                  </a:rPr>
                  <a:t> </a:t>
                </a:r>
              </a:p>
            </p:txBody>
          </p:sp>
        </mc:Fallback>
      </mc:AlternateContent>
      <p:sp>
        <p:nvSpPr>
          <p:cNvPr id="33" name="CuadroTexto 32">
            <a:extLst>
              <a:ext uri="{FF2B5EF4-FFF2-40B4-BE49-F238E27FC236}">
                <a16:creationId xmlns:a16="http://schemas.microsoft.com/office/drawing/2014/main" id="{EA040FB7-049C-7F48-F944-E2309467A6C1}"/>
              </a:ext>
            </a:extLst>
          </p:cNvPr>
          <p:cNvSpPr txBox="1"/>
          <p:nvPr/>
        </p:nvSpPr>
        <p:spPr>
          <a:xfrm>
            <a:off x="9759716" y="5402563"/>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x</a:t>
            </a:r>
          </a:p>
        </p:txBody>
      </p:sp>
      <p:cxnSp>
        <p:nvCxnSpPr>
          <p:cNvPr id="34" name="Conector recto de flecha 33">
            <a:extLst>
              <a:ext uri="{FF2B5EF4-FFF2-40B4-BE49-F238E27FC236}">
                <a16:creationId xmlns:a16="http://schemas.microsoft.com/office/drawing/2014/main" id="{C6244F48-F6D9-A7A5-F030-273660366FCC}"/>
              </a:ext>
            </a:extLst>
          </p:cNvPr>
          <p:cNvCxnSpPr>
            <a:cxnSpLocks/>
          </p:cNvCxnSpPr>
          <p:nvPr/>
        </p:nvCxnSpPr>
        <p:spPr>
          <a:xfrm>
            <a:off x="9398000" y="5845056"/>
            <a:ext cx="81926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A0E81D00-96A3-83C6-A873-7648A18002CE}"/>
                  </a:ext>
                </a:extLst>
              </p:cNvPr>
              <p:cNvSpPr txBox="1"/>
              <p:nvPr/>
            </p:nvSpPr>
            <p:spPr>
              <a:xfrm>
                <a:off x="1575963" y="5729570"/>
                <a:ext cx="1256434" cy="369332"/>
              </a:xfrm>
              <a:prstGeom prst="rect">
                <a:avLst/>
              </a:prstGeom>
              <a:noFill/>
            </p:spPr>
            <p:txBody>
              <a:bodyPr wrap="none" lIns="0" tIns="0" rIns="0" bIns="0" rtlCol="0">
                <a:spAutoFit/>
              </a:bodyPr>
              <a:lstStyle/>
              <a:p>
                <a14:m>
                  <m:oMath xmlns:m="http://schemas.openxmlformats.org/officeDocument/2006/math">
                    <m:sSub>
                      <m:sSubPr>
                        <m:ctrlPr>
                          <a:rPr lang="es-CO" sz="2400" i="1" smtClean="0">
                            <a:latin typeface="Cambria Math" panose="02040503050406030204" pitchFamily="18" charset="0"/>
                          </a:rPr>
                        </m:ctrlPr>
                      </m:sSubPr>
                      <m:e>
                        <m:r>
                          <m:rPr>
                            <m:sty m:val="p"/>
                          </m:rPr>
                          <a:rPr lang="es-419" sz="2400" b="0" i="1" smtClean="0">
                            <a:latin typeface="Cambria Math" panose="02040503050406030204" pitchFamily="18" charset="0"/>
                          </a:rPr>
                          <m:t>V</m:t>
                        </m:r>
                      </m:e>
                      <m:sub>
                        <m:r>
                          <m:rPr>
                            <m:sty m:val="p"/>
                          </m:rPr>
                          <a:rPr lang="es-419" sz="2400" b="0" i="1" smtClean="0">
                            <a:latin typeface="Cambria Math" panose="02040503050406030204" pitchFamily="18" charset="0"/>
                          </a:rPr>
                          <m:t>u</m:t>
                        </m:r>
                      </m:sub>
                    </m:sSub>
                    <m:r>
                      <a:rPr lang="es-419" sz="2400" b="0" i="1" smtClean="0">
                        <a:latin typeface="Cambria Math" panose="02040503050406030204" pitchFamily="18" charset="0"/>
                      </a:rPr>
                      <m:t>=</m:t>
                    </m:r>
                    <m:sSub>
                      <m:sSubPr>
                        <m:ctrlPr>
                          <a:rPr lang="es-CO" sz="2400" i="1">
                            <a:latin typeface="Cambria Math" panose="02040503050406030204" pitchFamily="18" charset="0"/>
                          </a:rPr>
                        </m:ctrlPr>
                      </m:sSubPr>
                      <m:e>
                        <m:r>
                          <m:rPr>
                            <m:sty m:val="p"/>
                          </m:rPr>
                          <a:rPr lang="es-419" sz="2400" i="1">
                            <a:latin typeface="Cambria Math" panose="02040503050406030204" pitchFamily="18" charset="0"/>
                          </a:rPr>
                          <m:t>W</m:t>
                        </m:r>
                      </m:e>
                      <m:sub>
                        <m:r>
                          <m:rPr>
                            <m:sty m:val="p"/>
                          </m:rPr>
                          <a:rPr lang="es-419" sz="2400" i="1">
                            <a:latin typeface="Cambria Math" panose="02040503050406030204" pitchFamily="18" charset="0"/>
                          </a:rPr>
                          <m:t>u</m:t>
                        </m:r>
                      </m:sub>
                    </m:sSub>
                  </m:oMath>
                </a14:m>
                <a:r>
                  <a:rPr lang="es-CO" sz="2400" dirty="0"/>
                  <a:t>x</a:t>
                </a:r>
              </a:p>
            </p:txBody>
          </p:sp>
        </mc:Choice>
        <mc:Fallback xmlns="">
          <p:sp>
            <p:nvSpPr>
              <p:cNvPr id="37" name="CuadroTexto 36">
                <a:extLst>
                  <a:ext uri="{FF2B5EF4-FFF2-40B4-BE49-F238E27FC236}">
                    <a16:creationId xmlns:a16="http://schemas.microsoft.com/office/drawing/2014/main" id="{A0E81D00-96A3-83C6-A873-7648A18002CE}"/>
                  </a:ext>
                </a:extLst>
              </p:cNvPr>
              <p:cNvSpPr txBox="1">
                <a:spLocks noRot="1" noChangeAspect="1" noMove="1" noResize="1" noEditPoints="1" noAdjustHandles="1" noChangeArrowheads="1" noChangeShapeType="1" noTextEdit="1"/>
              </p:cNvSpPr>
              <p:nvPr/>
            </p:nvSpPr>
            <p:spPr>
              <a:xfrm>
                <a:off x="1575963" y="5729570"/>
                <a:ext cx="1256434" cy="369332"/>
              </a:xfrm>
              <a:prstGeom prst="rect">
                <a:avLst/>
              </a:prstGeom>
              <a:blipFill>
                <a:blip r:embed="rId7"/>
                <a:stretch>
                  <a:fillRect l="-8738" t="-26667" r="-13592" b="-50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387CC3BD-D594-7E2E-79FA-7F38C92AF97B}"/>
                  </a:ext>
                </a:extLst>
              </p:cNvPr>
              <p:cNvSpPr txBox="1"/>
              <p:nvPr/>
            </p:nvSpPr>
            <p:spPr>
              <a:xfrm>
                <a:off x="1557592" y="6301021"/>
                <a:ext cx="2549609" cy="4472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m:rPr>
                              <m:sty m:val="p"/>
                            </m:rPr>
                            <a:rPr lang="es-419" sz="2400" b="0" i="1" smtClean="0">
                              <a:latin typeface="Cambria Math" panose="02040503050406030204" pitchFamily="18" charset="0"/>
                            </a:rPr>
                            <m:t>V</m:t>
                          </m:r>
                        </m:e>
                        <m:sub>
                          <m:r>
                            <m:rPr>
                              <m:sty m:val="p"/>
                            </m:rPr>
                            <a:rPr lang="es-419" sz="2400" b="0" i="1" smtClean="0">
                              <a:latin typeface="Cambria Math" panose="02040503050406030204" pitchFamily="18" charset="0"/>
                            </a:rPr>
                            <m:t>c</m:t>
                          </m:r>
                        </m:sub>
                      </m:sSub>
                      <m:r>
                        <a:rPr lang="es-419" sz="2400" b="0" i="1" smtClean="0">
                          <a:latin typeface="Cambria Math" panose="02040503050406030204" pitchFamily="18" charset="0"/>
                        </a:rPr>
                        <m:t>=0.17</m:t>
                      </m:r>
                      <m:r>
                        <a:rPr lang="es-419" sz="2400" b="0" i="1" smtClean="0">
                          <a:latin typeface="Cambria Math" panose="02040503050406030204" pitchFamily="18" charset="0"/>
                          <a:ea typeface="Cambria Math" panose="02040503050406030204" pitchFamily="18" charset="0"/>
                        </a:rPr>
                        <m:t>𝜆</m:t>
                      </m:r>
                      <m:rad>
                        <m:radPr>
                          <m:degHide m:val="on"/>
                          <m:ctrlPr>
                            <a:rPr lang="es-419" sz="2400" b="0" i="1" smtClean="0">
                              <a:latin typeface="Cambria Math" panose="02040503050406030204" pitchFamily="18" charset="0"/>
                              <a:ea typeface="Cambria Math" panose="02040503050406030204" pitchFamily="18" charset="0"/>
                            </a:rPr>
                          </m:ctrlPr>
                        </m:radPr>
                        <m:deg/>
                        <m:e>
                          <m:sSub>
                            <m:sSubPr>
                              <m:ctrlPr>
                                <a:rPr lang="es-419" sz="2400" b="0" i="1" smtClean="0">
                                  <a:latin typeface="Cambria Math" panose="02040503050406030204" pitchFamily="18" charset="0"/>
                                  <a:ea typeface="Cambria Math" panose="02040503050406030204" pitchFamily="18" charset="0"/>
                                </a:rPr>
                              </m:ctrlPr>
                            </m:sSubPr>
                            <m:e>
                              <m:r>
                                <m:rPr>
                                  <m:sty m:val="p"/>
                                </m:rPr>
                                <a:rPr lang="es-419" sz="2400" b="0" i="1" smtClean="0">
                                  <a:latin typeface="Cambria Math" panose="02040503050406030204" pitchFamily="18" charset="0"/>
                                  <a:ea typeface="Cambria Math" panose="02040503050406030204" pitchFamily="18" charset="0"/>
                                </a:rPr>
                                <m:t>f</m:t>
                              </m:r>
                              <m:r>
                                <a:rPr lang="es-419" sz="2400" b="0" i="1" smtClean="0">
                                  <a:latin typeface="Cambria Math" panose="02040503050406030204" pitchFamily="18" charset="0"/>
                                  <a:ea typeface="Cambria Math" panose="02040503050406030204" pitchFamily="18" charset="0"/>
                                </a:rPr>
                                <m:t>′</m:t>
                              </m:r>
                            </m:e>
                            <m:sub>
                              <m:r>
                                <m:rPr>
                                  <m:sty m:val="p"/>
                                </m:rPr>
                                <a:rPr lang="es-419" sz="2400" b="0" i="1" smtClean="0">
                                  <a:latin typeface="Cambria Math" panose="02040503050406030204" pitchFamily="18" charset="0"/>
                                  <a:ea typeface="Cambria Math" panose="02040503050406030204" pitchFamily="18" charset="0"/>
                                </a:rPr>
                                <m:t>c</m:t>
                              </m:r>
                            </m:sub>
                          </m:sSub>
                        </m:e>
                      </m:rad>
                      <m:sSub>
                        <m:sSubPr>
                          <m:ctrlPr>
                            <a:rPr lang="es-419" sz="2400" b="0" i="1" smtClean="0">
                              <a:latin typeface="Cambria Math" panose="02040503050406030204" pitchFamily="18" charset="0"/>
                              <a:ea typeface="Cambria Math" panose="02040503050406030204" pitchFamily="18" charset="0"/>
                            </a:rPr>
                          </m:ctrlPr>
                        </m:sSubPr>
                        <m:e>
                          <m:r>
                            <m:rPr>
                              <m:sty m:val="p"/>
                            </m:rPr>
                            <a:rPr lang="es-419" sz="2400" b="0" i="1" smtClean="0">
                              <a:latin typeface="Cambria Math" panose="02040503050406030204" pitchFamily="18" charset="0"/>
                              <a:ea typeface="Cambria Math" panose="02040503050406030204" pitchFamily="18" charset="0"/>
                            </a:rPr>
                            <m:t>b</m:t>
                          </m:r>
                        </m:e>
                        <m:sub>
                          <m:r>
                            <m:rPr>
                              <m:sty m:val="p"/>
                            </m:rPr>
                            <a:rPr lang="es-419" sz="2400" b="0" i="1" smtClean="0">
                              <a:latin typeface="Cambria Math" panose="02040503050406030204" pitchFamily="18" charset="0"/>
                              <a:ea typeface="Cambria Math" panose="02040503050406030204" pitchFamily="18" charset="0"/>
                            </a:rPr>
                            <m:t>w</m:t>
                          </m:r>
                        </m:sub>
                      </m:sSub>
                      <m:r>
                        <m:rPr>
                          <m:sty m:val="p"/>
                        </m:rPr>
                        <a:rPr lang="es-419" sz="2400" b="0" i="1" smtClean="0">
                          <a:latin typeface="Cambria Math" panose="02040503050406030204" pitchFamily="18" charset="0"/>
                          <a:ea typeface="Cambria Math" panose="02040503050406030204" pitchFamily="18" charset="0"/>
                        </a:rPr>
                        <m:t>d</m:t>
                      </m:r>
                    </m:oMath>
                  </m:oMathPara>
                </a14:m>
                <a:endParaRPr lang="es-CO" dirty="0"/>
              </a:p>
            </p:txBody>
          </p:sp>
        </mc:Choice>
        <mc:Fallback xmlns="">
          <p:sp>
            <p:nvSpPr>
              <p:cNvPr id="38" name="CuadroTexto 37">
                <a:extLst>
                  <a:ext uri="{FF2B5EF4-FFF2-40B4-BE49-F238E27FC236}">
                    <a16:creationId xmlns:a16="http://schemas.microsoft.com/office/drawing/2014/main" id="{387CC3BD-D594-7E2E-79FA-7F38C92AF97B}"/>
                  </a:ext>
                </a:extLst>
              </p:cNvPr>
              <p:cNvSpPr txBox="1">
                <a:spLocks noRot="1" noChangeAspect="1" noMove="1" noResize="1" noEditPoints="1" noAdjustHandles="1" noChangeArrowheads="1" noChangeShapeType="1" noTextEdit="1"/>
              </p:cNvSpPr>
              <p:nvPr/>
            </p:nvSpPr>
            <p:spPr>
              <a:xfrm>
                <a:off x="1557592" y="6301021"/>
                <a:ext cx="2549609" cy="447238"/>
              </a:xfrm>
              <a:prstGeom prst="rect">
                <a:avLst/>
              </a:prstGeom>
              <a:blipFill>
                <a:blip r:embed="rId8"/>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76353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6ED79-C524-F439-3A9E-E408A8956F6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29D49CB-65F3-5B8A-7CB6-E2FA97F1FE9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F210C4C5-2DF5-4634-5CCD-0C83D983903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798580DB-C830-1C89-9DE2-402855F8A0C2}"/>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95B49077-FCFD-AE74-4BBB-67F894B9F319}"/>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CONCENTRICA A CORTANTE</a:t>
            </a:r>
            <a:endParaRPr lang="es-CO" dirty="0"/>
          </a:p>
        </p:txBody>
      </p:sp>
      <p:sp>
        <p:nvSpPr>
          <p:cNvPr id="11" name="CuadroTexto 10">
            <a:extLst>
              <a:ext uri="{FF2B5EF4-FFF2-40B4-BE49-F238E27FC236}">
                <a16:creationId xmlns:a16="http://schemas.microsoft.com/office/drawing/2014/main" id="{58263BEC-F3DD-9C91-0D5A-2DEC4572865C}"/>
              </a:ext>
            </a:extLst>
          </p:cNvPr>
          <p:cNvSpPr txBox="1"/>
          <p:nvPr/>
        </p:nvSpPr>
        <p:spPr>
          <a:xfrm>
            <a:off x="228824" y="1493880"/>
            <a:ext cx="11770918" cy="1846659"/>
          </a:xfrm>
          <a:prstGeom prst="rect">
            <a:avLst/>
          </a:prstGeom>
          <a:noFill/>
        </p:spPr>
        <p:txBody>
          <a:bodyPr wrap="square" rtlCol="0">
            <a:spAutoFit/>
          </a:bodyPr>
          <a:lstStyle/>
          <a:p>
            <a:r>
              <a:rPr lang="es-CO" sz="2000" dirty="0"/>
              <a:t>La segunda condición de esfuerzo al corte es la del cortante en dos sentidos o por punzonamiento. La carga de compresión de la columna tiende a extenderse en la zapata, oponiéndose a la tensión diagonal en esa zona, con el resultado de que una columna cuadrada tiende a perforar una porción de losa, que tiene la forma de una pirámide truncada. El Código ACI establece que la sección crítica para el cortante en dos sentidos se localiza a una distancia d/2 de la cara de la columna.</a:t>
            </a:r>
          </a:p>
          <a:p>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Imagen 3">
            <a:extLst>
              <a:ext uri="{FF2B5EF4-FFF2-40B4-BE49-F238E27FC236}">
                <a16:creationId xmlns:a16="http://schemas.microsoft.com/office/drawing/2014/main" id="{1DF1FE84-0DBC-6ACC-D322-128E86529C12}"/>
              </a:ext>
            </a:extLst>
          </p:cNvPr>
          <p:cNvPicPr>
            <a:picLocks noChangeAspect="1"/>
          </p:cNvPicPr>
          <p:nvPr/>
        </p:nvPicPr>
        <p:blipFill>
          <a:blip r:embed="rId4"/>
          <a:stretch>
            <a:fillRect/>
          </a:stretch>
        </p:blipFill>
        <p:spPr>
          <a:xfrm>
            <a:off x="8349351" y="3605282"/>
            <a:ext cx="2682358" cy="2703555"/>
          </a:xfrm>
          <a:prstGeom prst="rect">
            <a:avLst/>
          </a:prstGeom>
        </p:spPr>
      </p:pic>
      <p:cxnSp>
        <p:nvCxnSpPr>
          <p:cNvPr id="7" name="Conector recto 6">
            <a:extLst>
              <a:ext uri="{FF2B5EF4-FFF2-40B4-BE49-F238E27FC236}">
                <a16:creationId xmlns:a16="http://schemas.microsoft.com/office/drawing/2014/main" id="{D748F4B1-3A07-C341-F145-C2D5F26F39F3}"/>
              </a:ext>
            </a:extLst>
          </p:cNvPr>
          <p:cNvCxnSpPr/>
          <p:nvPr/>
        </p:nvCxnSpPr>
        <p:spPr>
          <a:xfrm>
            <a:off x="1737360" y="5432491"/>
            <a:ext cx="28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62F7154B-6E04-6042-4889-1A50F60BA223}"/>
              </a:ext>
            </a:extLst>
          </p:cNvPr>
          <p:cNvCxnSpPr>
            <a:cxnSpLocks/>
          </p:cNvCxnSpPr>
          <p:nvPr/>
        </p:nvCxnSpPr>
        <p:spPr>
          <a:xfrm>
            <a:off x="1737360" y="4814870"/>
            <a:ext cx="11365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8DB5146C-65AD-7823-E39A-AE0E217B1203}"/>
              </a:ext>
            </a:extLst>
          </p:cNvPr>
          <p:cNvCxnSpPr>
            <a:cxnSpLocks/>
          </p:cNvCxnSpPr>
          <p:nvPr/>
        </p:nvCxnSpPr>
        <p:spPr>
          <a:xfrm>
            <a:off x="3436569" y="4814870"/>
            <a:ext cx="118079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70B77836-566D-9588-CD56-9F212FECA0A0}"/>
              </a:ext>
            </a:extLst>
          </p:cNvPr>
          <p:cNvCxnSpPr>
            <a:cxnSpLocks/>
          </p:cNvCxnSpPr>
          <p:nvPr/>
        </p:nvCxnSpPr>
        <p:spPr>
          <a:xfrm flipV="1">
            <a:off x="3436569" y="4017058"/>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C1B68DAC-99A0-3205-50D2-E9C21085A63E}"/>
              </a:ext>
            </a:extLst>
          </p:cNvPr>
          <p:cNvCxnSpPr>
            <a:cxnSpLocks/>
          </p:cNvCxnSpPr>
          <p:nvPr/>
        </p:nvCxnSpPr>
        <p:spPr>
          <a:xfrm flipV="1">
            <a:off x="2873949" y="4017058"/>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92326ABE-5A4D-FF97-F30A-DA13A6E05CEC}"/>
              </a:ext>
            </a:extLst>
          </p:cNvPr>
          <p:cNvCxnSpPr>
            <a:cxnSpLocks/>
          </p:cNvCxnSpPr>
          <p:nvPr/>
        </p:nvCxnSpPr>
        <p:spPr>
          <a:xfrm flipV="1">
            <a:off x="1737360" y="4814870"/>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EE9A4B79-A472-23E7-6E2A-D92DE72EDF88}"/>
              </a:ext>
            </a:extLst>
          </p:cNvPr>
          <p:cNvCxnSpPr>
            <a:cxnSpLocks/>
          </p:cNvCxnSpPr>
          <p:nvPr/>
        </p:nvCxnSpPr>
        <p:spPr>
          <a:xfrm flipV="1">
            <a:off x="4604755" y="4814869"/>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FEFFF0E7-7C1C-846D-5401-D061A9B7824E}"/>
              </a:ext>
            </a:extLst>
          </p:cNvPr>
          <p:cNvCxnSpPr>
            <a:cxnSpLocks/>
          </p:cNvCxnSpPr>
          <p:nvPr/>
        </p:nvCxnSpPr>
        <p:spPr>
          <a:xfrm>
            <a:off x="3436569" y="4610731"/>
            <a:ext cx="286983"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Conector recto de flecha 16">
            <a:extLst>
              <a:ext uri="{FF2B5EF4-FFF2-40B4-BE49-F238E27FC236}">
                <a16:creationId xmlns:a16="http://schemas.microsoft.com/office/drawing/2014/main" id="{A9BCD006-8B90-EFB6-BB74-325977463E28}"/>
              </a:ext>
            </a:extLst>
          </p:cNvPr>
          <p:cNvCxnSpPr>
            <a:cxnSpLocks/>
          </p:cNvCxnSpPr>
          <p:nvPr/>
        </p:nvCxnSpPr>
        <p:spPr>
          <a:xfrm flipV="1">
            <a:off x="4010536" y="4815609"/>
            <a:ext cx="0" cy="49014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CuadroTexto 17">
            <a:extLst>
              <a:ext uri="{FF2B5EF4-FFF2-40B4-BE49-F238E27FC236}">
                <a16:creationId xmlns:a16="http://schemas.microsoft.com/office/drawing/2014/main" id="{AA5983CE-93A2-6838-B21D-208BCAAFAD38}"/>
              </a:ext>
            </a:extLst>
          </p:cNvPr>
          <p:cNvSpPr txBox="1"/>
          <p:nvPr/>
        </p:nvSpPr>
        <p:spPr>
          <a:xfrm>
            <a:off x="3436569" y="4168123"/>
            <a:ext cx="573967"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d/2</a:t>
            </a:r>
          </a:p>
        </p:txBody>
      </p:sp>
      <p:sp>
        <p:nvSpPr>
          <p:cNvPr id="19" name="CuadroTexto 18">
            <a:extLst>
              <a:ext uri="{FF2B5EF4-FFF2-40B4-BE49-F238E27FC236}">
                <a16:creationId xmlns:a16="http://schemas.microsoft.com/office/drawing/2014/main" id="{1676C16C-2351-C4B0-8D35-E11F4E81E423}"/>
              </a:ext>
            </a:extLst>
          </p:cNvPr>
          <p:cNvSpPr txBox="1"/>
          <p:nvPr/>
        </p:nvSpPr>
        <p:spPr>
          <a:xfrm>
            <a:off x="4087360" y="4860625"/>
            <a:ext cx="360436"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d</a:t>
            </a:r>
          </a:p>
        </p:txBody>
      </p:sp>
      <p:cxnSp>
        <p:nvCxnSpPr>
          <p:cNvPr id="20" name="Conector recto 19">
            <a:extLst>
              <a:ext uri="{FF2B5EF4-FFF2-40B4-BE49-F238E27FC236}">
                <a16:creationId xmlns:a16="http://schemas.microsoft.com/office/drawing/2014/main" id="{1078B85B-236F-42E5-772D-81F859D1DB34}"/>
              </a:ext>
            </a:extLst>
          </p:cNvPr>
          <p:cNvCxnSpPr/>
          <p:nvPr/>
        </p:nvCxnSpPr>
        <p:spPr>
          <a:xfrm>
            <a:off x="1940400" y="5301536"/>
            <a:ext cx="25200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D993C10E-9056-D30F-0BC0-D30DD6C94BBA}"/>
              </a:ext>
            </a:extLst>
          </p:cNvPr>
          <p:cNvCxnSpPr>
            <a:cxnSpLocks/>
          </p:cNvCxnSpPr>
          <p:nvPr/>
        </p:nvCxnSpPr>
        <p:spPr>
          <a:xfrm flipV="1">
            <a:off x="1940400" y="4982786"/>
            <a:ext cx="0" cy="32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040BE7F1-D2F4-A9F4-36B1-2B5AD2B7DDA6}"/>
              </a:ext>
            </a:extLst>
          </p:cNvPr>
          <p:cNvCxnSpPr>
            <a:cxnSpLocks/>
          </p:cNvCxnSpPr>
          <p:nvPr/>
        </p:nvCxnSpPr>
        <p:spPr>
          <a:xfrm flipV="1">
            <a:off x="4460400" y="4982786"/>
            <a:ext cx="0" cy="324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7" name="Forma libre: forma 26">
            <a:extLst>
              <a:ext uri="{FF2B5EF4-FFF2-40B4-BE49-F238E27FC236}">
                <a16:creationId xmlns:a16="http://schemas.microsoft.com/office/drawing/2014/main" id="{D94C7A71-A5C7-2BE6-30E1-4C9EEBFC5DA6}"/>
              </a:ext>
            </a:extLst>
          </p:cNvPr>
          <p:cNvSpPr/>
          <p:nvPr/>
        </p:nvSpPr>
        <p:spPr>
          <a:xfrm>
            <a:off x="2453261" y="4805972"/>
            <a:ext cx="449580" cy="541020"/>
          </a:xfrm>
          <a:custGeom>
            <a:avLst/>
            <a:gdLst>
              <a:gd name="csX0" fmla="*/ 0 w 449580"/>
              <a:gd name="csY0" fmla="*/ 541020 h 541020"/>
              <a:gd name="csX1" fmla="*/ 30480 w 449580"/>
              <a:gd name="csY1" fmla="*/ 502920 h 541020"/>
              <a:gd name="csX2" fmla="*/ 76200 w 449580"/>
              <a:gd name="csY2" fmla="*/ 464820 h 541020"/>
              <a:gd name="csX3" fmla="*/ 121920 w 449580"/>
              <a:gd name="csY3" fmla="*/ 388620 h 541020"/>
              <a:gd name="csX4" fmla="*/ 129540 w 449580"/>
              <a:gd name="csY4" fmla="*/ 297180 h 541020"/>
              <a:gd name="csX5" fmla="*/ 152400 w 449580"/>
              <a:gd name="csY5" fmla="*/ 274320 h 541020"/>
              <a:gd name="csX6" fmla="*/ 167640 w 449580"/>
              <a:gd name="csY6" fmla="*/ 251460 h 541020"/>
              <a:gd name="csX7" fmla="*/ 190500 w 449580"/>
              <a:gd name="csY7" fmla="*/ 243840 h 541020"/>
              <a:gd name="csX8" fmla="*/ 220980 w 449580"/>
              <a:gd name="csY8" fmla="*/ 228600 h 541020"/>
              <a:gd name="csX9" fmla="*/ 259080 w 449580"/>
              <a:gd name="csY9" fmla="*/ 175260 h 541020"/>
              <a:gd name="csX10" fmla="*/ 289560 w 449580"/>
              <a:gd name="csY10" fmla="*/ 160020 h 541020"/>
              <a:gd name="csX11" fmla="*/ 320040 w 449580"/>
              <a:gd name="csY11" fmla="*/ 137160 h 541020"/>
              <a:gd name="csX12" fmla="*/ 342900 w 449580"/>
              <a:gd name="csY12" fmla="*/ 129540 h 541020"/>
              <a:gd name="csX13" fmla="*/ 388620 w 449580"/>
              <a:gd name="csY13" fmla="*/ 91440 h 541020"/>
              <a:gd name="csX14" fmla="*/ 419100 w 449580"/>
              <a:gd name="csY14" fmla="*/ 7620 h 541020"/>
              <a:gd name="csX15" fmla="*/ 449580 w 449580"/>
              <a:gd name="csY15" fmla="*/ 0 h 541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49580" h="541020">
                <a:moveTo>
                  <a:pt x="0" y="541020"/>
                </a:moveTo>
                <a:cubicBezTo>
                  <a:pt x="10160" y="528320"/>
                  <a:pt x="18980" y="514420"/>
                  <a:pt x="30480" y="502920"/>
                </a:cubicBezTo>
                <a:cubicBezTo>
                  <a:pt x="74507" y="458893"/>
                  <a:pt x="32508" y="520995"/>
                  <a:pt x="76200" y="464820"/>
                </a:cubicBezTo>
                <a:cubicBezTo>
                  <a:pt x="101947" y="431717"/>
                  <a:pt x="105332" y="421796"/>
                  <a:pt x="121920" y="388620"/>
                </a:cubicBezTo>
                <a:cubicBezTo>
                  <a:pt x="124460" y="358140"/>
                  <a:pt x="121659" y="326733"/>
                  <a:pt x="129540" y="297180"/>
                </a:cubicBezTo>
                <a:cubicBezTo>
                  <a:pt x="132317" y="286768"/>
                  <a:pt x="145501" y="282599"/>
                  <a:pt x="152400" y="274320"/>
                </a:cubicBezTo>
                <a:cubicBezTo>
                  <a:pt x="158263" y="267285"/>
                  <a:pt x="160489" y="257181"/>
                  <a:pt x="167640" y="251460"/>
                </a:cubicBezTo>
                <a:cubicBezTo>
                  <a:pt x="173912" y="246442"/>
                  <a:pt x="183117" y="247004"/>
                  <a:pt x="190500" y="243840"/>
                </a:cubicBezTo>
                <a:cubicBezTo>
                  <a:pt x="200941" y="239365"/>
                  <a:pt x="211737" y="235202"/>
                  <a:pt x="220980" y="228600"/>
                </a:cubicBezTo>
                <a:cubicBezTo>
                  <a:pt x="287585" y="181025"/>
                  <a:pt x="201376" y="232964"/>
                  <a:pt x="259080" y="175260"/>
                </a:cubicBezTo>
                <a:cubicBezTo>
                  <a:pt x="267112" y="167228"/>
                  <a:pt x="279927" y="166040"/>
                  <a:pt x="289560" y="160020"/>
                </a:cubicBezTo>
                <a:cubicBezTo>
                  <a:pt x="300330" y="153289"/>
                  <a:pt x="309013" y="143461"/>
                  <a:pt x="320040" y="137160"/>
                </a:cubicBezTo>
                <a:cubicBezTo>
                  <a:pt x="327014" y="133175"/>
                  <a:pt x="335716" y="133132"/>
                  <a:pt x="342900" y="129540"/>
                </a:cubicBezTo>
                <a:cubicBezTo>
                  <a:pt x="364118" y="118931"/>
                  <a:pt x="371768" y="108292"/>
                  <a:pt x="388620" y="91440"/>
                </a:cubicBezTo>
                <a:cubicBezTo>
                  <a:pt x="390724" y="83023"/>
                  <a:pt x="398956" y="21049"/>
                  <a:pt x="419100" y="7620"/>
                </a:cubicBezTo>
                <a:cubicBezTo>
                  <a:pt x="427814" y="1811"/>
                  <a:pt x="449580" y="0"/>
                  <a:pt x="44958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 name="Forma libre: forma 28">
            <a:extLst>
              <a:ext uri="{FF2B5EF4-FFF2-40B4-BE49-F238E27FC236}">
                <a16:creationId xmlns:a16="http://schemas.microsoft.com/office/drawing/2014/main" id="{B4BCA486-BCE5-ADF6-1E3D-EA0D367010E4}"/>
              </a:ext>
            </a:extLst>
          </p:cNvPr>
          <p:cNvSpPr/>
          <p:nvPr/>
        </p:nvSpPr>
        <p:spPr>
          <a:xfrm flipH="1">
            <a:off x="3426727" y="4814869"/>
            <a:ext cx="449580" cy="541020"/>
          </a:xfrm>
          <a:custGeom>
            <a:avLst/>
            <a:gdLst>
              <a:gd name="csX0" fmla="*/ 0 w 449580"/>
              <a:gd name="csY0" fmla="*/ 541020 h 541020"/>
              <a:gd name="csX1" fmla="*/ 30480 w 449580"/>
              <a:gd name="csY1" fmla="*/ 502920 h 541020"/>
              <a:gd name="csX2" fmla="*/ 76200 w 449580"/>
              <a:gd name="csY2" fmla="*/ 464820 h 541020"/>
              <a:gd name="csX3" fmla="*/ 121920 w 449580"/>
              <a:gd name="csY3" fmla="*/ 388620 h 541020"/>
              <a:gd name="csX4" fmla="*/ 129540 w 449580"/>
              <a:gd name="csY4" fmla="*/ 297180 h 541020"/>
              <a:gd name="csX5" fmla="*/ 152400 w 449580"/>
              <a:gd name="csY5" fmla="*/ 274320 h 541020"/>
              <a:gd name="csX6" fmla="*/ 167640 w 449580"/>
              <a:gd name="csY6" fmla="*/ 251460 h 541020"/>
              <a:gd name="csX7" fmla="*/ 190500 w 449580"/>
              <a:gd name="csY7" fmla="*/ 243840 h 541020"/>
              <a:gd name="csX8" fmla="*/ 220980 w 449580"/>
              <a:gd name="csY8" fmla="*/ 228600 h 541020"/>
              <a:gd name="csX9" fmla="*/ 259080 w 449580"/>
              <a:gd name="csY9" fmla="*/ 175260 h 541020"/>
              <a:gd name="csX10" fmla="*/ 289560 w 449580"/>
              <a:gd name="csY10" fmla="*/ 160020 h 541020"/>
              <a:gd name="csX11" fmla="*/ 320040 w 449580"/>
              <a:gd name="csY11" fmla="*/ 137160 h 541020"/>
              <a:gd name="csX12" fmla="*/ 342900 w 449580"/>
              <a:gd name="csY12" fmla="*/ 129540 h 541020"/>
              <a:gd name="csX13" fmla="*/ 388620 w 449580"/>
              <a:gd name="csY13" fmla="*/ 91440 h 541020"/>
              <a:gd name="csX14" fmla="*/ 419100 w 449580"/>
              <a:gd name="csY14" fmla="*/ 7620 h 541020"/>
              <a:gd name="csX15" fmla="*/ 449580 w 449580"/>
              <a:gd name="csY15" fmla="*/ 0 h 541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49580" h="541020">
                <a:moveTo>
                  <a:pt x="0" y="541020"/>
                </a:moveTo>
                <a:cubicBezTo>
                  <a:pt x="10160" y="528320"/>
                  <a:pt x="18980" y="514420"/>
                  <a:pt x="30480" y="502920"/>
                </a:cubicBezTo>
                <a:cubicBezTo>
                  <a:pt x="74507" y="458893"/>
                  <a:pt x="32508" y="520995"/>
                  <a:pt x="76200" y="464820"/>
                </a:cubicBezTo>
                <a:cubicBezTo>
                  <a:pt x="101947" y="431717"/>
                  <a:pt x="105332" y="421796"/>
                  <a:pt x="121920" y="388620"/>
                </a:cubicBezTo>
                <a:cubicBezTo>
                  <a:pt x="124460" y="358140"/>
                  <a:pt x="121659" y="326733"/>
                  <a:pt x="129540" y="297180"/>
                </a:cubicBezTo>
                <a:cubicBezTo>
                  <a:pt x="132317" y="286768"/>
                  <a:pt x="145501" y="282599"/>
                  <a:pt x="152400" y="274320"/>
                </a:cubicBezTo>
                <a:cubicBezTo>
                  <a:pt x="158263" y="267285"/>
                  <a:pt x="160489" y="257181"/>
                  <a:pt x="167640" y="251460"/>
                </a:cubicBezTo>
                <a:cubicBezTo>
                  <a:pt x="173912" y="246442"/>
                  <a:pt x="183117" y="247004"/>
                  <a:pt x="190500" y="243840"/>
                </a:cubicBezTo>
                <a:cubicBezTo>
                  <a:pt x="200941" y="239365"/>
                  <a:pt x="211737" y="235202"/>
                  <a:pt x="220980" y="228600"/>
                </a:cubicBezTo>
                <a:cubicBezTo>
                  <a:pt x="287585" y="181025"/>
                  <a:pt x="201376" y="232964"/>
                  <a:pt x="259080" y="175260"/>
                </a:cubicBezTo>
                <a:cubicBezTo>
                  <a:pt x="267112" y="167228"/>
                  <a:pt x="279927" y="166040"/>
                  <a:pt x="289560" y="160020"/>
                </a:cubicBezTo>
                <a:cubicBezTo>
                  <a:pt x="300330" y="153289"/>
                  <a:pt x="309013" y="143461"/>
                  <a:pt x="320040" y="137160"/>
                </a:cubicBezTo>
                <a:cubicBezTo>
                  <a:pt x="327014" y="133175"/>
                  <a:pt x="335716" y="133132"/>
                  <a:pt x="342900" y="129540"/>
                </a:cubicBezTo>
                <a:cubicBezTo>
                  <a:pt x="364118" y="118931"/>
                  <a:pt x="371768" y="108292"/>
                  <a:pt x="388620" y="91440"/>
                </a:cubicBezTo>
                <a:cubicBezTo>
                  <a:pt x="390724" y="83023"/>
                  <a:pt x="398956" y="21049"/>
                  <a:pt x="419100" y="7620"/>
                </a:cubicBezTo>
                <a:cubicBezTo>
                  <a:pt x="427814" y="1811"/>
                  <a:pt x="449580" y="0"/>
                  <a:pt x="44958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4" name="Conector recto de flecha 33">
            <a:extLst>
              <a:ext uri="{FF2B5EF4-FFF2-40B4-BE49-F238E27FC236}">
                <a16:creationId xmlns:a16="http://schemas.microsoft.com/office/drawing/2014/main" id="{DC7F1267-6C1C-C92C-56E3-634C1E2FB78D}"/>
              </a:ext>
            </a:extLst>
          </p:cNvPr>
          <p:cNvCxnSpPr>
            <a:cxnSpLocks/>
          </p:cNvCxnSpPr>
          <p:nvPr/>
        </p:nvCxnSpPr>
        <p:spPr>
          <a:xfrm>
            <a:off x="2586966" y="4610731"/>
            <a:ext cx="286983"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5" name="CuadroTexto 34">
            <a:extLst>
              <a:ext uri="{FF2B5EF4-FFF2-40B4-BE49-F238E27FC236}">
                <a16:creationId xmlns:a16="http://schemas.microsoft.com/office/drawing/2014/main" id="{0BEC6EE5-A7DD-6134-62C2-366A337B51B7}"/>
              </a:ext>
            </a:extLst>
          </p:cNvPr>
          <p:cNvSpPr txBox="1"/>
          <p:nvPr/>
        </p:nvSpPr>
        <p:spPr>
          <a:xfrm>
            <a:off x="2391067" y="4120982"/>
            <a:ext cx="573967"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d/2</a:t>
            </a:r>
          </a:p>
        </p:txBody>
      </p:sp>
      <p:sp>
        <p:nvSpPr>
          <p:cNvPr id="37" name="Flecha: hacia abajo 36">
            <a:extLst>
              <a:ext uri="{FF2B5EF4-FFF2-40B4-BE49-F238E27FC236}">
                <a16:creationId xmlns:a16="http://schemas.microsoft.com/office/drawing/2014/main" id="{3968C168-F4ED-E2FC-94DD-A6B1E1AD92C6}"/>
              </a:ext>
            </a:extLst>
          </p:cNvPr>
          <p:cNvSpPr/>
          <p:nvPr/>
        </p:nvSpPr>
        <p:spPr>
          <a:xfrm>
            <a:off x="3131641" y="3947160"/>
            <a:ext cx="45719" cy="4571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CuadroTexto 37">
            <a:extLst>
              <a:ext uri="{FF2B5EF4-FFF2-40B4-BE49-F238E27FC236}">
                <a16:creationId xmlns:a16="http://schemas.microsoft.com/office/drawing/2014/main" id="{E352655B-ACAC-356F-D3A3-1DDBACF5781D}"/>
              </a:ext>
            </a:extLst>
          </p:cNvPr>
          <p:cNvSpPr txBox="1"/>
          <p:nvPr/>
        </p:nvSpPr>
        <p:spPr>
          <a:xfrm>
            <a:off x="2965034" y="3605282"/>
            <a:ext cx="573967"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Pu</a:t>
            </a:r>
          </a:p>
        </p:txBody>
      </p:sp>
      <p:sp>
        <p:nvSpPr>
          <p:cNvPr id="39" name="Rectángulo 38">
            <a:extLst>
              <a:ext uri="{FF2B5EF4-FFF2-40B4-BE49-F238E27FC236}">
                <a16:creationId xmlns:a16="http://schemas.microsoft.com/office/drawing/2014/main" id="{97080973-D64A-8439-9D4E-87FFC0B052A1}"/>
              </a:ext>
            </a:extLst>
          </p:cNvPr>
          <p:cNvSpPr/>
          <p:nvPr/>
        </p:nvSpPr>
        <p:spPr>
          <a:xfrm>
            <a:off x="9281160" y="4568233"/>
            <a:ext cx="868680" cy="795887"/>
          </a:xfrm>
          <a:prstGeom prst="rect">
            <a:avLst/>
          </a:prstGeom>
          <a:solidFill>
            <a:srgbClr val="156082">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41" name="Conector recto de flecha 40">
            <a:extLst>
              <a:ext uri="{FF2B5EF4-FFF2-40B4-BE49-F238E27FC236}">
                <a16:creationId xmlns:a16="http://schemas.microsoft.com/office/drawing/2014/main" id="{8F997D85-CDD4-CC79-89F5-5113B0F4CAB6}"/>
              </a:ext>
            </a:extLst>
          </p:cNvPr>
          <p:cNvCxnSpPr/>
          <p:nvPr/>
        </p:nvCxnSpPr>
        <p:spPr>
          <a:xfrm flipV="1">
            <a:off x="3723552" y="4802797"/>
            <a:ext cx="0" cy="6296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ector recto de flecha 41">
            <a:extLst>
              <a:ext uri="{FF2B5EF4-FFF2-40B4-BE49-F238E27FC236}">
                <a16:creationId xmlns:a16="http://schemas.microsoft.com/office/drawing/2014/main" id="{746A281F-3E86-9BB2-8171-72DCB0E863EA}"/>
              </a:ext>
            </a:extLst>
          </p:cNvPr>
          <p:cNvCxnSpPr/>
          <p:nvPr/>
        </p:nvCxnSpPr>
        <p:spPr>
          <a:xfrm flipV="1">
            <a:off x="2656573" y="4802797"/>
            <a:ext cx="0" cy="6296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37E2C07A-3CB0-3BB4-05F3-8206E4E32402}"/>
                  </a:ext>
                </a:extLst>
              </p:cNvPr>
              <p:cNvSpPr txBox="1"/>
              <p:nvPr/>
            </p:nvSpPr>
            <p:spPr>
              <a:xfrm>
                <a:off x="5306262" y="4970993"/>
                <a:ext cx="205287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m:rPr>
                              <m:sty m:val="p"/>
                            </m:rPr>
                            <a:rPr lang="es-419" sz="2400" b="0" i="1" smtClean="0">
                              <a:latin typeface="Cambria Math" panose="02040503050406030204" pitchFamily="18" charset="0"/>
                            </a:rPr>
                            <m:t>V</m:t>
                          </m:r>
                        </m:e>
                        <m:sub>
                          <m:r>
                            <m:rPr>
                              <m:sty m:val="p"/>
                            </m:rPr>
                            <a:rPr lang="es-419" sz="2400" b="0" i="1" smtClean="0">
                              <a:latin typeface="Cambria Math" panose="02040503050406030204" pitchFamily="18" charset="0"/>
                            </a:rPr>
                            <m:t>u</m:t>
                          </m:r>
                        </m:sub>
                      </m:sSub>
                      <m:r>
                        <a:rPr lang="es-419" sz="2400" b="0" i="1" smtClean="0">
                          <a:latin typeface="Cambria Math" panose="02040503050406030204" pitchFamily="18" charset="0"/>
                        </a:rPr>
                        <m:t>=</m:t>
                      </m:r>
                      <m:sSub>
                        <m:sSubPr>
                          <m:ctrlPr>
                            <a:rPr lang="es-CO" sz="2400" i="1">
                              <a:latin typeface="Cambria Math" panose="02040503050406030204" pitchFamily="18" charset="0"/>
                            </a:rPr>
                          </m:ctrlPr>
                        </m:sSubPr>
                        <m:e>
                          <m:r>
                            <a:rPr lang="es-CO" sz="2400" i="1">
                              <a:latin typeface="Cambria Math" panose="02040503050406030204" pitchFamily="18" charset="0"/>
                              <a:ea typeface="Cambria Math" panose="02040503050406030204" pitchFamily="18" charset="0"/>
                            </a:rPr>
                            <m:t>𝜎</m:t>
                          </m:r>
                        </m:e>
                        <m:sub>
                          <m:r>
                            <m:rPr>
                              <m:sty m:val="p"/>
                            </m:rPr>
                            <a:rPr lang="es-419" sz="2400" i="1">
                              <a:latin typeface="Cambria Math" panose="02040503050406030204" pitchFamily="18" charset="0"/>
                            </a:rPr>
                            <m:t>u</m:t>
                          </m:r>
                        </m:sub>
                      </m:sSub>
                      <m:d>
                        <m:dPr>
                          <m:ctrlPr>
                            <a:rPr lang="es-CO" sz="2400" i="1" smtClean="0">
                              <a:latin typeface="Cambria Math" panose="02040503050406030204" pitchFamily="18" charset="0"/>
                            </a:rPr>
                          </m:ctrlPr>
                        </m:dPr>
                        <m:e>
                          <m:r>
                            <m:rPr>
                              <m:sty m:val="p"/>
                            </m:rPr>
                            <a:rPr lang="es-419" sz="2400" b="0" i="1" smtClean="0">
                              <a:latin typeface="Cambria Math" panose="02040503050406030204" pitchFamily="18" charset="0"/>
                            </a:rPr>
                            <m:t>A</m:t>
                          </m:r>
                          <m:r>
                            <a:rPr lang="es-419" sz="2400" b="0" i="1" smtClean="0">
                              <a:latin typeface="Cambria Math" panose="02040503050406030204" pitchFamily="18" charset="0"/>
                            </a:rPr>
                            <m:t>−</m:t>
                          </m:r>
                          <m:sSub>
                            <m:sSubPr>
                              <m:ctrlPr>
                                <a:rPr lang="es-CO" sz="2400" b="0" i="1" smtClean="0">
                                  <a:latin typeface="Cambria Math" panose="02040503050406030204" pitchFamily="18" charset="0"/>
                                </a:rPr>
                              </m:ctrlPr>
                            </m:sSubPr>
                            <m:e>
                              <m:r>
                                <m:rPr>
                                  <m:sty m:val="p"/>
                                </m:rPr>
                                <a:rPr lang="es-419" sz="2400" b="0" i="1" smtClean="0">
                                  <a:latin typeface="Cambria Math" panose="02040503050406030204" pitchFamily="18" charset="0"/>
                                </a:rPr>
                                <m:t>A</m:t>
                              </m:r>
                            </m:e>
                            <m:sub>
                              <m:r>
                                <a:rPr lang="es-419" sz="2400" b="0" i="1" smtClean="0">
                                  <a:latin typeface="Cambria Math" panose="02040503050406030204" pitchFamily="18" charset="0"/>
                                </a:rPr>
                                <m:t>0</m:t>
                              </m:r>
                            </m:sub>
                          </m:sSub>
                        </m:e>
                      </m:d>
                    </m:oMath>
                  </m:oMathPara>
                </a14:m>
                <a:endParaRPr lang="es-CO" sz="2400" dirty="0"/>
              </a:p>
            </p:txBody>
          </p:sp>
        </mc:Choice>
        <mc:Fallback xmlns="">
          <p:sp>
            <p:nvSpPr>
              <p:cNvPr id="44" name="CuadroTexto 43">
                <a:extLst>
                  <a:ext uri="{FF2B5EF4-FFF2-40B4-BE49-F238E27FC236}">
                    <a16:creationId xmlns:a16="http://schemas.microsoft.com/office/drawing/2014/main" id="{37E2C07A-3CB0-3BB4-05F3-8206E4E32402}"/>
                  </a:ext>
                </a:extLst>
              </p:cNvPr>
              <p:cNvSpPr txBox="1">
                <a:spLocks noRot="1" noChangeAspect="1" noMove="1" noResize="1" noEditPoints="1" noAdjustHandles="1" noChangeArrowheads="1" noChangeShapeType="1" noTextEdit="1"/>
              </p:cNvSpPr>
              <p:nvPr/>
            </p:nvSpPr>
            <p:spPr>
              <a:xfrm>
                <a:off x="5306262" y="4970993"/>
                <a:ext cx="2052870" cy="369332"/>
              </a:xfrm>
              <a:prstGeom prst="rect">
                <a:avLst/>
              </a:prstGeom>
              <a:blipFill>
                <a:blip r:embed="rId5"/>
                <a:stretch>
                  <a:fillRect l="-1187" b="-11475"/>
                </a:stretch>
              </a:blipFill>
            </p:spPr>
            <p:txBody>
              <a:bodyPr/>
              <a:lstStyle/>
              <a:p>
                <a:r>
                  <a:rPr lang="es-CO">
                    <a:noFill/>
                  </a:rPr>
                  <a:t> </a:t>
                </a:r>
              </a:p>
            </p:txBody>
          </p:sp>
        </mc:Fallback>
      </mc:AlternateContent>
    </p:spTree>
    <p:extLst>
      <p:ext uri="{BB962C8B-B14F-4D97-AF65-F5344CB8AC3E}">
        <p14:creationId xmlns:p14="http://schemas.microsoft.com/office/powerpoint/2010/main" val="876396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12ABC-57F5-F4B1-8D3A-45F2C8948F3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6714BD4-6E65-F767-94DA-EEB402EA1BF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9A514857-D0DD-36D3-1627-1FAE9FD7F05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7261A9D-54DE-66A4-301D-EE7223632EBD}"/>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855FC3E5-AD82-37F7-DB11-3CAD4D254407}"/>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CONCENTRICA A CORTANTE</a:t>
            </a:r>
            <a:endParaRPr lang="es-CO" dirty="0"/>
          </a:p>
        </p:txBody>
      </p:sp>
      <p:sp>
        <p:nvSpPr>
          <p:cNvPr id="11" name="CuadroTexto 10">
            <a:extLst>
              <a:ext uri="{FF2B5EF4-FFF2-40B4-BE49-F238E27FC236}">
                <a16:creationId xmlns:a16="http://schemas.microsoft.com/office/drawing/2014/main" id="{9C536ADD-EAF1-40E1-6564-549A7F6438E1}"/>
              </a:ext>
            </a:extLst>
          </p:cNvPr>
          <p:cNvSpPr txBox="1"/>
          <p:nvPr/>
        </p:nvSpPr>
        <p:spPr>
          <a:xfrm>
            <a:off x="228824" y="1493880"/>
            <a:ext cx="11770918" cy="3785652"/>
          </a:xfrm>
          <a:prstGeom prst="rect">
            <a:avLst/>
          </a:prstGeom>
          <a:noFill/>
        </p:spPr>
        <p:txBody>
          <a:bodyPr wrap="square" rtlCol="0">
            <a:spAutoFit/>
          </a:bodyPr>
          <a:lstStyle/>
          <a:p>
            <a:r>
              <a:rPr lang="es-CO" sz="2400" dirty="0" err="1"/>
              <a:t>Vc</a:t>
            </a:r>
            <a:r>
              <a:rPr lang="es-CO" sz="2400" dirty="0"/>
              <a:t> es el menor de los tres valores: </a:t>
            </a:r>
          </a:p>
          <a:p>
            <a:endParaRPr lang="es-CO" sz="2400" dirty="0">
              <a:latin typeface="Calibri" panose="020F0502020204030204" pitchFamily="34" charset="0"/>
              <a:ea typeface="Calibri" panose="020F0502020204030204" pitchFamily="34" charset="0"/>
              <a:cs typeface="Calibri" panose="020F0502020204030204" pitchFamily="34" charset="0"/>
            </a:endParaRPr>
          </a:p>
          <a:p>
            <a:endParaRPr lang="es-CO" sz="2400" dirty="0">
              <a:latin typeface="Calibri" panose="020F0502020204030204" pitchFamily="34" charset="0"/>
              <a:ea typeface="Calibri" panose="020F0502020204030204" pitchFamily="34" charset="0"/>
              <a:cs typeface="Calibri" panose="020F0502020204030204" pitchFamily="34" charset="0"/>
            </a:endParaRPr>
          </a:p>
          <a:p>
            <a:endParaRPr lang="es-CO" sz="2400" dirty="0">
              <a:latin typeface="Calibri" panose="020F0502020204030204" pitchFamily="34" charset="0"/>
              <a:ea typeface="Calibri" panose="020F0502020204030204" pitchFamily="34" charset="0"/>
              <a:cs typeface="Calibri" panose="020F0502020204030204" pitchFamily="34" charset="0"/>
            </a:endParaRPr>
          </a:p>
          <a:p>
            <a:r>
              <a:rPr lang="el-GR" sz="2400" dirty="0"/>
              <a:t>Β</a:t>
            </a:r>
            <a:r>
              <a:rPr lang="es-CO" sz="2400" dirty="0">
                <a:latin typeface="Symbol" panose="05050102010706020507" pitchFamily="18" charset="2"/>
              </a:rPr>
              <a:t> </a:t>
            </a:r>
            <a:r>
              <a:rPr lang="es-CO" sz="2400" dirty="0"/>
              <a:t>es la relación del lado largo al lado corto de la columna </a:t>
            </a:r>
          </a:p>
          <a:p>
            <a:endParaRPr lang="es-CO" sz="2400" dirty="0">
              <a:latin typeface="Calibri" panose="020F0502020204030204" pitchFamily="34" charset="0"/>
              <a:ea typeface="Calibri" panose="020F0502020204030204" pitchFamily="34" charset="0"/>
              <a:cs typeface="Calibri" panose="020F0502020204030204" pitchFamily="34" charset="0"/>
            </a:endParaRPr>
          </a:p>
          <a:p>
            <a:endParaRPr lang="es-CO" sz="2400" dirty="0">
              <a:latin typeface="Calibri" panose="020F0502020204030204" pitchFamily="34" charset="0"/>
              <a:ea typeface="Calibri" panose="020F0502020204030204" pitchFamily="34" charset="0"/>
              <a:cs typeface="Calibri" panose="020F0502020204030204" pitchFamily="34" charset="0"/>
            </a:endParaRPr>
          </a:p>
          <a:p>
            <a:endParaRPr lang="es-CO" sz="2400" dirty="0">
              <a:latin typeface="Calibri" panose="020F0502020204030204" pitchFamily="34" charset="0"/>
              <a:ea typeface="Calibri" panose="020F0502020204030204" pitchFamily="34" charset="0"/>
              <a:cs typeface="Calibri" panose="020F0502020204030204" pitchFamily="34" charset="0"/>
            </a:endParaRPr>
          </a:p>
          <a:p>
            <a:endParaRPr lang="es-CO" sz="2400" dirty="0">
              <a:latin typeface="Calibri" panose="020F0502020204030204" pitchFamily="34" charset="0"/>
              <a:ea typeface="Calibri" panose="020F0502020204030204" pitchFamily="34" charset="0"/>
              <a:cs typeface="Calibri" panose="020F0502020204030204" pitchFamily="34" charset="0"/>
            </a:endParaRPr>
          </a:p>
          <a:p>
            <a:r>
              <a:rPr lang="es-CO" sz="2400" dirty="0"/>
              <a:t>αs= 40 para columnas interiores, 30 de borde y 20 de esquina </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4" name="CuadroTexto 1">
                <a:extLst>
                  <a:ext uri="{FF2B5EF4-FFF2-40B4-BE49-F238E27FC236}">
                    <a16:creationId xmlns:a16="http://schemas.microsoft.com/office/drawing/2014/main" id="{6D4DA88B-569D-4F4D-A209-9046C6C3155E}"/>
                  </a:ext>
                </a:extLst>
              </p:cNvPr>
              <p:cNvSpPr txBox="1"/>
              <p:nvPr/>
            </p:nvSpPr>
            <p:spPr>
              <a:xfrm>
                <a:off x="2143124" y="1997229"/>
                <a:ext cx="4311015" cy="81153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s-CO" sz="2400" i="1">
                              <a:latin typeface="Cambria Math" panose="02040503050406030204" pitchFamily="18" charset="0"/>
                            </a:rPr>
                          </m:ctrlPr>
                        </m:sSubPr>
                        <m:e>
                          <m:r>
                            <a:rPr lang="es-MX" sz="2400" b="0" i="1">
                              <a:latin typeface="Cambria Math" panose="02040503050406030204" pitchFamily="18" charset="0"/>
                            </a:rPr>
                            <m:t>𝑉</m:t>
                          </m:r>
                        </m:e>
                        <m:sub>
                          <m:r>
                            <a:rPr lang="es-MX" sz="2400" b="0" i="1">
                              <a:latin typeface="Cambria Math" panose="02040503050406030204" pitchFamily="18" charset="0"/>
                            </a:rPr>
                            <m:t>𝑐</m:t>
                          </m:r>
                        </m:sub>
                      </m:sSub>
                      <m:r>
                        <a:rPr lang="es-MX" sz="2400" b="0" i="1">
                          <a:latin typeface="Cambria Math" panose="02040503050406030204" pitchFamily="18" charset="0"/>
                        </a:rPr>
                        <m:t>=0.17</m:t>
                      </m:r>
                      <m:d>
                        <m:dPr>
                          <m:ctrlPr>
                            <a:rPr lang="es-MX" sz="2400" b="0" i="1">
                              <a:latin typeface="Cambria Math" panose="02040503050406030204" pitchFamily="18" charset="0"/>
                            </a:rPr>
                          </m:ctrlPr>
                        </m:dPr>
                        <m:e>
                          <m:r>
                            <a:rPr lang="es-MX" sz="2400" b="0" i="1">
                              <a:latin typeface="Cambria Math" panose="02040503050406030204" pitchFamily="18" charset="0"/>
                            </a:rPr>
                            <m:t>1+</m:t>
                          </m:r>
                          <m:f>
                            <m:fPr>
                              <m:ctrlPr>
                                <a:rPr lang="es-MX" sz="2400" b="0" i="1">
                                  <a:latin typeface="Cambria Math" panose="02040503050406030204" pitchFamily="18" charset="0"/>
                                </a:rPr>
                              </m:ctrlPr>
                            </m:fPr>
                            <m:num>
                              <m:r>
                                <a:rPr lang="es-MX" sz="2400" b="0" i="1">
                                  <a:latin typeface="Cambria Math" panose="02040503050406030204" pitchFamily="18" charset="0"/>
                                </a:rPr>
                                <m:t>2</m:t>
                              </m:r>
                            </m:num>
                            <m:den>
                              <m:r>
                                <a:rPr lang="es-MX" sz="2400" b="0" i="1">
                                  <a:latin typeface="Cambria Math" panose="02040503050406030204" pitchFamily="18" charset="0"/>
                                  <a:ea typeface="Cambria Math" panose="02040503050406030204" pitchFamily="18" charset="0"/>
                                </a:rPr>
                                <m:t>𝛽</m:t>
                              </m:r>
                            </m:den>
                          </m:f>
                        </m:e>
                      </m:d>
                      <m:r>
                        <a:rPr lang="es-MX" sz="2400" b="0" i="1">
                          <a:latin typeface="Cambria Math" panose="02040503050406030204" pitchFamily="18" charset="0"/>
                          <a:ea typeface="Cambria Math" panose="02040503050406030204" pitchFamily="18" charset="0"/>
                        </a:rPr>
                        <m:t>𝜆</m:t>
                      </m:r>
                      <m:rad>
                        <m:radPr>
                          <m:degHide m:val="on"/>
                          <m:ctrlPr>
                            <a:rPr lang="es-MX" sz="2400" b="0" i="1">
                              <a:latin typeface="Cambria Math" panose="02040503050406030204" pitchFamily="18" charset="0"/>
                              <a:ea typeface="Cambria Math" panose="02040503050406030204" pitchFamily="18" charset="0"/>
                            </a:rPr>
                          </m:ctrlPr>
                        </m:radPr>
                        <m:deg/>
                        <m:e>
                          <m:sSub>
                            <m:sSubPr>
                              <m:ctrlPr>
                                <a:rPr lang="es-MX" sz="2400" b="0" i="1">
                                  <a:latin typeface="Cambria Math" panose="02040503050406030204" pitchFamily="18" charset="0"/>
                                  <a:ea typeface="Cambria Math" panose="02040503050406030204" pitchFamily="18" charset="0"/>
                                </a:rPr>
                              </m:ctrlPr>
                            </m:sSubPr>
                            <m:e>
                              <m:r>
                                <a:rPr lang="es-MX" sz="2400" b="0" i="1">
                                  <a:latin typeface="Cambria Math" panose="02040503050406030204" pitchFamily="18" charset="0"/>
                                  <a:ea typeface="Cambria Math" panose="02040503050406030204" pitchFamily="18" charset="0"/>
                                </a:rPr>
                                <m:t>𝑓</m:t>
                              </m:r>
                              <m:r>
                                <a:rPr lang="es-MX" sz="2400" b="0" i="1">
                                  <a:latin typeface="Cambria Math" panose="02040503050406030204" pitchFamily="18" charset="0"/>
                                  <a:ea typeface="Cambria Math" panose="02040503050406030204" pitchFamily="18" charset="0"/>
                                </a:rPr>
                                <m:t>′</m:t>
                              </m:r>
                            </m:e>
                            <m:sub>
                              <m:r>
                                <a:rPr lang="es-MX" sz="2400" b="0" i="1">
                                  <a:latin typeface="Cambria Math" panose="02040503050406030204" pitchFamily="18" charset="0"/>
                                  <a:ea typeface="Cambria Math" panose="02040503050406030204" pitchFamily="18" charset="0"/>
                                </a:rPr>
                                <m:t>𝑐</m:t>
                              </m:r>
                            </m:sub>
                          </m:sSub>
                        </m:e>
                      </m:rad>
                      <m:sSub>
                        <m:sSubPr>
                          <m:ctrlPr>
                            <a:rPr lang="es-MX" sz="2400" b="0" i="1">
                              <a:latin typeface="Cambria Math" panose="02040503050406030204" pitchFamily="18" charset="0"/>
                              <a:ea typeface="Cambria Math" panose="02040503050406030204" pitchFamily="18" charset="0"/>
                            </a:rPr>
                          </m:ctrlPr>
                        </m:sSubPr>
                        <m:e>
                          <m:r>
                            <a:rPr lang="es-MX" sz="2400" b="0" i="1">
                              <a:latin typeface="Cambria Math" panose="02040503050406030204" pitchFamily="18" charset="0"/>
                              <a:ea typeface="Cambria Math" panose="02040503050406030204" pitchFamily="18" charset="0"/>
                            </a:rPr>
                            <m:t>𝑏</m:t>
                          </m:r>
                        </m:e>
                        <m:sub>
                          <m:r>
                            <a:rPr lang="es-MX" sz="2400" b="0" i="1">
                              <a:latin typeface="Cambria Math" panose="02040503050406030204" pitchFamily="18" charset="0"/>
                              <a:ea typeface="Cambria Math" panose="02040503050406030204" pitchFamily="18" charset="0"/>
                            </a:rPr>
                            <m:t>0</m:t>
                          </m:r>
                        </m:sub>
                      </m:sSub>
                      <m:r>
                        <a:rPr lang="es-MX" sz="2400" b="0" i="1">
                          <a:latin typeface="Cambria Math" panose="02040503050406030204" pitchFamily="18" charset="0"/>
                          <a:ea typeface="Cambria Math" panose="02040503050406030204" pitchFamily="18" charset="0"/>
                        </a:rPr>
                        <m:t>𝑑</m:t>
                      </m:r>
                    </m:oMath>
                  </m:oMathPara>
                </a14:m>
                <a:endParaRPr lang="es-MX" sz="2400" b="0" dirty="0">
                  <a:ea typeface="Cambria Math" panose="02040503050406030204" pitchFamily="18" charset="0"/>
                </a:endParaRPr>
              </a:p>
              <a:p>
                <a:endParaRPr lang="es-CO" sz="1100" dirty="0"/>
              </a:p>
            </p:txBody>
          </p:sp>
        </mc:Choice>
        <mc:Fallback xmlns="">
          <p:sp>
            <p:nvSpPr>
              <p:cNvPr id="24" name="CuadroTexto 1">
                <a:extLst>
                  <a:ext uri="{FF2B5EF4-FFF2-40B4-BE49-F238E27FC236}">
                    <a16:creationId xmlns:a16="http://schemas.microsoft.com/office/drawing/2014/main" id="{6D4DA88B-569D-4F4D-A209-9046C6C3155E}"/>
                  </a:ext>
                </a:extLst>
              </p:cNvPr>
              <p:cNvSpPr txBox="1">
                <a:spLocks noRot="1" noChangeAspect="1" noMove="1" noResize="1" noEditPoints="1" noAdjustHandles="1" noChangeArrowheads="1" noChangeShapeType="1" noTextEdit="1"/>
              </p:cNvSpPr>
              <p:nvPr/>
            </p:nvSpPr>
            <p:spPr>
              <a:xfrm>
                <a:off x="2143124" y="1997229"/>
                <a:ext cx="4311015" cy="811530"/>
              </a:xfrm>
              <a:prstGeom prst="rect">
                <a:avLst/>
              </a:prstGeom>
              <a:blipFill>
                <a:blip r:embed="rId4"/>
                <a:stretch>
                  <a:fillRect b="-1504"/>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5" name="CuadroTexto 2">
                <a:extLst>
                  <a:ext uri="{FF2B5EF4-FFF2-40B4-BE49-F238E27FC236}">
                    <a16:creationId xmlns:a16="http://schemas.microsoft.com/office/drawing/2014/main" id="{67492799-FA1F-4D93-B2A3-698AE40B3239}"/>
                  </a:ext>
                </a:extLst>
              </p:cNvPr>
              <p:cNvSpPr txBox="1"/>
              <p:nvPr/>
            </p:nvSpPr>
            <p:spPr>
              <a:xfrm>
                <a:off x="1638802" y="3818096"/>
                <a:ext cx="5713096" cy="997268"/>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s-CO" sz="2400" i="1">
                              <a:latin typeface="Cambria Math" panose="02040503050406030204" pitchFamily="18" charset="0"/>
                            </a:rPr>
                          </m:ctrlPr>
                        </m:sSubPr>
                        <m:e>
                          <m:r>
                            <a:rPr lang="es-MX" sz="2400" b="0" i="1">
                              <a:latin typeface="Cambria Math" panose="02040503050406030204" pitchFamily="18" charset="0"/>
                            </a:rPr>
                            <m:t>𝑉</m:t>
                          </m:r>
                        </m:e>
                        <m:sub>
                          <m:r>
                            <a:rPr lang="es-MX" sz="2400" b="0" i="1">
                              <a:latin typeface="Cambria Math" panose="02040503050406030204" pitchFamily="18" charset="0"/>
                            </a:rPr>
                            <m:t>𝑐</m:t>
                          </m:r>
                        </m:sub>
                      </m:sSub>
                      <m:r>
                        <a:rPr lang="es-MX" sz="2400" b="0" i="1">
                          <a:latin typeface="Cambria Math" panose="02040503050406030204" pitchFamily="18" charset="0"/>
                        </a:rPr>
                        <m:t>=0.083</m:t>
                      </m:r>
                      <m:d>
                        <m:dPr>
                          <m:ctrlPr>
                            <a:rPr lang="es-MX" sz="2400" b="0" i="1">
                              <a:latin typeface="Cambria Math" panose="02040503050406030204" pitchFamily="18" charset="0"/>
                            </a:rPr>
                          </m:ctrlPr>
                        </m:dPr>
                        <m:e>
                          <m:f>
                            <m:fPr>
                              <m:ctrlPr>
                                <a:rPr lang="es-MX" sz="2400" b="0" i="1">
                                  <a:latin typeface="Cambria Math" panose="02040503050406030204" pitchFamily="18" charset="0"/>
                                </a:rPr>
                              </m:ctrlPr>
                            </m:fPr>
                            <m:num>
                              <m:sSub>
                                <m:sSubPr>
                                  <m:ctrlPr>
                                    <a:rPr lang="es-MX" sz="2400" b="0" i="1">
                                      <a:latin typeface="Cambria Math" panose="02040503050406030204" pitchFamily="18" charset="0"/>
                                    </a:rPr>
                                  </m:ctrlPr>
                                </m:sSubPr>
                                <m:e>
                                  <m:r>
                                    <a:rPr lang="es-MX" sz="2400" b="0" i="1">
                                      <a:latin typeface="Cambria Math" panose="02040503050406030204" pitchFamily="18" charset="0"/>
                                      <a:ea typeface="Cambria Math" panose="02040503050406030204" pitchFamily="18" charset="0"/>
                                    </a:rPr>
                                    <m:t>∝</m:t>
                                  </m:r>
                                </m:e>
                                <m:sub>
                                  <m:r>
                                    <a:rPr lang="es-MX" sz="2400" b="0" i="1">
                                      <a:latin typeface="Cambria Math" panose="02040503050406030204" pitchFamily="18" charset="0"/>
                                    </a:rPr>
                                    <m:t>𝑠</m:t>
                                  </m:r>
                                </m:sub>
                              </m:sSub>
                              <m:r>
                                <a:rPr lang="es-MX" sz="2400" b="0" i="1">
                                  <a:latin typeface="Cambria Math" panose="02040503050406030204" pitchFamily="18" charset="0"/>
                                </a:rPr>
                                <m:t>𝑑</m:t>
                              </m:r>
                            </m:num>
                            <m:den>
                              <m:sSub>
                                <m:sSubPr>
                                  <m:ctrlPr>
                                    <a:rPr lang="es-MX" sz="2400" b="0" i="1">
                                      <a:latin typeface="Cambria Math" panose="02040503050406030204" pitchFamily="18" charset="0"/>
                                    </a:rPr>
                                  </m:ctrlPr>
                                </m:sSubPr>
                                <m:e>
                                  <m:r>
                                    <a:rPr lang="es-MX" sz="2400" b="0" i="1">
                                      <a:latin typeface="Cambria Math" panose="02040503050406030204" pitchFamily="18" charset="0"/>
                                    </a:rPr>
                                    <m:t>𝑏</m:t>
                                  </m:r>
                                </m:e>
                                <m:sub>
                                  <m:r>
                                    <a:rPr lang="es-MX" sz="2400" b="0" i="1">
                                      <a:latin typeface="Cambria Math" panose="02040503050406030204" pitchFamily="18" charset="0"/>
                                    </a:rPr>
                                    <m:t>0</m:t>
                                  </m:r>
                                </m:sub>
                              </m:sSub>
                            </m:den>
                          </m:f>
                          <m:r>
                            <a:rPr lang="es-MX" sz="2400" b="0" i="1">
                              <a:latin typeface="Cambria Math" panose="02040503050406030204" pitchFamily="18" charset="0"/>
                            </a:rPr>
                            <m:t>+2</m:t>
                          </m:r>
                        </m:e>
                      </m:d>
                      <m:r>
                        <a:rPr lang="es-MX" sz="2400" b="0" i="1">
                          <a:latin typeface="Cambria Math" panose="02040503050406030204" pitchFamily="18" charset="0"/>
                          <a:ea typeface="Cambria Math" panose="02040503050406030204" pitchFamily="18" charset="0"/>
                        </a:rPr>
                        <m:t>𝜆</m:t>
                      </m:r>
                      <m:rad>
                        <m:radPr>
                          <m:degHide m:val="on"/>
                          <m:ctrlPr>
                            <a:rPr lang="es-MX" sz="2400" b="0" i="1">
                              <a:latin typeface="Cambria Math" panose="02040503050406030204" pitchFamily="18" charset="0"/>
                              <a:ea typeface="Cambria Math" panose="02040503050406030204" pitchFamily="18" charset="0"/>
                            </a:rPr>
                          </m:ctrlPr>
                        </m:radPr>
                        <m:deg/>
                        <m:e>
                          <m:sSub>
                            <m:sSubPr>
                              <m:ctrlPr>
                                <a:rPr lang="es-MX" sz="2400" b="0" i="1">
                                  <a:latin typeface="Cambria Math" panose="02040503050406030204" pitchFamily="18" charset="0"/>
                                  <a:ea typeface="Cambria Math" panose="02040503050406030204" pitchFamily="18" charset="0"/>
                                </a:rPr>
                              </m:ctrlPr>
                            </m:sSubPr>
                            <m:e>
                              <m:r>
                                <a:rPr lang="es-MX" sz="2400" b="0" i="1">
                                  <a:latin typeface="Cambria Math" panose="02040503050406030204" pitchFamily="18" charset="0"/>
                                  <a:ea typeface="Cambria Math" panose="02040503050406030204" pitchFamily="18" charset="0"/>
                                </a:rPr>
                                <m:t>𝑓</m:t>
                              </m:r>
                              <m:r>
                                <a:rPr lang="es-MX" sz="2400" b="0" i="1">
                                  <a:latin typeface="Cambria Math" panose="02040503050406030204" pitchFamily="18" charset="0"/>
                                  <a:ea typeface="Cambria Math" panose="02040503050406030204" pitchFamily="18" charset="0"/>
                                </a:rPr>
                                <m:t>′</m:t>
                              </m:r>
                            </m:e>
                            <m:sub>
                              <m:r>
                                <a:rPr lang="es-MX" sz="2400" b="0" i="1">
                                  <a:latin typeface="Cambria Math" panose="02040503050406030204" pitchFamily="18" charset="0"/>
                                  <a:ea typeface="Cambria Math" panose="02040503050406030204" pitchFamily="18" charset="0"/>
                                </a:rPr>
                                <m:t>𝑐</m:t>
                              </m:r>
                            </m:sub>
                          </m:sSub>
                        </m:e>
                      </m:rad>
                      <m:sSub>
                        <m:sSubPr>
                          <m:ctrlPr>
                            <a:rPr lang="es-MX" sz="2400" b="0" i="1">
                              <a:latin typeface="Cambria Math" panose="02040503050406030204" pitchFamily="18" charset="0"/>
                              <a:ea typeface="Cambria Math" panose="02040503050406030204" pitchFamily="18" charset="0"/>
                            </a:rPr>
                          </m:ctrlPr>
                        </m:sSubPr>
                        <m:e>
                          <m:r>
                            <a:rPr lang="es-MX" sz="2400" b="0" i="1">
                              <a:latin typeface="Cambria Math" panose="02040503050406030204" pitchFamily="18" charset="0"/>
                              <a:ea typeface="Cambria Math" panose="02040503050406030204" pitchFamily="18" charset="0"/>
                            </a:rPr>
                            <m:t>𝑏</m:t>
                          </m:r>
                        </m:e>
                        <m:sub>
                          <m:r>
                            <a:rPr lang="es-MX" sz="2400" b="0" i="1">
                              <a:latin typeface="Cambria Math" panose="02040503050406030204" pitchFamily="18" charset="0"/>
                              <a:ea typeface="Cambria Math" panose="02040503050406030204" pitchFamily="18" charset="0"/>
                            </a:rPr>
                            <m:t>0</m:t>
                          </m:r>
                        </m:sub>
                      </m:sSub>
                      <m:r>
                        <a:rPr lang="es-MX" sz="2400" b="0" i="1">
                          <a:latin typeface="Cambria Math" panose="02040503050406030204" pitchFamily="18" charset="0"/>
                          <a:ea typeface="Cambria Math" panose="02040503050406030204" pitchFamily="18" charset="0"/>
                        </a:rPr>
                        <m:t>𝑑</m:t>
                      </m:r>
                    </m:oMath>
                  </m:oMathPara>
                </a14:m>
                <a:endParaRPr lang="es-MX" sz="2400" b="0" dirty="0">
                  <a:ea typeface="Cambria Math" panose="02040503050406030204" pitchFamily="18" charset="0"/>
                </a:endParaRPr>
              </a:p>
              <a:p>
                <a:endParaRPr lang="es-CO" sz="1100" dirty="0"/>
              </a:p>
            </p:txBody>
          </p:sp>
        </mc:Choice>
        <mc:Fallback xmlns="">
          <p:sp>
            <p:nvSpPr>
              <p:cNvPr id="25" name="CuadroTexto 2">
                <a:extLst>
                  <a:ext uri="{FF2B5EF4-FFF2-40B4-BE49-F238E27FC236}">
                    <a16:creationId xmlns:a16="http://schemas.microsoft.com/office/drawing/2014/main" id="{67492799-FA1F-4D93-B2A3-698AE40B3239}"/>
                  </a:ext>
                </a:extLst>
              </p:cNvPr>
              <p:cNvSpPr txBox="1">
                <a:spLocks noRot="1" noChangeAspect="1" noMove="1" noResize="1" noEditPoints="1" noAdjustHandles="1" noChangeArrowheads="1" noChangeShapeType="1" noTextEdit="1"/>
              </p:cNvSpPr>
              <p:nvPr/>
            </p:nvSpPr>
            <p:spPr>
              <a:xfrm>
                <a:off x="1638802" y="3818096"/>
                <a:ext cx="5713096" cy="997268"/>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6" name="CuadroTexto 3">
                <a:extLst>
                  <a:ext uri="{FF2B5EF4-FFF2-40B4-BE49-F238E27FC236}">
                    <a16:creationId xmlns:a16="http://schemas.microsoft.com/office/drawing/2014/main" id="{583B5A9D-C428-43FF-AEBC-242FCB933045}"/>
                  </a:ext>
                </a:extLst>
              </p:cNvPr>
              <p:cNvSpPr txBox="1"/>
              <p:nvPr/>
            </p:nvSpPr>
            <p:spPr>
              <a:xfrm>
                <a:off x="2143124" y="5668860"/>
                <a:ext cx="3049905" cy="620009"/>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s-CO" sz="2400" i="1">
                              <a:latin typeface="Cambria Math" panose="02040503050406030204" pitchFamily="18" charset="0"/>
                            </a:rPr>
                          </m:ctrlPr>
                        </m:sSubPr>
                        <m:e>
                          <m:r>
                            <a:rPr lang="es-MX" sz="2400" b="0" i="1">
                              <a:latin typeface="Cambria Math" panose="02040503050406030204" pitchFamily="18" charset="0"/>
                            </a:rPr>
                            <m:t>𝑉</m:t>
                          </m:r>
                        </m:e>
                        <m:sub>
                          <m:r>
                            <a:rPr lang="es-MX" sz="2400" b="0" i="1">
                              <a:latin typeface="Cambria Math" panose="02040503050406030204" pitchFamily="18" charset="0"/>
                            </a:rPr>
                            <m:t>𝑐</m:t>
                          </m:r>
                        </m:sub>
                      </m:sSub>
                      <m:r>
                        <a:rPr lang="es-MX" sz="2400" b="0" i="1">
                          <a:latin typeface="Cambria Math" panose="02040503050406030204" pitchFamily="18" charset="0"/>
                        </a:rPr>
                        <m:t>=0.33</m:t>
                      </m:r>
                      <m:rad>
                        <m:radPr>
                          <m:degHide m:val="on"/>
                          <m:ctrlPr>
                            <a:rPr lang="es-MX" sz="2400" b="0" i="1">
                              <a:latin typeface="Cambria Math" panose="02040503050406030204" pitchFamily="18" charset="0"/>
                              <a:ea typeface="Cambria Math" panose="02040503050406030204" pitchFamily="18" charset="0"/>
                            </a:rPr>
                          </m:ctrlPr>
                        </m:radPr>
                        <m:deg/>
                        <m:e>
                          <m:sSub>
                            <m:sSubPr>
                              <m:ctrlPr>
                                <a:rPr lang="es-MX" sz="2400" b="0" i="1">
                                  <a:latin typeface="Cambria Math" panose="02040503050406030204" pitchFamily="18" charset="0"/>
                                  <a:ea typeface="Cambria Math" panose="02040503050406030204" pitchFamily="18" charset="0"/>
                                </a:rPr>
                              </m:ctrlPr>
                            </m:sSubPr>
                            <m:e>
                              <m:r>
                                <a:rPr lang="es-MX" sz="2400" b="0" i="1">
                                  <a:latin typeface="Cambria Math" panose="02040503050406030204" pitchFamily="18" charset="0"/>
                                  <a:ea typeface="Cambria Math" panose="02040503050406030204" pitchFamily="18" charset="0"/>
                                </a:rPr>
                                <m:t>𝑓</m:t>
                              </m:r>
                              <m:r>
                                <a:rPr lang="es-MX" sz="2400" b="0" i="1">
                                  <a:latin typeface="Cambria Math" panose="02040503050406030204" pitchFamily="18" charset="0"/>
                                  <a:ea typeface="Cambria Math" panose="02040503050406030204" pitchFamily="18" charset="0"/>
                                </a:rPr>
                                <m:t>′</m:t>
                              </m:r>
                            </m:e>
                            <m:sub>
                              <m:r>
                                <a:rPr lang="es-MX" sz="2400" b="0" i="1">
                                  <a:latin typeface="Cambria Math" panose="02040503050406030204" pitchFamily="18" charset="0"/>
                                  <a:ea typeface="Cambria Math" panose="02040503050406030204" pitchFamily="18" charset="0"/>
                                </a:rPr>
                                <m:t>𝑐</m:t>
                              </m:r>
                            </m:sub>
                          </m:sSub>
                        </m:e>
                      </m:rad>
                      <m:sSub>
                        <m:sSubPr>
                          <m:ctrlPr>
                            <a:rPr lang="es-MX" sz="2400" b="0" i="1">
                              <a:latin typeface="Cambria Math" panose="02040503050406030204" pitchFamily="18" charset="0"/>
                              <a:ea typeface="Cambria Math" panose="02040503050406030204" pitchFamily="18" charset="0"/>
                            </a:rPr>
                          </m:ctrlPr>
                        </m:sSubPr>
                        <m:e>
                          <m:r>
                            <a:rPr lang="es-MX" sz="2400" b="0" i="1">
                              <a:latin typeface="Cambria Math" panose="02040503050406030204" pitchFamily="18" charset="0"/>
                              <a:ea typeface="Cambria Math" panose="02040503050406030204" pitchFamily="18" charset="0"/>
                            </a:rPr>
                            <m:t>𝑏</m:t>
                          </m:r>
                        </m:e>
                        <m:sub>
                          <m:r>
                            <a:rPr lang="es-MX" sz="2400" b="0" i="1">
                              <a:latin typeface="Cambria Math" panose="02040503050406030204" pitchFamily="18" charset="0"/>
                              <a:ea typeface="Cambria Math" panose="02040503050406030204" pitchFamily="18" charset="0"/>
                            </a:rPr>
                            <m:t>0</m:t>
                          </m:r>
                        </m:sub>
                      </m:sSub>
                      <m:r>
                        <a:rPr lang="es-MX" sz="2400" b="0" i="1">
                          <a:latin typeface="Cambria Math" panose="02040503050406030204" pitchFamily="18" charset="0"/>
                          <a:ea typeface="Cambria Math" panose="02040503050406030204" pitchFamily="18" charset="0"/>
                        </a:rPr>
                        <m:t>𝑑</m:t>
                      </m:r>
                    </m:oMath>
                  </m:oMathPara>
                </a14:m>
                <a:endParaRPr lang="es-MX" sz="2400" b="0" dirty="0">
                  <a:ea typeface="Cambria Math" panose="02040503050406030204" pitchFamily="18" charset="0"/>
                </a:endParaRPr>
              </a:p>
              <a:p>
                <a:endParaRPr lang="es-CO" sz="1100" dirty="0"/>
              </a:p>
            </p:txBody>
          </p:sp>
        </mc:Choice>
        <mc:Fallback xmlns="">
          <p:sp>
            <p:nvSpPr>
              <p:cNvPr id="26" name="CuadroTexto 3">
                <a:extLst>
                  <a:ext uri="{FF2B5EF4-FFF2-40B4-BE49-F238E27FC236}">
                    <a16:creationId xmlns:a16="http://schemas.microsoft.com/office/drawing/2014/main" id="{583B5A9D-C428-43FF-AEBC-242FCB933045}"/>
                  </a:ext>
                </a:extLst>
              </p:cNvPr>
              <p:cNvSpPr txBox="1">
                <a:spLocks noRot="1" noChangeAspect="1" noMove="1" noResize="1" noEditPoints="1" noAdjustHandles="1" noChangeArrowheads="1" noChangeShapeType="1" noTextEdit="1"/>
              </p:cNvSpPr>
              <p:nvPr/>
            </p:nvSpPr>
            <p:spPr>
              <a:xfrm>
                <a:off x="2143124" y="5668860"/>
                <a:ext cx="3049905" cy="620009"/>
              </a:xfrm>
              <a:prstGeom prst="rect">
                <a:avLst/>
              </a:prstGeom>
              <a:blipFill>
                <a:blip r:embed="rId6"/>
                <a:stretch>
                  <a:fillRect/>
                </a:stretch>
              </a:blipFill>
            </p:spPr>
            <p:txBody>
              <a:bodyPr/>
              <a:lstStyle/>
              <a:p>
                <a:r>
                  <a:rPr lang="es-CO">
                    <a:noFill/>
                  </a:rPr>
                  <a:t> </a:t>
                </a:r>
              </a:p>
            </p:txBody>
          </p:sp>
        </mc:Fallback>
      </mc:AlternateContent>
      <p:pic>
        <p:nvPicPr>
          <p:cNvPr id="28" name="Imagen 27">
            <a:extLst>
              <a:ext uri="{FF2B5EF4-FFF2-40B4-BE49-F238E27FC236}">
                <a16:creationId xmlns:a16="http://schemas.microsoft.com/office/drawing/2014/main" id="{CD5E0B3F-34E3-9AFA-2313-ED778C62EC61}"/>
              </a:ext>
            </a:extLst>
          </p:cNvPr>
          <p:cNvPicPr>
            <a:picLocks noChangeAspect="1"/>
          </p:cNvPicPr>
          <p:nvPr/>
        </p:nvPicPr>
        <p:blipFill>
          <a:blip r:embed="rId7"/>
          <a:stretch>
            <a:fillRect/>
          </a:stretch>
        </p:blipFill>
        <p:spPr>
          <a:xfrm>
            <a:off x="8997051" y="1456981"/>
            <a:ext cx="2682358" cy="2703555"/>
          </a:xfrm>
          <a:prstGeom prst="rect">
            <a:avLst/>
          </a:prstGeom>
        </p:spPr>
      </p:pic>
      <p:sp>
        <p:nvSpPr>
          <p:cNvPr id="30" name="Rectángulo 29">
            <a:extLst>
              <a:ext uri="{FF2B5EF4-FFF2-40B4-BE49-F238E27FC236}">
                <a16:creationId xmlns:a16="http://schemas.microsoft.com/office/drawing/2014/main" id="{AF508D71-8C60-3463-81AC-599B73B6CE9E}"/>
              </a:ext>
            </a:extLst>
          </p:cNvPr>
          <p:cNvSpPr/>
          <p:nvPr/>
        </p:nvSpPr>
        <p:spPr>
          <a:xfrm>
            <a:off x="9928860" y="2419932"/>
            <a:ext cx="868680" cy="795887"/>
          </a:xfrm>
          <a:prstGeom prst="rect">
            <a:avLst/>
          </a:prstGeom>
          <a:solidFill>
            <a:srgbClr val="156082">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1" name="Forma libre: forma 30">
            <a:extLst>
              <a:ext uri="{FF2B5EF4-FFF2-40B4-BE49-F238E27FC236}">
                <a16:creationId xmlns:a16="http://schemas.microsoft.com/office/drawing/2014/main" id="{6B9E7CB2-B032-EC8F-798B-465421891F9A}"/>
              </a:ext>
            </a:extLst>
          </p:cNvPr>
          <p:cNvSpPr/>
          <p:nvPr/>
        </p:nvSpPr>
        <p:spPr>
          <a:xfrm>
            <a:off x="10002765" y="1219200"/>
            <a:ext cx="954795" cy="1363980"/>
          </a:xfrm>
          <a:custGeom>
            <a:avLst/>
            <a:gdLst>
              <a:gd name="csX0" fmla="*/ 78495 w 954795"/>
              <a:gd name="csY0" fmla="*/ 1363980 h 1363980"/>
              <a:gd name="csX1" fmla="*/ 86115 w 954795"/>
              <a:gd name="csY1" fmla="*/ 411480 h 1363980"/>
              <a:gd name="csX2" fmla="*/ 954795 w 954795"/>
              <a:gd name="csY2" fmla="*/ 0 h 1363980"/>
            </a:gdLst>
            <a:ahLst/>
            <a:cxnLst>
              <a:cxn ang="0">
                <a:pos x="csX0" y="csY0"/>
              </a:cxn>
              <a:cxn ang="0">
                <a:pos x="csX1" y="csY1"/>
              </a:cxn>
              <a:cxn ang="0">
                <a:pos x="csX2" y="csY2"/>
              </a:cxn>
            </a:cxnLst>
            <a:rect l="l" t="t" r="r" b="b"/>
            <a:pathLst>
              <a:path w="954795" h="1363980">
                <a:moveTo>
                  <a:pt x="78495" y="1363980"/>
                </a:moveTo>
                <a:cubicBezTo>
                  <a:pt x="9280" y="1001395"/>
                  <a:pt x="-59935" y="638810"/>
                  <a:pt x="86115" y="411480"/>
                </a:cubicBezTo>
                <a:cubicBezTo>
                  <a:pt x="232165" y="184150"/>
                  <a:pt x="780805" y="72390"/>
                  <a:pt x="954795"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Forma libre: forma 31">
            <a:extLst>
              <a:ext uri="{FF2B5EF4-FFF2-40B4-BE49-F238E27FC236}">
                <a16:creationId xmlns:a16="http://schemas.microsoft.com/office/drawing/2014/main" id="{306FA0BE-D843-2BB5-C241-7935A10486EF}"/>
              </a:ext>
            </a:extLst>
          </p:cNvPr>
          <p:cNvSpPr/>
          <p:nvPr/>
        </p:nvSpPr>
        <p:spPr>
          <a:xfrm>
            <a:off x="9844400" y="3238500"/>
            <a:ext cx="930280" cy="1356360"/>
          </a:xfrm>
          <a:custGeom>
            <a:avLst/>
            <a:gdLst>
              <a:gd name="csX0" fmla="*/ 114940 w 930280"/>
              <a:gd name="csY0" fmla="*/ 0 h 1356360"/>
              <a:gd name="csX1" fmla="*/ 69220 w 930280"/>
              <a:gd name="csY1" fmla="*/ 1127760 h 1356360"/>
              <a:gd name="csX2" fmla="*/ 930280 w 930280"/>
              <a:gd name="csY2" fmla="*/ 1356360 h 1356360"/>
            </a:gdLst>
            <a:ahLst/>
            <a:cxnLst>
              <a:cxn ang="0">
                <a:pos x="csX0" y="csY0"/>
              </a:cxn>
              <a:cxn ang="0">
                <a:pos x="csX1" y="csY1"/>
              </a:cxn>
              <a:cxn ang="0">
                <a:pos x="csX2" y="csY2"/>
              </a:cxn>
            </a:cxnLst>
            <a:rect l="l" t="t" r="r" b="b"/>
            <a:pathLst>
              <a:path w="930280" h="1356360">
                <a:moveTo>
                  <a:pt x="114940" y="0"/>
                </a:moveTo>
                <a:cubicBezTo>
                  <a:pt x="24135" y="450850"/>
                  <a:pt x="-66670" y="901700"/>
                  <a:pt x="69220" y="1127760"/>
                </a:cubicBezTo>
                <a:cubicBezTo>
                  <a:pt x="205110" y="1353820"/>
                  <a:pt x="774070" y="1330960"/>
                  <a:pt x="930280" y="135636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CuadroTexto 32">
            <a:extLst>
              <a:ext uri="{FF2B5EF4-FFF2-40B4-BE49-F238E27FC236}">
                <a16:creationId xmlns:a16="http://schemas.microsoft.com/office/drawing/2014/main" id="{994910C0-C35B-711C-9BC0-DABD4DDD4B81}"/>
              </a:ext>
            </a:extLst>
          </p:cNvPr>
          <p:cNvSpPr txBox="1"/>
          <p:nvPr/>
        </p:nvSpPr>
        <p:spPr>
          <a:xfrm>
            <a:off x="11122905" y="887291"/>
            <a:ext cx="950742" cy="461665"/>
          </a:xfrm>
          <a:prstGeom prst="rect">
            <a:avLst/>
          </a:prstGeom>
          <a:noFill/>
        </p:spPr>
        <p:txBody>
          <a:bodyPr wrap="square" rtlCol="0">
            <a:spAutoFit/>
          </a:bodyPr>
          <a:lstStyle/>
          <a:p>
            <a:r>
              <a:rPr lang="es-CO" sz="2400" dirty="0" err="1">
                <a:latin typeface="Calibri" panose="020F0502020204030204" pitchFamily="34" charset="0"/>
                <a:ea typeface="Calibri" panose="020F0502020204030204" pitchFamily="34" charset="0"/>
                <a:cs typeface="Calibri" panose="020F0502020204030204" pitchFamily="34" charset="0"/>
              </a:rPr>
              <a:t>Ao</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
        <p:nvSpPr>
          <p:cNvPr id="36" name="CuadroTexto 35">
            <a:extLst>
              <a:ext uri="{FF2B5EF4-FFF2-40B4-BE49-F238E27FC236}">
                <a16:creationId xmlns:a16="http://schemas.microsoft.com/office/drawing/2014/main" id="{0C0A39B3-ED63-D200-9964-C4207FB37C19}"/>
              </a:ext>
            </a:extLst>
          </p:cNvPr>
          <p:cNvSpPr txBox="1"/>
          <p:nvPr/>
        </p:nvSpPr>
        <p:spPr>
          <a:xfrm>
            <a:off x="10797540" y="4353699"/>
            <a:ext cx="1394460" cy="769441"/>
          </a:xfrm>
          <a:prstGeom prst="rect">
            <a:avLst/>
          </a:prstGeom>
          <a:noFill/>
        </p:spPr>
        <p:txBody>
          <a:bodyPr wrap="square" rtlCol="0">
            <a:spAutoFit/>
          </a:bodyPr>
          <a:lstStyle/>
          <a:p>
            <a:r>
              <a:rPr lang="es-CO" sz="2400" dirty="0" err="1">
                <a:latin typeface="Calibri" panose="020F0502020204030204" pitchFamily="34" charset="0"/>
                <a:ea typeface="Calibri" panose="020F0502020204030204" pitchFamily="34" charset="0"/>
                <a:cs typeface="Calibri" panose="020F0502020204030204" pitchFamily="34" charset="0"/>
              </a:rPr>
              <a:t>bo</a:t>
            </a:r>
            <a:endParaRPr lang="es-CO" sz="2400" dirty="0">
              <a:latin typeface="Calibri" panose="020F0502020204030204" pitchFamily="34" charset="0"/>
              <a:ea typeface="Calibri" panose="020F0502020204030204" pitchFamily="34" charset="0"/>
              <a:cs typeface="Calibri" panose="020F0502020204030204" pitchFamily="34" charset="0"/>
            </a:endParaRPr>
          </a:p>
          <a:p>
            <a:r>
              <a:rPr lang="es-CO" sz="2000">
                <a:latin typeface="Calibri" panose="020F0502020204030204" pitchFamily="34" charset="0"/>
                <a:ea typeface="Calibri" panose="020F0502020204030204" pitchFamily="34" charset="0"/>
                <a:cs typeface="Calibri" panose="020F0502020204030204" pitchFamily="34" charset="0"/>
              </a:rPr>
              <a:t>Perímetro</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6427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7B2C0-92C7-2463-73E6-C5B1B4B5052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B070ACA-A5B2-4AFE-39B6-4AFBADE275F4}"/>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B817FE5B-15A1-04BA-3CD5-43051CEB31E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FC3F800F-6BB8-0128-A406-64FF6B79B73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73FF4DC2-803F-256E-7565-A21AF82DB832}"/>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EJEMPLO</a:t>
            </a:r>
            <a:endParaRPr lang="es-CO" dirty="0"/>
          </a:p>
        </p:txBody>
      </p:sp>
      <p:sp>
        <p:nvSpPr>
          <p:cNvPr id="6" name="CuadroTexto 5">
            <a:extLst>
              <a:ext uri="{FF2B5EF4-FFF2-40B4-BE49-F238E27FC236}">
                <a16:creationId xmlns:a16="http://schemas.microsoft.com/office/drawing/2014/main" id="{7F42A71F-CD3A-E9EF-F840-75028CC721F9}"/>
              </a:ext>
            </a:extLst>
          </p:cNvPr>
          <p:cNvSpPr txBox="1"/>
          <p:nvPr/>
        </p:nvSpPr>
        <p:spPr>
          <a:xfrm>
            <a:off x="224790" y="1493880"/>
            <a:ext cx="12035790" cy="707886"/>
          </a:xfrm>
          <a:prstGeom prst="rect">
            <a:avLst/>
          </a:prstGeom>
          <a:noFill/>
        </p:spPr>
        <p:txBody>
          <a:bodyPr wrap="square">
            <a:spAutoFit/>
          </a:bodyPr>
          <a:lstStyle/>
          <a:p>
            <a:r>
              <a:rPr lang="es-CO" sz="2000" dirty="0"/>
              <a:t>Dimensionar y diseñar una zapata cuadrada que soporta una columna de 0.40x0.40m. PD=1700kN PL=500kN </a:t>
            </a:r>
            <a:r>
              <a:rPr lang="es-CO" sz="2000" dirty="0" err="1"/>
              <a:t>σ</a:t>
            </a:r>
            <a:r>
              <a:rPr lang="es-CO" sz="2000" baseline="-25000" dirty="0" err="1"/>
              <a:t>adm</a:t>
            </a:r>
            <a:r>
              <a:rPr lang="es-CO" sz="2000" dirty="0"/>
              <a:t>=180kN/m2</a:t>
            </a:r>
          </a:p>
        </p:txBody>
      </p:sp>
    </p:spTree>
    <p:extLst>
      <p:ext uri="{BB962C8B-B14F-4D97-AF65-F5344CB8AC3E}">
        <p14:creationId xmlns:p14="http://schemas.microsoft.com/office/powerpoint/2010/main" val="3905143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DD074-DC76-5B84-E330-4B3078D44DB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7FCBC4B-24EF-40C1-4343-105028380332}"/>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2916A3DB-036F-DEAB-E4C9-FBDAE4AEAA2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866CA9DA-47F3-10C1-71DB-6C36D3166E4C}"/>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pic>
        <p:nvPicPr>
          <p:cNvPr id="6" name="Imagen 5">
            <a:extLst>
              <a:ext uri="{FF2B5EF4-FFF2-40B4-BE49-F238E27FC236}">
                <a16:creationId xmlns:a16="http://schemas.microsoft.com/office/drawing/2014/main" id="{1FA85376-DB47-A6ED-0C72-7864992A1C55}"/>
              </a:ext>
            </a:extLst>
          </p:cNvPr>
          <p:cNvPicPr>
            <a:picLocks noChangeAspect="1"/>
          </p:cNvPicPr>
          <p:nvPr/>
        </p:nvPicPr>
        <p:blipFill>
          <a:blip r:embed="rId4"/>
          <a:stretch>
            <a:fillRect/>
          </a:stretch>
        </p:blipFill>
        <p:spPr>
          <a:xfrm>
            <a:off x="2748790" y="1691640"/>
            <a:ext cx="6694419" cy="3973978"/>
          </a:xfrm>
          <a:prstGeom prst="rect">
            <a:avLst/>
          </a:prstGeom>
        </p:spPr>
      </p:pic>
    </p:spTree>
    <p:extLst>
      <p:ext uri="{BB962C8B-B14F-4D97-AF65-F5344CB8AC3E}">
        <p14:creationId xmlns:p14="http://schemas.microsoft.com/office/powerpoint/2010/main" val="382804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6105-13D3-CE8C-880F-8C712F3BA78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8376AF5-2094-E482-5E55-E05F2196AF38}"/>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EA78AF0C-DC17-C711-E45E-0F47C02ED77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C3CC634D-156F-5FF6-6D60-4A6C7D324C42}"/>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4B9EAC44-90AF-5685-8EB8-477D42B9CD0C}"/>
              </a:ext>
            </a:extLst>
          </p:cNvPr>
          <p:cNvSpPr txBox="1"/>
          <p:nvPr/>
        </p:nvSpPr>
        <p:spPr>
          <a:xfrm>
            <a:off x="3355461" y="3013501"/>
            <a:ext cx="7169938" cy="830997"/>
          </a:xfrm>
          <a:prstGeom prst="rect">
            <a:avLst/>
          </a:prstGeom>
          <a:noFill/>
        </p:spPr>
        <p:txBody>
          <a:bodyPr wrap="square">
            <a:spAutoFit/>
          </a:bodyPr>
          <a:lstStyle/>
          <a:p>
            <a:r>
              <a:rPr lang="es-CO" sz="4800" b="1" dirty="0"/>
              <a:t>Zapatas rectangulares</a:t>
            </a:r>
          </a:p>
        </p:txBody>
      </p:sp>
    </p:spTree>
    <p:extLst>
      <p:ext uri="{BB962C8B-B14F-4D97-AF65-F5344CB8AC3E}">
        <p14:creationId xmlns:p14="http://schemas.microsoft.com/office/powerpoint/2010/main" val="2464574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A3E5-971D-411B-E721-97ABB8E8D80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D5C27BA-5CF0-84EC-C336-700D5D099B67}"/>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8C0A34C7-0366-CB47-9342-62E7E1B707C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15741084-4F21-B386-2C82-76E5A185338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24F80793-6663-82A0-2779-29640BF5FDA2}"/>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RECTANGULAR</a:t>
            </a:r>
            <a:endParaRPr lang="es-CO" dirty="0"/>
          </a:p>
        </p:txBody>
      </p:sp>
      <p:sp>
        <p:nvSpPr>
          <p:cNvPr id="11" name="CuadroTexto 10">
            <a:extLst>
              <a:ext uri="{FF2B5EF4-FFF2-40B4-BE49-F238E27FC236}">
                <a16:creationId xmlns:a16="http://schemas.microsoft.com/office/drawing/2014/main" id="{B71D3557-C0A4-D6E0-3DA4-C90D7CB94B6E}"/>
              </a:ext>
            </a:extLst>
          </p:cNvPr>
          <p:cNvSpPr txBox="1"/>
          <p:nvPr/>
        </p:nvSpPr>
        <p:spPr>
          <a:xfrm>
            <a:off x="193653" y="1508534"/>
            <a:ext cx="11018297" cy="1015663"/>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Para punzonamiento, cortante como viga y diseño a flexión, Similar a una zapata cuadrada. En la medida en que los voladizos no sean iguales, se Debe revisar a cortante y diseñar a flexión independientemente Para cada dirección. La diferencia radica en la distribución del refuerzo.</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pic>
        <p:nvPicPr>
          <p:cNvPr id="16" name="Imagen 15">
            <a:extLst>
              <a:ext uri="{FF2B5EF4-FFF2-40B4-BE49-F238E27FC236}">
                <a16:creationId xmlns:a16="http://schemas.microsoft.com/office/drawing/2014/main" id="{0B9870FA-83FC-A6DB-AB48-8B79D3469043}"/>
              </a:ext>
            </a:extLst>
          </p:cNvPr>
          <p:cNvPicPr>
            <a:picLocks noChangeAspect="1"/>
          </p:cNvPicPr>
          <p:nvPr/>
        </p:nvPicPr>
        <p:blipFill>
          <a:blip r:embed="rId4"/>
          <a:stretch>
            <a:fillRect/>
          </a:stretch>
        </p:blipFill>
        <p:spPr>
          <a:xfrm>
            <a:off x="6492863" y="4031032"/>
            <a:ext cx="4115157" cy="2194750"/>
          </a:xfrm>
          <a:prstGeom prst="rect">
            <a:avLst/>
          </a:prstGeom>
        </p:spPr>
      </p:pic>
      <p:pic>
        <p:nvPicPr>
          <p:cNvPr id="25" name="Imagen 24">
            <a:extLst>
              <a:ext uri="{FF2B5EF4-FFF2-40B4-BE49-F238E27FC236}">
                <a16:creationId xmlns:a16="http://schemas.microsoft.com/office/drawing/2014/main" id="{D25B8BA5-BCD2-DBB5-8A92-01376A4B751C}"/>
              </a:ext>
            </a:extLst>
          </p:cNvPr>
          <p:cNvPicPr>
            <a:picLocks noChangeAspect="1"/>
          </p:cNvPicPr>
          <p:nvPr/>
        </p:nvPicPr>
        <p:blipFill>
          <a:blip r:embed="rId5"/>
          <a:stretch>
            <a:fillRect/>
          </a:stretch>
        </p:blipFill>
        <p:spPr>
          <a:xfrm>
            <a:off x="1008287" y="3429000"/>
            <a:ext cx="4359018" cy="2796782"/>
          </a:xfrm>
          <a:prstGeom prst="rect">
            <a:avLst/>
          </a:prstGeom>
        </p:spPr>
      </p:pic>
    </p:spTree>
    <p:extLst>
      <p:ext uri="{BB962C8B-B14F-4D97-AF65-F5344CB8AC3E}">
        <p14:creationId xmlns:p14="http://schemas.microsoft.com/office/powerpoint/2010/main" val="3686770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B8F98-1852-39D5-4791-DB257961BFF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BA904BC-9460-7090-5A3E-8FEF56A16650}"/>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EC0D8BCA-59A7-0DC2-CF63-7262CA2B058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A03D77EE-163C-74C3-63DF-B2F65B6703AD}"/>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04C2D234-57A1-3164-C65F-FF21ABD1ABEA}"/>
              </a:ext>
            </a:extLst>
          </p:cNvPr>
          <p:cNvSpPr txBox="1"/>
          <p:nvPr/>
        </p:nvSpPr>
        <p:spPr>
          <a:xfrm>
            <a:off x="74719" y="990531"/>
            <a:ext cx="4420631" cy="707886"/>
          </a:xfrm>
          <a:prstGeom prst="rect">
            <a:avLst/>
          </a:prstGeom>
          <a:noFill/>
        </p:spPr>
        <p:txBody>
          <a:bodyPr wrap="square" rtlCol="0">
            <a:spAutoFit/>
          </a:bodyPr>
          <a:lstStyle/>
          <a:p>
            <a:r>
              <a:rPr lang="es-CO" sz="2000" b="1" dirty="0">
                <a:solidFill>
                  <a:schemeClr val="accent1"/>
                </a:solidFill>
              </a:rPr>
              <a:t>ZAPATA RECTANGULAR</a:t>
            </a:r>
          </a:p>
          <a:p>
            <a:r>
              <a:rPr lang="es-CO" sz="2000" b="1" dirty="0">
                <a:solidFill>
                  <a:schemeClr val="accent1"/>
                </a:solidFill>
              </a:rPr>
              <a:t>Dirección larga</a:t>
            </a:r>
            <a:endParaRPr lang="es-CO" dirty="0"/>
          </a:p>
        </p:txBody>
      </p:sp>
      <p:sp>
        <p:nvSpPr>
          <p:cNvPr id="11" name="CuadroTexto 10">
            <a:extLst>
              <a:ext uri="{FF2B5EF4-FFF2-40B4-BE49-F238E27FC236}">
                <a16:creationId xmlns:a16="http://schemas.microsoft.com/office/drawing/2014/main" id="{8E3C0D65-2E8A-EC98-41C5-71AF8DDF7B18}"/>
              </a:ext>
            </a:extLst>
          </p:cNvPr>
          <p:cNvSpPr txBox="1"/>
          <p:nvPr/>
        </p:nvSpPr>
        <p:spPr>
          <a:xfrm>
            <a:off x="221154" y="1872919"/>
            <a:ext cx="11018297"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Distribución uniforme</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ángulo 3">
            <a:extLst>
              <a:ext uri="{FF2B5EF4-FFF2-40B4-BE49-F238E27FC236}">
                <a16:creationId xmlns:a16="http://schemas.microsoft.com/office/drawing/2014/main" id="{0A1ED2F9-A1C6-3DD7-7049-AA134C8D9927}"/>
              </a:ext>
            </a:extLst>
          </p:cNvPr>
          <p:cNvSpPr/>
          <p:nvPr/>
        </p:nvSpPr>
        <p:spPr>
          <a:xfrm>
            <a:off x="3376954" y="3371143"/>
            <a:ext cx="4320000" cy="21495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 name="Conector recto 6">
            <a:extLst>
              <a:ext uri="{FF2B5EF4-FFF2-40B4-BE49-F238E27FC236}">
                <a16:creationId xmlns:a16="http://schemas.microsoft.com/office/drawing/2014/main" id="{63CAB488-0872-613B-4C30-FE9E645830A4}"/>
              </a:ext>
            </a:extLst>
          </p:cNvPr>
          <p:cNvCxnSpPr/>
          <p:nvPr/>
        </p:nvCxnSpPr>
        <p:spPr>
          <a:xfrm>
            <a:off x="3592954" y="5398432"/>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B7F6B713-1F0A-80EE-6FB7-375B2D119D08}"/>
              </a:ext>
            </a:extLst>
          </p:cNvPr>
          <p:cNvCxnSpPr/>
          <p:nvPr/>
        </p:nvCxnSpPr>
        <p:spPr>
          <a:xfrm>
            <a:off x="3592954" y="5138320"/>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2B4FBD0A-AA89-C753-5FE9-BBDEA23E4977}"/>
              </a:ext>
            </a:extLst>
          </p:cNvPr>
          <p:cNvCxnSpPr/>
          <p:nvPr/>
        </p:nvCxnSpPr>
        <p:spPr>
          <a:xfrm>
            <a:off x="3592954" y="4897688"/>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01388ECD-8C59-B667-00D6-BE2A77244FA6}"/>
              </a:ext>
            </a:extLst>
          </p:cNvPr>
          <p:cNvCxnSpPr/>
          <p:nvPr/>
        </p:nvCxnSpPr>
        <p:spPr>
          <a:xfrm>
            <a:off x="3592954" y="4663933"/>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86E14CD0-B3AC-1C15-94FA-A8FAE9600F6A}"/>
              </a:ext>
            </a:extLst>
          </p:cNvPr>
          <p:cNvCxnSpPr/>
          <p:nvPr/>
        </p:nvCxnSpPr>
        <p:spPr>
          <a:xfrm>
            <a:off x="3592954" y="4417571"/>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BC204E88-9194-D594-7541-E4D934D8B964}"/>
              </a:ext>
            </a:extLst>
          </p:cNvPr>
          <p:cNvCxnSpPr/>
          <p:nvPr/>
        </p:nvCxnSpPr>
        <p:spPr>
          <a:xfrm>
            <a:off x="3592954" y="4170064"/>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9E06CB48-3C14-7BBB-7C1D-C8249F1D156A}"/>
              </a:ext>
            </a:extLst>
          </p:cNvPr>
          <p:cNvCxnSpPr/>
          <p:nvPr/>
        </p:nvCxnSpPr>
        <p:spPr>
          <a:xfrm>
            <a:off x="3592954" y="3943184"/>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id="{06712253-5B51-D518-6CD1-CA3E287E6827}"/>
              </a:ext>
            </a:extLst>
          </p:cNvPr>
          <p:cNvCxnSpPr/>
          <p:nvPr/>
        </p:nvCxnSpPr>
        <p:spPr>
          <a:xfrm>
            <a:off x="3592954" y="3710573"/>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6ED423D1-11C4-C865-00D1-56948902F35B}"/>
              </a:ext>
            </a:extLst>
          </p:cNvPr>
          <p:cNvCxnSpPr/>
          <p:nvPr/>
        </p:nvCxnSpPr>
        <p:spPr>
          <a:xfrm>
            <a:off x="3592954" y="3476818"/>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ector recto de flecha 19">
            <a:extLst>
              <a:ext uri="{FF2B5EF4-FFF2-40B4-BE49-F238E27FC236}">
                <a16:creationId xmlns:a16="http://schemas.microsoft.com/office/drawing/2014/main" id="{B6169A69-BECD-6DF8-664D-11B44D51B800}"/>
              </a:ext>
            </a:extLst>
          </p:cNvPr>
          <p:cNvCxnSpPr/>
          <p:nvPr/>
        </p:nvCxnSpPr>
        <p:spPr>
          <a:xfrm>
            <a:off x="3376954" y="3076671"/>
            <a:ext cx="43200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1BFBF020-4223-62FE-8420-CB28FF085F46}"/>
              </a:ext>
            </a:extLst>
          </p:cNvPr>
          <p:cNvCxnSpPr/>
          <p:nvPr/>
        </p:nvCxnSpPr>
        <p:spPr>
          <a:xfrm>
            <a:off x="8201439" y="3371143"/>
            <a:ext cx="0" cy="2149511"/>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CuadroTexto 22">
            <a:extLst>
              <a:ext uri="{FF2B5EF4-FFF2-40B4-BE49-F238E27FC236}">
                <a16:creationId xmlns:a16="http://schemas.microsoft.com/office/drawing/2014/main" id="{E57FE543-266C-982F-0010-D3298F43D9B6}"/>
              </a:ext>
            </a:extLst>
          </p:cNvPr>
          <p:cNvSpPr txBox="1"/>
          <p:nvPr/>
        </p:nvSpPr>
        <p:spPr>
          <a:xfrm>
            <a:off x="5419539" y="2700840"/>
            <a:ext cx="428725" cy="400110"/>
          </a:xfrm>
          <a:prstGeom prst="rect">
            <a:avLst/>
          </a:prstGeom>
          <a:noFill/>
        </p:spPr>
        <p:txBody>
          <a:bodyPr wrap="square" rtlCol="0">
            <a:spAutoFit/>
          </a:bodyPr>
          <a:lstStyle/>
          <a:p>
            <a:r>
              <a:rPr lang="es-CO" sz="2000" dirty="0"/>
              <a:t>L</a:t>
            </a:r>
            <a:endParaRPr lang="es-CO" dirty="0"/>
          </a:p>
        </p:txBody>
      </p:sp>
      <p:sp>
        <p:nvSpPr>
          <p:cNvPr id="24" name="CuadroTexto 23">
            <a:extLst>
              <a:ext uri="{FF2B5EF4-FFF2-40B4-BE49-F238E27FC236}">
                <a16:creationId xmlns:a16="http://schemas.microsoft.com/office/drawing/2014/main" id="{769833F7-5B45-D774-8CB4-346EA57365D2}"/>
              </a:ext>
            </a:extLst>
          </p:cNvPr>
          <p:cNvSpPr txBox="1"/>
          <p:nvPr/>
        </p:nvSpPr>
        <p:spPr>
          <a:xfrm>
            <a:off x="8349515" y="4232905"/>
            <a:ext cx="428725" cy="400110"/>
          </a:xfrm>
          <a:prstGeom prst="rect">
            <a:avLst/>
          </a:prstGeom>
          <a:noFill/>
        </p:spPr>
        <p:txBody>
          <a:bodyPr wrap="square" rtlCol="0">
            <a:spAutoFit/>
          </a:bodyPr>
          <a:lstStyle/>
          <a:p>
            <a:r>
              <a:rPr lang="es-CO" sz="2000" dirty="0"/>
              <a:t>B</a:t>
            </a:r>
          </a:p>
        </p:txBody>
      </p:sp>
    </p:spTree>
    <p:extLst>
      <p:ext uri="{BB962C8B-B14F-4D97-AF65-F5344CB8AC3E}">
        <p14:creationId xmlns:p14="http://schemas.microsoft.com/office/powerpoint/2010/main" val="1446585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28830-BCF1-333B-BE97-625CFC21D09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906BBE5-33A5-C081-5185-243854CE896B}"/>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DCB4FF3E-89D5-B52C-E46F-D2AAE7A7245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F86D338-75B9-1AFA-1429-DB14CA9299E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020ACBDD-961E-895F-E444-216E43D386B5}"/>
              </a:ext>
            </a:extLst>
          </p:cNvPr>
          <p:cNvSpPr txBox="1"/>
          <p:nvPr/>
        </p:nvSpPr>
        <p:spPr>
          <a:xfrm>
            <a:off x="74719" y="990531"/>
            <a:ext cx="4420631" cy="707886"/>
          </a:xfrm>
          <a:prstGeom prst="rect">
            <a:avLst/>
          </a:prstGeom>
          <a:noFill/>
        </p:spPr>
        <p:txBody>
          <a:bodyPr wrap="square" rtlCol="0">
            <a:spAutoFit/>
          </a:bodyPr>
          <a:lstStyle/>
          <a:p>
            <a:r>
              <a:rPr lang="es-CO" sz="2000" b="1" dirty="0">
                <a:solidFill>
                  <a:schemeClr val="accent1"/>
                </a:solidFill>
              </a:rPr>
              <a:t>ZAPATA RECTANGULAR</a:t>
            </a:r>
          </a:p>
          <a:p>
            <a:r>
              <a:rPr lang="es-CO" sz="2000" b="1" dirty="0">
                <a:solidFill>
                  <a:schemeClr val="accent1"/>
                </a:solidFill>
              </a:rPr>
              <a:t>Dirección corta</a:t>
            </a:r>
            <a:endParaRPr lang="es-CO" dirty="0"/>
          </a:p>
        </p:txBody>
      </p:sp>
      <p:sp>
        <p:nvSpPr>
          <p:cNvPr id="11" name="CuadroTexto 10">
            <a:extLst>
              <a:ext uri="{FF2B5EF4-FFF2-40B4-BE49-F238E27FC236}">
                <a16:creationId xmlns:a16="http://schemas.microsoft.com/office/drawing/2014/main" id="{1D1E6497-410E-1DC6-AC08-D6CDC716A7A7}"/>
              </a:ext>
            </a:extLst>
          </p:cNvPr>
          <p:cNvSpPr txBox="1"/>
          <p:nvPr/>
        </p:nvSpPr>
        <p:spPr>
          <a:xfrm>
            <a:off x="221154" y="1872919"/>
            <a:ext cx="11018297"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Distribución uniforme en el ancho B</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ángulo 3">
            <a:extLst>
              <a:ext uri="{FF2B5EF4-FFF2-40B4-BE49-F238E27FC236}">
                <a16:creationId xmlns:a16="http://schemas.microsoft.com/office/drawing/2014/main" id="{492B5B18-2E03-32A0-9286-2597FB484642}"/>
              </a:ext>
            </a:extLst>
          </p:cNvPr>
          <p:cNvSpPr/>
          <p:nvPr/>
        </p:nvSpPr>
        <p:spPr>
          <a:xfrm>
            <a:off x="6543942" y="3257677"/>
            <a:ext cx="4320000" cy="2160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0" name="Conector recto de flecha 19">
            <a:extLst>
              <a:ext uri="{FF2B5EF4-FFF2-40B4-BE49-F238E27FC236}">
                <a16:creationId xmlns:a16="http://schemas.microsoft.com/office/drawing/2014/main" id="{A1CE3C1C-3F46-FC1B-7A16-376B8A16053D}"/>
              </a:ext>
            </a:extLst>
          </p:cNvPr>
          <p:cNvCxnSpPr/>
          <p:nvPr/>
        </p:nvCxnSpPr>
        <p:spPr>
          <a:xfrm>
            <a:off x="6543942" y="2976956"/>
            <a:ext cx="43200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1512AC23-E167-AB51-6C0E-9BD740F1BA3D}"/>
              </a:ext>
            </a:extLst>
          </p:cNvPr>
          <p:cNvCxnSpPr/>
          <p:nvPr/>
        </p:nvCxnSpPr>
        <p:spPr>
          <a:xfrm>
            <a:off x="11368427" y="3271428"/>
            <a:ext cx="0" cy="2149511"/>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CuadroTexto 22">
            <a:extLst>
              <a:ext uri="{FF2B5EF4-FFF2-40B4-BE49-F238E27FC236}">
                <a16:creationId xmlns:a16="http://schemas.microsoft.com/office/drawing/2014/main" id="{B1842AB4-40E1-EFDD-4361-99F267378AE5}"/>
              </a:ext>
            </a:extLst>
          </p:cNvPr>
          <p:cNvSpPr txBox="1"/>
          <p:nvPr/>
        </p:nvSpPr>
        <p:spPr>
          <a:xfrm>
            <a:off x="8586527" y="2601125"/>
            <a:ext cx="428725" cy="400110"/>
          </a:xfrm>
          <a:prstGeom prst="rect">
            <a:avLst/>
          </a:prstGeom>
          <a:noFill/>
        </p:spPr>
        <p:txBody>
          <a:bodyPr wrap="square" rtlCol="0">
            <a:spAutoFit/>
          </a:bodyPr>
          <a:lstStyle/>
          <a:p>
            <a:r>
              <a:rPr lang="es-CO" sz="2000" dirty="0"/>
              <a:t>L</a:t>
            </a:r>
            <a:endParaRPr lang="es-CO" dirty="0"/>
          </a:p>
        </p:txBody>
      </p:sp>
      <p:sp>
        <p:nvSpPr>
          <p:cNvPr id="24" name="CuadroTexto 23">
            <a:extLst>
              <a:ext uri="{FF2B5EF4-FFF2-40B4-BE49-F238E27FC236}">
                <a16:creationId xmlns:a16="http://schemas.microsoft.com/office/drawing/2014/main" id="{AAAA999E-F4DA-E109-9E5C-3578E27F04C7}"/>
              </a:ext>
            </a:extLst>
          </p:cNvPr>
          <p:cNvSpPr txBox="1"/>
          <p:nvPr/>
        </p:nvSpPr>
        <p:spPr>
          <a:xfrm>
            <a:off x="11516503" y="4133190"/>
            <a:ext cx="428725" cy="400110"/>
          </a:xfrm>
          <a:prstGeom prst="rect">
            <a:avLst/>
          </a:prstGeom>
          <a:noFill/>
        </p:spPr>
        <p:txBody>
          <a:bodyPr wrap="square" rtlCol="0">
            <a:spAutoFit/>
          </a:bodyPr>
          <a:lstStyle/>
          <a:p>
            <a:r>
              <a:rPr lang="es-CO" sz="2000" dirty="0"/>
              <a:t>B</a:t>
            </a:r>
          </a:p>
        </p:txBody>
      </p:sp>
      <p:cxnSp>
        <p:nvCxnSpPr>
          <p:cNvPr id="6" name="Conector recto de flecha 5">
            <a:extLst>
              <a:ext uri="{FF2B5EF4-FFF2-40B4-BE49-F238E27FC236}">
                <a16:creationId xmlns:a16="http://schemas.microsoft.com/office/drawing/2014/main" id="{FA14A46C-C935-ACE5-2183-C6E03712D13D}"/>
              </a:ext>
            </a:extLst>
          </p:cNvPr>
          <p:cNvCxnSpPr>
            <a:cxnSpLocks/>
          </p:cNvCxnSpPr>
          <p:nvPr/>
        </p:nvCxnSpPr>
        <p:spPr>
          <a:xfrm flipH="1">
            <a:off x="7718363" y="5621466"/>
            <a:ext cx="2165052"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CuadroTexto 18">
            <a:extLst>
              <a:ext uri="{FF2B5EF4-FFF2-40B4-BE49-F238E27FC236}">
                <a16:creationId xmlns:a16="http://schemas.microsoft.com/office/drawing/2014/main" id="{8BC97D73-06DE-E1E2-8DCF-C615A4B18CE3}"/>
              </a:ext>
            </a:extLst>
          </p:cNvPr>
          <p:cNvSpPr txBox="1"/>
          <p:nvPr/>
        </p:nvSpPr>
        <p:spPr>
          <a:xfrm>
            <a:off x="8586527" y="5674119"/>
            <a:ext cx="428725" cy="400110"/>
          </a:xfrm>
          <a:prstGeom prst="rect">
            <a:avLst/>
          </a:prstGeom>
          <a:noFill/>
        </p:spPr>
        <p:txBody>
          <a:bodyPr wrap="square" rtlCol="0">
            <a:spAutoFit/>
          </a:bodyPr>
          <a:lstStyle/>
          <a:p>
            <a:r>
              <a:rPr lang="es-CO" sz="2000" dirty="0"/>
              <a:t>B</a:t>
            </a:r>
          </a:p>
        </p:txBody>
      </p:sp>
      <p:cxnSp>
        <p:nvCxnSpPr>
          <p:cNvPr id="25" name="Conector recto 24">
            <a:extLst>
              <a:ext uri="{FF2B5EF4-FFF2-40B4-BE49-F238E27FC236}">
                <a16:creationId xmlns:a16="http://schemas.microsoft.com/office/drawing/2014/main" id="{B69B4223-DAF4-5F4B-7864-425B2DB203AD}"/>
              </a:ext>
            </a:extLst>
          </p:cNvPr>
          <p:cNvCxnSpPr/>
          <p:nvPr/>
        </p:nvCxnSpPr>
        <p:spPr>
          <a:xfrm>
            <a:off x="7642588"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B6C0486A-7888-77B7-995D-1F3C5AEA6376}"/>
              </a:ext>
            </a:extLst>
          </p:cNvPr>
          <p:cNvCxnSpPr/>
          <p:nvPr/>
        </p:nvCxnSpPr>
        <p:spPr>
          <a:xfrm>
            <a:off x="7808738"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Conector recto 26">
            <a:extLst>
              <a:ext uri="{FF2B5EF4-FFF2-40B4-BE49-F238E27FC236}">
                <a16:creationId xmlns:a16="http://schemas.microsoft.com/office/drawing/2014/main" id="{5E9600BE-ACFE-5FC3-6DF3-A673B65531F9}"/>
              </a:ext>
            </a:extLst>
          </p:cNvPr>
          <p:cNvCxnSpPr/>
          <p:nvPr/>
        </p:nvCxnSpPr>
        <p:spPr>
          <a:xfrm>
            <a:off x="7980618"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id="{FD6C0FF1-F8D7-89F8-48FA-CA376A865519}"/>
              </a:ext>
            </a:extLst>
          </p:cNvPr>
          <p:cNvCxnSpPr/>
          <p:nvPr/>
        </p:nvCxnSpPr>
        <p:spPr>
          <a:xfrm>
            <a:off x="8145623"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90C28700-8BC4-B1B3-6F14-D9799BB066D9}"/>
              </a:ext>
            </a:extLst>
          </p:cNvPr>
          <p:cNvCxnSpPr/>
          <p:nvPr/>
        </p:nvCxnSpPr>
        <p:spPr>
          <a:xfrm>
            <a:off x="8303752"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241E9B89-7F57-57C2-23D1-5C7073D65334}"/>
              </a:ext>
            </a:extLst>
          </p:cNvPr>
          <p:cNvCxnSpPr/>
          <p:nvPr/>
        </p:nvCxnSpPr>
        <p:spPr>
          <a:xfrm>
            <a:off x="8469902"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70BF03E4-07D5-57F5-6B4F-DA80B0AE0CC2}"/>
              </a:ext>
            </a:extLst>
          </p:cNvPr>
          <p:cNvCxnSpPr/>
          <p:nvPr/>
        </p:nvCxnSpPr>
        <p:spPr>
          <a:xfrm>
            <a:off x="8641782"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A6E3686D-18CE-2A5C-24DA-88271DD09477}"/>
              </a:ext>
            </a:extLst>
          </p:cNvPr>
          <p:cNvCxnSpPr/>
          <p:nvPr/>
        </p:nvCxnSpPr>
        <p:spPr>
          <a:xfrm>
            <a:off x="8806787"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a16="http://schemas.microsoft.com/office/drawing/2014/main" id="{28E0205A-0B76-4B77-2FF5-787649FDA917}"/>
              </a:ext>
            </a:extLst>
          </p:cNvPr>
          <p:cNvCxnSpPr/>
          <p:nvPr/>
        </p:nvCxnSpPr>
        <p:spPr>
          <a:xfrm>
            <a:off x="8976292"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id="{AB040AB6-1EF9-A68F-9121-E98FF9F9A5A6}"/>
              </a:ext>
            </a:extLst>
          </p:cNvPr>
          <p:cNvCxnSpPr/>
          <p:nvPr/>
        </p:nvCxnSpPr>
        <p:spPr>
          <a:xfrm>
            <a:off x="9148172"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Conector recto 39">
            <a:extLst>
              <a:ext uri="{FF2B5EF4-FFF2-40B4-BE49-F238E27FC236}">
                <a16:creationId xmlns:a16="http://schemas.microsoft.com/office/drawing/2014/main" id="{11350FDC-97ED-1BB3-1D18-0713C14C68D0}"/>
              </a:ext>
            </a:extLst>
          </p:cNvPr>
          <p:cNvCxnSpPr/>
          <p:nvPr/>
        </p:nvCxnSpPr>
        <p:spPr>
          <a:xfrm>
            <a:off x="9313177"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Conector recto 40">
            <a:extLst>
              <a:ext uri="{FF2B5EF4-FFF2-40B4-BE49-F238E27FC236}">
                <a16:creationId xmlns:a16="http://schemas.microsoft.com/office/drawing/2014/main" id="{3BA2689D-5D7E-B851-9CB8-03EB96A15E60}"/>
              </a:ext>
            </a:extLst>
          </p:cNvPr>
          <p:cNvCxnSpPr/>
          <p:nvPr/>
        </p:nvCxnSpPr>
        <p:spPr>
          <a:xfrm>
            <a:off x="9471306"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Conector recto 41">
            <a:extLst>
              <a:ext uri="{FF2B5EF4-FFF2-40B4-BE49-F238E27FC236}">
                <a16:creationId xmlns:a16="http://schemas.microsoft.com/office/drawing/2014/main" id="{98EDC539-B807-DDFC-9F5E-621A86B45E25}"/>
              </a:ext>
            </a:extLst>
          </p:cNvPr>
          <p:cNvCxnSpPr/>
          <p:nvPr/>
        </p:nvCxnSpPr>
        <p:spPr>
          <a:xfrm>
            <a:off x="9637456"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Conector recto 42">
            <a:extLst>
              <a:ext uri="{FF2B5EF4-FFF2-40B4-BE49-F238E27FC236}">
                <a16:creationId xmlns:a16="http://schemas.microsoft.com/office/drawing/2014/main" id="{75842812-39A5-2B94-E2D1-2E890FA38480}"/>
              </a:ext>
            </a:extLst>
          </p:cNvPr>
          <p:cNvCxnSpPr/>
          <p:nvPr/>
        </p:nvCxnSpPr>
        <p:spPr>
          <a:xfrm>
            <a:off x="9809336"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Conector recto 43">
            <a:extLst>
              <a:ext uri="{FF2B5EF4-FFF2-40B4-BE49-F238E27FC236}">
                <a16:creationId xmlns:a16="http://schemas.microsoft.com/office/drawing/2014/main" id="{E4742D46-0690-4D28-6AB3-6869630C8AE9}"/>
              </a:ext>
            </a:extLst>
          </p:cNvPr>
          <p:cNvCxnSpPr/>
          <p:nvPr/>
        </p:nvCxnSpPr>
        <p:spPr>
          <a:xfrm>
            <a:off x="10214972"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Conector recto 44">
            <a:extLst>
              <a:ext uri="{FF2B5EF4-FFF2-40B4-BE49-F238E27FC236}">
                <a16:creationId xmlns:a16="http://schemas.microsoft.com/office/drawing/2014/main" id="{ED398AAA-73C2-F674-92AA-B15A6BC9A8C4}"/>
              </a:ext>
            </a:extLst>
          </p:cNvPr>
          <p:cNvCxnSpPr/>
          <p:nvPr/>
        </p:nvCxnSpPr>
        <p:spPr>
          <a:xfrm>
            <a:off x="10559877"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Conector recto 45">
            <a:extLst>
              <a:ext uri="{FF2B5EF4-FFF2-40B4-BE49-F238E27FC236}">
                <a16:creationId xmlns:a16="http://schemas.microsoft.com/office/drawing/2014/main" id="{254768F0-BF83-E592-3C56-05C3A6D8FD54}"/>
              </a:ext>
            </a:extLst>
          </p:cNvPr>
          <p:cNvCxnSpPr/>
          <p:nvPr/>
        </p:nvCxnSpPr>
        <p:spPr>
          <a:xfrm>
            <a:off x="7252911" y="3414915"/>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Conector recto 46">
            <a:extLst>
              <a:ext uri="{FF2B5EF4-FFF2-40B4-BE49-F238E27FC236}">
                <a16:creationId xmlns:a16="http://schemas.microsoft.com/office/drawing/2014/main" id="{EB942FBB-2D4C-A01A-502C-2ED1A4AD8459}"/>
              </a:ext>
            </a:extLst>
          </p:cNvPr>
          <p:cNvCxnSpPr/>
          <p:nvPr/>
        </p:nvCxnSpPr>
        <p:spPr>
          <a:xfrm>
            <a:off x="6881652" y="3414915"/>
            <a:ext cx="0" cy="18000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F317278A-B6A6-01F0-FB62-08AAB0F7B24C}"/>
                  </a:ext>
                </a:extLst>
              </p:cNvPr>
              <p:cNvSpPr txBox="1"/>
              <p:nvPr/>
            </p:nvSpPr>
            <p:spPr>
              <a:xfrm>
                <a:off x="1471971" y="3138888"/>
                <a:ext cx="1449756" cy="7561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latin typeface="Cambria Math" panose="02040503050406030204" pitchFamily="18" charset="0"/>
                            </a:rPr>
                          </m:ctrlPr>
                        </m:sSubPr>
                        <m:e>
                          <m:r>
                            <a:rPr lang="es-CO" sz="2400" i="1" smtClean="0">
                              <a:latin typeface="Cambria Math" panose="02040503050406030204" pitchFamily="18" charset="0"/>
                              <a:ea typeface="Cambria Math" panose="02040503050406030204" pitchFamily="18" charset="0"/>
                            </a:rPr>
                            <m:t>𝛾</m:t>
                          </m:r>
                        </m:e>
                        <m:sub>
                          <m:r>
                            <m:rPr>
                              <m:sty m:val="p"/>
                            </m:rPr>
                            <a:rPr lang="es-419" sz="2400" b="0" i="1" smtClean="0">
                              <a:latin typeface="Cambria Math" panose="02040503050406030204" pitchFamily="18" charset="0"/>
                            </a:rPr>
                            <m:t>s</m:t>
                          </m:r>
                        </m:sub>
                      </m:sSub>
                      <m:r>
                        <a:rPr lang="es-419" sz="2400" b="0" i="1" smtClean="0">
                          <a:latin typeface="Cambria Math" panose="02040503050406030204" pitchFamily="18" charset="0"/>
                        </a:rPr>
                        <m:t>=</m:t>
                      </m:r>
                      <m:f>
                        <m:fPr>
                          <m:ctrlPr>
                            <a:rPr lang="es-CO" sz="2400" b="0" i="1" smtClean="0">
                              <a:latin typeface="Cambria Math" panose="02040503050406030204" pitchFamily="18" charset="0"/>
                            </a:rPr>
                          </m:ctrlPr>
                        </m:fPr>
                        <m:num>
                          <m:r>
                            <a:rPr lang="es-419" sz="2400" b="0" i="1" smtClean="0">
                              <a:latin typeface="Cambria Math" panose="02040503050406030204" pitchFamily="18" charset="0"/>
                            </a:rPr>
                            <m:t>2</m:t>
                          </m:r>
                        </m:num>
                        <m:den>
                          <m:r>
                            <a:rPr lang="es-CO" sz="2400" b="0" i="1" smtClean="0">
                              <a:latin typeface="Cambria Math" panose="02040503050406030204" pitchFamily="18" charset="0"/>
                              <a:ea typeface="Cambria Math" panose="02040503050406030204" pitchFamily="18" charset="0"/>
                            </a:rPr>
                            <m:t>𝛽</m:t>
                          </m:r>
                          <m:r>
                            <a:rPr lang="es-419" sz="2400" b="0" i="1" smtClean="0">
                              <a:latin typeface="Cambria Math" panose="02040503050406030204" pitchFamily="18" charset="0"/>
                              <a:ea typeface="Cambria Math" panose="02040503050406030204" pitchFamily="18" charset="0"/>
                            </a:rPr>
                            <m:t>+1</m:t>
                          </m:r>
                        </m:den>
                      </m:f>
                    </m:oMath>
                  </m:oMathPara>
                </a14:m>
                <a:endParaRPr lang="es-CO" sz="2400" dirty="0"/>
              </a:p>
            </p:txBody>
          </p:sp>
        </mc:Choice>
        <mc:Fallback xmlns="">
          <p:sp>
            <p:nvSpPr>
              <p:cNvPr id="48" name="CuadroTexto 47">
                <a:extLst>
                  <a:ext uri="{FF2B5EF4-FFF2-40B4-BE49-F238E27FC236}">
                    <a16:creationId xmlns:a16="http://schemas.microsoft.com/office/drawing/2014/main" id="{F317278A-B6A6-01F0-FB62-08AAB0F7B24C}"/>
                  </a:ext>
                </a:extLst>
              </p:cNvPr>
              <p:cNvSpPr txBox="1">
                <a:spLocks noRot="1" noChangeAspect="1" noMove="1" noResize="1" noEditPoints="1" noAdjustHandles="1" noChangeArrowheads="1" noChangeShapeType="1" noTextEdit="1"/>
              </p:cNvSpPr>
              <p:nvPr/>
            </p:nvSpPr>
            <p:spPr>
              <a:xfrm>
                <a:off x="1471971" y="3138888"/>
                <a:ext cx="1449756" cy="756104"/>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96989C47-6457-0F46-1D08-43F5AA6E9E98}"/>
                  </a:ext>
                </a:extLst>
              </p:cNvPr>
              <p:cNvSpPr txBox="1"/>
              <p:nvPr/>
            </p:nvSpPr>
            <p:spPr>
              <a:xfrm>
                <a:off x="45529" y="4379323"/>
                <a:ext cx="5486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sz="1800" i="1" smtClean="0">
                              <a:latin typeface="Cambria Math" panose="02040503050406030204" pitchFamily="18" charset="0"/>
                            </a:rPr>
                          </m:ctrlPr>
                        </m:sSubPr>
                        <m:e>
                          <m:r>
                            <a:rPr lang="es-CO" sz="1800" i="1" smtClean="0">
                              <a:latin typeface="Cambria Math" panose="02040503050406030204" pitchFamily="18" charset="0"/>
                              <a:ea typeface="Cambria Math" panose="02040503050406030204" pitchFamily="18" charset="0"/>
                            </a:rPr>
                            <m:t>𝛾</m:t>
                          </m:r>
                        </m:e>
                        <m:sub>
                          <m:r>
                            <m:rPr>
                              <m:sty m:val="p"/>
                            </m:rPr>
                            <a:rPr lang="es-419" sz="1800" b="0" i="1" smtClean="0">
                              <a:latin typeface="Cambria Math" panose="02040503050406030204" pitchFamily="18" charset="0"/>
                            </a:rPr>
                            <m:t>s</m:t>
                          </m:r>
                        </m:sub>
                      </m:sSub>
                    </m:oMath>
                  </m:oMathPara>
                </a14:m>
                <a:endParaRPr lang="es-CO" dirty="0"/>
              </a:p>
            </p:txBody>
          </p:sp>
        </mc:Choice>
        <mc:Fallback xmlns="">
          <p:sp>
            <p:nvSpPr>
              <p:cNvPr id="50" name="CuadroTexto 49">
                <a:extLst>
                  <a:ext uri="{FF2B5EF4-FFF2-40B4-BE49-F238E27FC236}">
                    <a16:creationId xmlns:a16="http://schemas.microsoft.com/office/drawing/2014/main" id="{96989C47-6457-0F46-1D08-43F5AA6E9E98}"/>
                  </a:ext>
                </a:extLst>
              </p:cNvPr>
              <p:cNvSpPr txBox="1">
                <a:spLocks noRot="1" noChangeAspect="1" noMove="1" noResize="1" noEditPoints="1" noAdjustHandles="1" noChangeArrowheads="1" noChangeShapeType="1" noTextEdit="1"/>
              </p:cNvSpPr>
              <p:nvPr/>
            </p:nvSpPr>
            <p:spPr>
              <a:xfrm>
                <a:off x="45529" y="4379323"/>
                <a:ext cx="548622" cy="369332"/>
              </a:xfrm>
              <a:prstGeom prst="rect">
                <a:avLst/>
              </a:prstGeom>
              <a:blipFill>
                <a:blip r:embed="rId5"/>
                <a:stretch>
                  <a:fillRect b="-327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A3B0F830-E4BA-36D7-391A-A887B2631D6C}"/>
                  </a:ext>
                </a:extLst>
              </p:cNvPr>
              <p:cNvSpPr txBox="1"/>
              <p:nvPr/>
            </p:nvSpPr>
            <p:spPr>
              <a:xfrm>
                <a:off x="45529" y="5009266"/>
                <a:ext cx="5486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sz="1800" b="0" i="1" smtClean="0">
                          <a:latin typeface="Cambria Math" panose="02040503050406030204" pitchFamily="18" charset="0"/>
                          <a:ea typeface="Cambria Math" panose="02040503050406030204" pitchFamily="18" charset="0"/>
                        </a:rPr>
                        <m:t>𝛽</m:t>
                      </m:r>
                    </m:oMath>
                  </m:oMathPara>
                </a14:m>
                <a:endParaRPr lang="es-CO" dirty="0"/>
              </a:p>
            </p:txBody>
          </p:sp>
        </mc:Choice>
        <mc:Fallback xmlns="">
          <p:sp>
            <p:nvSpPr>
              <p:cNvPr id="52" name="CuadroTexto 51">
                <a:extLst>
                  <a:ext uri="{FF2B5EF4-FFF2-40B4-BE49-F238E27FC236}">
                    <a16:creationId xmlns:a16="http://schemas.microsoft.com/office/drawing/2014/main" id="{A3B0F830-E4BA-36D7-391A-A887B2631D6C}"/>
                  </a:ext>
                </a:extLst>
              </p:cNvPr>
              <p:cNvSpPr txBox="1">
                <a:spLocks noRot="1" noChangeAspect="1" noMove="1" noResize="1" noEditPoints="1" noAdjustHandles="1" noChangeArrowheads="1" noChangeShapeType="1" noTextEdit="1"/>
              </p:cNvSpPr>
              <p:nvPr/>
            </p:nvSpPr>
            <p:spPr>
              <a:xfrm>
                <a:off x="45529" y="5009266"/>
                <a:ext cx="548622" cy="369332"/>
              </a:xfrm>
              <a:prstGeom prst="rect">
                <a:avLst/>
              </a:prstGeom>
              <a:blipFill>
                <a:blip r:embed="rId6"/>
                <a:stretch>
                  <a:fillRect b="-13333"/>
                </a:stretch>
              </a:blipFill>
            </p:spPr>
            <p:txBody>
              <a:bodyPr/>
              <a:lstStyle/>
              <a:p>
                <a:r>
                  <a:rPr lang="es-CO">
                    <a:noFill/>
                  </a:rPr>
                  <a:t> </a:t>
                </a:r>
              </a:p>
            </p:txBody>
          </p:sp>
        </mc:Fallback>
      </mc:AlternateContent>
      <p:sp>
        <p:nvSpPr>
          <p:cNvPr id="55" name="CuadroTexto 54">
            <a:extLst>
              <a:ext uri="{FF2B5EF4-FFF2-40B4-BE49-F238E27FC236}">
                <a16:creationId xmlns:a16="http://schemas.microsoft.com/office/drawing/2014/main" id="{9E00FD84-D71B-B8A2-1BD2-FD779D872CB3}"/>
              </a:ext>
            </a:extLst>
          </p:cNvPr>
          <p:cNvSpPr txBox="1"/>
          <p:nvPr/>
        </p:nvSpPr>
        <p:spPr>
          <a:xfrm>
            <a:off x="608682" y="4413822"/>
            <a:ext cx="5318691" cy="615553"/>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Porción del refuerzo para la franja centrada B</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
        <p:nvSpPr>
          <p:cNvPr id="56" name="CuadroTexto 55">
            <a:extLst>
              <a:ext uri="{FF2B5EF4-FFF2-40B4-BE49-F238E27FC236}">
                <a16:creationId xmlns:a16="http://schemas.microsoft.com/office/drawing/2014/main" id="{3515D2F7-0DE8-81D2-9F83-0DC6C04B5195}"/>
              </a:ext>
            </a:extLst>
          </p:cNvPr>
          <p:cNvSpPr txBox="1"/>
          <p:nvPr/>
        </p:nvSpPr>
        <p:spPr>
          <a:xfrm>
            <a:off x="680299" y="5005913"/>
            <a:ext cx="5318691" cy="615553"/>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Relación lado largo de la zapata a lado corto L/B</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0541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42F9A-F47D-73B0-853B-8946AAD0524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861580E-5B9B-8DB6-68AD-B199034E833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A81E687E-4961-0DB8-D8E9-DDBD7FBDA58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9A7CDA55-9E41-6AAB-38B8-3B5A80119C24}"/>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7477A92A-F1ED-4E80-43E8-B8221F33639C}"/>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RECTANGULAR</a:t>
            </a:r>
          </a:p>
        </p:txBody>
      </p:sp>
      <p:sp>
        <p:nvSpPr>
          <p:cNvPr id="4" name="Rectángulo 3">
            <a:extLst>
              <a:ext uri="{FF2B5EF4-FFF2-40B4-BE49-F238E27FC236}">
                <a16:creationId xmlns:a16="http://schemas.microsoft.com/office/drawing/2014/main" id="{C3E9C4D4-A806-749C-44BC-E583361958F0}"/>
              </a:ext>
            </a:extLst>
          </p:cNvPr>
          <p:cNvSpPr/>
          <p:nvPr/>
        </p:nvSpPr>
        <p:spPr>
          <a:xfrm>
            <a:off x="3376954" y="2955169"/>
            <a:ext cx="4320000" cy="2160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0" name="Conector recto de flecha 19">
            <a:extLst>
              <a:ext uri="{FF2B5EF4-FFF2-40B4-BE49-F238E27FC236}">
                <a16:creationId xmlns:a16="http://schemas.microsoft.com/office/drawing/2014/main" id="{D313E006-2B12-7B8D-B922-5A5A746758D7}"/>
              </a:ext>
            </a:extLst>
          </p:cNvPr>
          <p:cNvCxnSpPr/>
          <p:nvPr/>
        </p:nvCxnSpPr>
        <p:spPr>
          <a:xfrm>
            <a:off x="3376954" y="2674448"/>
            <a:ext cx="43200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13449CB9-E86A-816B-0F4C-06B4B0E72F18}"/>
              </a:ext>
            </a:extLst>
          </p:cNvPr>
          <p:cNvCxnSpPr/>
          <p:nvPr/>
        </p:nvCxnSpPr>
        <p:spPr>
          <a:xfrm>
            <a:off x="8201439" y="2968920"/>
            <a:ext cx="0" cy="2149511"/>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CuadroTexto 22">
            <a:extLst>
              <a:ext uri="{FF2B5EF4-FFF2-40B4-BE49-F238E27FC236}">
                <a16:creationId xmlns:a16="http://schemas.microsoft.com/office/drawing/2014/main" id="{A1AE0F86-932E-F67D-415D-7FA8A6BC07FC}"/>
              </a:ext>
            </a:extLst>
          </p:cNvPr>
          <p:cNvSpPr txBox="1"/>
          <p:nvPr/>
        </p:nvSpPr>
        <p:spPr>
          <a:xfrm>
            <a:off x="5419539" y="2298617"/>
            <a:ext cx="428725" cy="400110"/>
          </a:xfrm>
          <a:prstGeom prst="rect">
            <a:avLst/>
          </a:prstGeom>
          <a:noFill/>
        </p:spPr>
        <p:txBody>
          <a:bodyPr wrap="square" rtlCol="0">
            <a:spAutoFit/>
          </a:bodyPr>
          <a:lstStyle/>
          <a:p>
            <a:r>
              <a:rPr lang="es-CO" sz="2000" dirty="0"/>
              <a:t>L</a:t>
            </a:r>
            <a:endParaRPr lang="es-CO" dirty="0"/>
          </a:p>
        </p:txBody>
      </p:sp>
      <p:sp>
        <p:nvSpPr>
          <p:cNvPr id="24" name="CuadroTexto 23">
            <a:extLst>
              <a:ext uri="{FF2B5EF4-FFF2-40B4-BE49-F238E27FC236}">
                <a16:creationId xmlns:a16="http://schemas.microsoft.com/office/drawing/2014/main" id="{876D2AED-DD1A-7435-6770-B7FCC361C253}"/>
              </a:ext>
            </a:extLst>
          </p:cNvPr>
          <p:cNvSpPr txBox="1"/>
          <p:nvPr/>
        </p:nvSpPr>
        <p:spPr>
          <a:xfrm>
            <a:off x="8349515" y="3830682"/>
            <a:ext cx="428725" cy="400110"/>
          </a:xfrm>
          <a:prstGeom prst="rect">
            <a:avLst/>
          </a:prstGeom>
          <a:noFill/>
        </p:spPr>
        <p:txBody>
          <a:bodyPr wrap="square" rtlCol="0">
            <a:spAutoFit/>
          </a:bodyPr>
          <a:lstStyle/>
          <a:p>
            <a:r>
              <a:rPr lang="es-CO" sz="2000" dirty="0"/>
              <a:t>B</a:t>
            </a:r>
          </a:p>
        </p:txBody>
      </p:sp>
      <p:cxnSp>
        <p:nvCxnSpPr>
          <p:cNvPr id="6" name="Conector recto de flecha 5">
            <a:extLst>
              <a:ext uri="{FF2B5EF4-FFF2-40B4-BE49-F238E27FC236}">
                <a16:creationId xmlns:a16="http://schemas.microsoft.com/office/drawing/2014/main" id="{6F881BBC-3169-2504-7EB7-13811B5E53D4}"/>
              </a:ext>
            </a:extLst>
          </p:cNvPr>
          <p:cNvCxnSpPr>
            <a:cxnSpLocks/>
          </p:cNvCxnSpPr>
          <p:nvPr/>
        </p:nvCxnSpPr>
        <p:spPr>
          <a:xfrm flipH="1">
            <a:off x="4551375" y="5318958"/>
            <a:ext cx="2165052"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CuadroTexto 18">
            <a:extLst>
              <a:ext uri="{FF2B5EF4-FFF2-40B4-BE49-F238E27FC236}">
                <a16:creationId xmlns:a16="http://schemas.microsoft.com/office/drawing/2014/main" id="{E6C152AE-A769-3621-DF05-1B4C4B68D05C}"/>
              </a:ext>
            </a:extLst>
          </p:cNvPr>
          <p:cNvSpPr txBox="1"/>
          <p:nvPr/>
        </p:nvSpPr>
        <p:spPr>
          <a:xfrm>
            <a:off x="5419539" y="5371611"/>
            <a:ext cx="428725" cy="400110"/>
          </a:xfrm>
          <a:prstGeom prst="rect">
            <a:avLst/>
          </a:prstGeom>
          <a:noFill/>
        </p:spPr>
        <p:txBody>
          <a:bodyPr wrap="square" rtlCol="0">
            <a:spAutoFit/>
          </a:bodyPr>
          <a:lstStyle/>
          <a:p>
            <a:r>
              <a:rPr lang="es-CO" sz="2000" dirty="0"/>
              <a:t>B</a:t>
            </a:r>
          </a:p>
        </p:txBody>
      </p:sp>
      <p:cxnSp>
        <p:nvCxnSpPr>
          <p:cNvPr id="25" name="Conector recto 24">
            <a:extLst>
              <a:ext uri="{FF2B5EF4-FFF2-40B4-BE49-F238E27FC236}">
                <a16:creationId xmlns:a16="http://schemas.microsoft.com/office/drawing/2014/main" id="{C3B64878-0949-F3A0-DB96-F83B6824CC65}"/>
              </a:ext>
            </a:extLst>
          </p:cNvPr>
          <p:cNvCxnSpPr/>
          <p:nvPr/>
        </p:nvCxnSpPr>
        <p:spPr>
          <a:xfrm>
            <a:off x="4475600"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382978D1-D4F3-A455-FAEE-E44312E1548F}"/>
              </a:ext>
            </a:extLst>
          </p:cNvPr>
          <p:cNvCxnSpPr/>
          <p:nvPr/>
        </p:nvCxnSpPr>
        <p:spPr>
          <a:xfrm>
            <a:off x="4641750"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Conector recto 26">
            <a:extLst>
              <a:ext uri="{FF2B5EF4-FFF2-40B4-BE49-F238E27FC236}">
                <a16:creationId xmlns:a16="http://schemas.microsoft.com/office/drawing/2014/main" id="{C37CD133-9186-9A90-1094-D39167BE499F}"/>
              </a:ext>
            </a:extLst>
          </p:cNvPr>
          <p:cNvCxnSpPr/>
          <p:nvPr/>
        </p:nvCxnSpPr>
        <p:spPr>
          <a:xfrm>
            <a:off x="4813630"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id="{C0F846E6-9D4B-5118-4029-9582EC2D6070}"/>
              </a:ext>
            </a:extLst>
          </p:cNvPr>
          <p:cNvCxnSpPr/>
          <p:nvPr/>
        </p:nvCxnSpPr>
        <p:spPr>
          <a:xfrm>
            <a:off x="4978635"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AF225286-AAF2-528A-CBAB-CD03D040CB5E}"/>
              </a:ext>
            </a:extLst>
          </p:cNvPr>
          <p:cNvCxnSpPr/>
          <p:nvPr/>
        </p:nvCxnSpPr>
        <p:spPr>
          <a:xfrm>
            <a:off x="5136764"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A12FC784-1A2C-3008-EE46-3AA4C956A40E}"/>
              </a:ext>
            </a:extLst>
          </p:cNvPr>
          <p:cNvCxnSpPr/>
          <p:nvPr/>
        </p:nvCxnSpPr>
        <p:spPr>
          <a:xfrm>
            <a:off x="5302914"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EAEC061F-E9B6-BF07-5151-17EE9D7205F4}"/>
              </a:ext>
            </a:extLst>
          </p:cNvPr>
          <p:cNvCxnSpPr/>
          <p:nvPr/>
        </p:nvCxnSpPr>
        <p:spPr>
          <a:xfrm>
            <a:off x="5474794"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40C412AA-9D5A-7190-D7F9-C1DD2C78A889}"/>
              </a:ext>
            </a:extLst>
          </p:cNvPr>
          <p:cNvCxnSpPr/>
          <p:nvPr/>
        </p:nvCxnSpPr>
        <p:spPr>
          <a:xfrm>
            <a:off x="5639799"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a16="http://schemas.microsoft.com/office/drawing/2014/main" id="{62CAC917-773D-B75A-BBA1-DCF906168D9C}"/>
              </a:ext>
            </a:extLst>
          </p:cNvPr>
          <p:cNvCxnSpPr/>
          <p:nvPr/>
        </p:nvCxnSpPr>
        <p:spPr>
          <a:xfrm>
            <a:off x="5809304"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id="{02C6B011-EE76-9143-1207-8ED8C04D4741}"/>
              </a:ext>
            </a:extLst>
          </p:cNvPr>
          <p:cNvCxnSpPr/>
          <p:nvPr/>
        </p:nvCxnSpPr>
        <p:spPr>
          <a:xfrm>
            <a:off x="5981184"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Conector recto 39">
            <a:extLst>
              <a:ext uri="{FF2B5EF4-FFF2-40B4-BE49-F238E27FC236}">
                <a16:creationId xmlns:a16="http://schemas.microsoft.com/office/drawing/2014/main" id="{FE84F7F6-3830-D0F3-6CE5-5E6CBDBC0F62}"/>
              </a:ext>
            </a:extLst>
          </p:cNvPr>
          <p:cNvCxnSpPr/>
          <p:nvPr/>
        </p:nvCxnSpPr>
        <p:spPr>
          <a:xfrm>
            <a:off x="6146189"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Conector recto 40">
            <a:extLst>
              <a:ext uri="{FF2B5EF4-FFF2-40B4-BE49-F238E27FC236}">
                <a16:creationId xmlns:a16="http://schemas.microsoft.com/office/drawing/2014/main" id="{2CBC63E1-2266-4A16-6B08-1E9BD73A178A}"/>
              </a:ext>
            </a:extLst>
          </p:cNvPr>
          <p:cNvCxnSpPr/>
          <p:nvPr/>
        </p:nvCxnSpPr>
        <p:spPr>
          <a:xfrm>
            <a:off x="6304318"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Conector recto 41">
            <a:extLst>
              <a:ext uri="{FF2B5EF4-FFF2-40B4-BE49-F238E27FC236}">
                <a16:creationId xmlns:a16="http://schemas.microsoft.com/office/drawing/2014/main" id="{A97F0B18-6D26-CA34-6DB8-6B6B05CC1F9C}"/>
              </a:ext>
            </a:extLst>
          </p:cNvPr>
          <p:cNvCxnSpPr/>
          <p:nvPr/>
        </p:nvCxnSpPr>
        <p:spPr>
          <a:xfrm>
            <a:off x="6470468"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Conector recto 42">
            <a:extLst>
              <a:ext uri="{FF2B5EF4-FFF2-40B4-BE49-F238E27FC236}">
                <a16:creationId xmlns:a16="http://schemas.microsoft.com/office/drawing/2014/main" id="{433CF8BB-2F51-C036-78AF-329DBFFD781C}"/>
              </a:ext>
            </a:extLst>
          </p:cNvPr>
          <p:cNvCxnSpPr/>
          <p:nvPr/>
        </p:nvCxnSpPr>
        <p:spPr>
          <a:xfrm>
            <a:off x="6642348"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Conector recto 43">
            <a:extLst>
              <a:ext uri="{FF2B5EF4-FFF2-40B4-BE49-F238E27FC236}">
                <a16:creationId xmlns:a16="http://schemas.microsoft.com/office/drawing/2014/main" id="{DB1CFE48-1D43-0509-ECE7-BB45D6F4AE2F}"/>
              </a:ext>
            </a:extLst>
          </p:cNvPr>
          <p:cNvCxnSpPr/>
          <p:nvPr/>
        </p:nvCxnSpPr>
        <p:spPr>
          <a:xfrm>
            <a:off x="7047984"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Conector recto 44">
            <a:extLst>
              <a:ext uri="{FF2B5EF4-FFF2-40B4-BE49-F238E27FC236}">
                <a16:creationId xmlns:a16="http://schemas.microsoft.com/office/drawing/2014/main" id="{B6D45E66-F85B-A877-C4FF-E1C3F8D740BD}"/>
              </a:ext>
            </a:extLst>
          </p:cNvPr>
          <p:cNvCxnSpPr/>
          <p:nvPr/>
        </p:nvCxnSpPr>
        <p:spPr>
          <a:xfrm>
            <a:off x="7392889"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Conector recto 45">
            <a:extLst>
              <a:ext uri="{FF2B5EF4-FFF2-40B4-BE49-F238E27FC236}">
                <a16:creationId xmlns:a16="http://schemas.microsoft.com/office/drawing/2014/main" id="{324AB123-CA79-3F47-CD31-8E69B8494D6E}"/>
              </a:ext>
            </a:extLst>
          </p:cNvPr>
          <p:cNvCxnSpPr/>
          <p:nvPr/>
        </p:nvCxnSpPr>
        <p:spPr>
          <a:xfrm>
            <a:off x="4085923"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Conector recto 46">
            <a:extLst>
              <a:ext uri="{FF2B5EF4-FFF2-40B4-BE49-F238E27FC236}">
                <a16:creationId xmlns:a16="http://schemas.microsoft.com/office/drawing/2014/main" id="{966BDAF3-6235-2E3B-BD6A-3DE3C4A68B69}"/>
              </a:ext>
            </a:extLst>
          </p:cNvPr>
          <p:cNvCxnSpPr/>
          <p:nvPr/>
        </p:nvCxnSpPr>
        <p:spPr>
          <a:xfrm>
            <a:off x="3714664" y="3112407"/>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5FCBB25A-1D37-B0FF-39A8-E7E781C2A06C}"/>
              </a:ext>
            </a:extLst>
          </p:cNvPr>
          <p:cNvCxnSpPr/>
          <p:nvPr/>
        </p:nvCxnSpPr>
        <p:spPr>
          <a:xfrm>
            <a:off x="3620602" y="4912407"/>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1BE73BDB-79F5-CA5E-7E7D-840DA5B0656A}"/>
              </a:ext>
            </a:extLst>
          </p:cNvPr>
          <p:cNvCxnSpPr/>
          <p:nvPr/>
        </p:nvCxnSpPr>
        <p:spPr>
          <a:xfrm>
            <a:off x="3620602" y="4645420"/>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0BEC7A7F-6717-570F-0DB4-9A6938EF6D92}"/>
              </a:ext>
            </a:extLst>
          </p:cNvPr>
          <p:cNvCxnSpPr/>
          <p:nvPr/>
        </p:nvCxnSpPr>
        <p:spPr>
          <a:xfrm>
            <a:off x="3620602" y="4391038"/>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9D3163B2-2BCA-FF9A-20E2-B228F20F6F30}"/>
              </a:ext>
            </a:extLst>
          </p:cNvPr>
          <p:cNvCxnSpPr/>
          <p:nvPr/>
        </p:nvCxnSpPr>
        <p:spPr>
          <a:xfrm>
            <a:off x="3620602" y="4143533"/>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827209D2-8DB8-E8FB-F5E4-91909074B39C}"/>
              </a:ext>
            </a:extLst>
          </p:cNvPr>
          <p:cNvCxnSpPr/>
          <p:nvPr/>
        </p:nvCxnSpPr>
        <p:spPr>
          <a:xfrm>
            <a:off x="3620602" y="3904046"/>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206F6EB4-4897-FB5D-BE0E-ADA4DCCCE685}"/>
              </a:ext>
            </a:extLst>
          </p:cNvPr>
          <p:cNvCxnSpPr/>
          <p:nvPr/>
        </p:nvCxnSpPr>
        <p:spPr>
          <a:xfrm>
            <a:off x="3620602" y="3642789"/>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1FA22FA8-64D8-4D00-EDA4-3D0A0E5BEFD6}"/>
              </a:ext>
            </a:extLst>
          </p:cNvPr>
          <p:cNvCxnSpPr/>
          <p:nvPr/>
        </p:nvCxnSpPr>
        <p:spPr>
          <a:xfrm>
            <a:off x="3620602" y="3388406"/>
            <a:ext cx="3888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ector recto 15">
            <a:extLst>
              <a:ext uri="{FF2B5EF4-FFF2-40B4-BE49-F238E27FC236}">
                <a16:creationId xmlns:a16="http://schemas.microsoft.com/office/drawing/2014/main" id="{23244B96-B14E-7D83-0B91-B5C194A3E47B}"/>
              </a:ext>
            </a:extLst>
          </p:cNvPr>
          <p:cNvCxnSpPr/>
          <p:nvPr/>
        </p:nvCxnSpPr>
        <p:spPr>
          <a:xfrm>
            <a:off x="3620602" y="3112492"/>
            <a:ext cx="3888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9838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4B466-6F02-3E5E-762F-2FBAD31F280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089AFF0-329B-2EC3-F935-102A01FD59B8}"/>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D4250EE6-B73A-D949-F174-0EE10730187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7C8B6E3-94CB-B3C0-2D2D-83EC011FB94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59C60B30-D61D-AB63-D55D-0B8C4AA2FF8D}"/>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Ejemplo ZAPATA RECTANGULAR</a:t>
            </a:r>
          </a:p>
        </p:txBody>
      </p:sp>
      <p:sp>
        <p:nvSpPr>
          <p:cNvPr id="17" name="CuadroTexto 16">
            <a:extLst>
              <a:ext uri="{FF2B5EF4-FFF2-40B4-BE49-F238E27FC236}">
                <a16:creationId xmlns:a16="http://schemas.microsoft.com/office/drawing/2014/main" id="{D94BD179-4A75-561B-8819-9615266D02D2}"/>
              </a:ext>
            </a:extLst>
          </p:cNvPr>
          <p:cNvSpPr txBox="1"/>
          <p:nvPr/>
        </p:nvSpPr>
        <p:spPr>
          <a:xfrm>
            <a:off x="350635" y="1571400"/>
            <a:ext cx="10127152" cy="923330"/>
          </a:xfrm>
          <a:prstGeom prst="rect">
            <a:avLst/>
          </a:prstGeom>
          <a:noFill/>
        </p:spPr>
        <p:txBody>
          <a:bodyPr wrap="square">
            <a:spAutoFit/>
          </a:bodyPr>
          <a:lstStyle/>
          <a:p>
            <a:r>
              <a:rPr lang="es-CO" dirty="0"/>
              <a:t>Dimensionar la zapata rectangular de voladizos que se requiere para cimentar una columna de</a:t>
            </a:r>
          </a:p>
          <a:p>
            <a:r>
              <a:rPr lang="es-CO" dirty="0"/>
              <a:t>0.30x1.20, que transmite las siguientes cargas :PD=1800kNyPL=600kN.Si el esfuerzo admisible</a:t>
            </a:r>
          </a:p>
          <a:p>
            <a:r>
              <a:rPr lang="es-CO" dirty="0"/>
              <a:t>Del terreno </a:t>
            </a:r>
            <a:r>
              <a:rPr lang="el-GR" dirty="0"/>
              <a:t>σ</a:t>
            </a:r>
            <a:r>
              <a:rPr lang="es-CO" dirty="0" err="1"/>
              <a:t>adm</a:t>
            </a:r>
            <a:r>
              <a:rPr lang="es-CO" dirty="0"/>
              <a:t>=220KN/m2. Considerar </a:t>
            </a:r>
            <a:r>
              <a:rPr lang="es-CO" dirty="0" err="1"/>
              <a:t>Wpp</a:t>
            </a:r>
            <a:r>
              <a:rPr lang="es-CO" dirty="0"/>
              <a:t>=10%P(</a:t>
            </a:r>
            <a:r>
              <a:rPr lang="es-CO" dirty="0" err="1"/>
              <a:t>BxL</a:t>
            </a:r>
            <a:r>
              <a:rPr lang="es-CO" dirty="0"/>
              <a:t>).</a:t>
            </a:r>
          </a:p>
        </p:txBody>
      </p:sp>
    </p:spTree>
    <p:extLst>
      <p:ext uri="{BB962C8B-B14F-4D97-AF65-F5344CB8AC3E}">
        <p14:creationId xmlns:p14="http://schemas.microsoft.com/office/powerpoint/2010/main" val="4055764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3128-DA4C-C893-E2B0-4C423EB005D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C8C0DA7-9ABB-E6F0-B7BF-FABBD3A44D4E}"/>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65B2AC5F-D143-89F0-F3F4-B02826E3C55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6A1EB13-1564-CAB1-89BD-D6E7BE9CA01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ACC02EEF-1EE9-32BE-B181-15952F0DDCEF}"/>
              </a:ext>
            </a:extLst>
          </p:cNvPr>
          <p:cNvSpPr txBox="1"/>
          <p:nvPr/>
        </p:nvSpPr>
        <p:spPr>
          <a:xfrm>
            <a:off x="3355461" y="3013501"/>
            <a:ext cx="7169938" cy="830997"/>
          </a:xfrm>
          <a:prstGeom prst="rect">
            <a:avLst/>
          </a:prstGeom>
          <a:noFill/>
        </p:spPr>
        <p:txBody>
          <a:bodyPr wrap="square">
            <a:spAutoFit/>
          </a:bodyPr>
          <a:lstStyle/>
          <a:p>
            <a:r>
              <a:rPr lang="es-CO" sz="4800" b="1" dirty="0"/>
              <a:t>Zapatas excéntricas</a:t>
            </a:r>
          </a:p>
        </p:txBody>
      </p:sp>
    </p:spTree>
    <p:extLst>
      <p:ext uri="{BB962C8B-B14F-4D97-AF65-F5344CB8AC3E}">
        <p14:creationId xmlns:p14="http://schemas.microsoft.com/office/powerpoint/2010/main" val="3184017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7311F-1710-49F7-B3A4-748DE225570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EBD569B-0E1A-4AE4-74DA-2B099D1967E9}"/>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D899ECE6-F922-C422-0D47-F382669380B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D4456017-7465-FA1F-EBB2-C1DFEAEFEA41}"/>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6A541E1B-258C-A5DB-0386-1CBEEA52413E}"/>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Excéntrica</a:t>
            </a:r>
            <a:endParaRPr lang="es-CO" dirty="0"/>
          </a:p>
        </p:txBody>
      </p:sp>
      <p:cxnSp>
        <p:nvCxnSpPr>
          <p:cNvPr id="4" name="Conector recto 3">
            <a:extLst>
              <a:ext uri="{FF2B5EF4-FFF2-40B4-BE49-F238E27FC236}">
                <a16:creationId xmlns:a16="http://schemas.microsoft.com/office/drawing/2014/main" id="{C88DEC46-650C-A995-91CA-B7A2336B3F91}"/>
              </a:ext>
            </a:extLst>
          </p:cNvPr>
          <p:cNvCxnSpPr>
            <a:cxnSpLocks/>
          </p:cNvCxnSpPr>
          <p:nvPr/>
        </p:nvCxnSpPr>
        <p:spPr>
          <a:xfrm>
            <a:off x="4170506" y="5188766"/>
            <a:ext cx="19254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986B0617-3B30-9701-ED1A-41B014BF6119}"/>
              </a:ext>
            </a:extLst>
          </p:cNvPr>
          <p:cNvCxnSpPr>
            <a:cxnSpLocks/>
          </p:cNvCxnSpPr>
          <p:nvPr/>
        </p:nvCxnSpPr>
        <p:spPr>
          <a:xfrm flipV="1">
            <a:off x="4900314" y="4571144"/>
            <a:ext cx="1195686"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45F9FE7D-A6DE-13D8-CEA1-8EA16F73CA5E}"/>
              </a:ext>
            </a:extLst>
          </p:cNvPr>
          <p:cNvCxnSpPr>
            <a:cxnSpLocks/>
          </p:cNvCxnSpPr>
          <p:nvPr/>
        </p:nvCxnSpPr>
        <p:spPr>
          <a:xfrm flipV="1">
            <a:off x="4900314" y="3773333"/>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25E901A9-4228-B868-819E-381E864D2771}"/>
              </a:ext>
            </a:extLst>
          </p:cNvPr>
          <p:cNvCxnSpPr>
            <a:cxnSpLocks/>
          </p:cNvCxnSpPr>
          <p:nvPr/>
        </p:nvCxnSpPr>
        <p:spPr>
          <a:xfrm flipV="1">
            <a:off x="4170506" y="3773333"/>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C682A6BE-29DC-E4A7-6382-E5D4246C2670}"/>
              </a:ext>
            </a:extLst>
          </p:cNvPr>
          <p:cNvCxnSpPr>
            <a:cxnSpLocks/>
          </p:cNvCxnSpPr>
          <p:nvPr/>
        </p:nvCxnSpPr>
        <p:spPr>
          <a:xfrm flipV="1">
            <a:off x="4170506" y="4571145"/>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0465D1B0-3903-FE5F-ED49-9F1C2D76A4D1}"/>
              </a:ext>
            </a:extLst>
          </p:cNvPr>
          <p:cNvCxnSpPr>
            <a:cxnSpLocks/>
          </p:cNvCxnSpPr>
          <p:nvPr/>
        </p:nvCxnSpPr>
        <p:spPr>
          <a:xfrm flipV="1">
            <a:off x="6096000" y="4571144"/>
            <a:ext cx="0" cy="617621"/>
          </a:xfrm>
          <a:prstGeom prst="line">
            <a:avLst/>
          </a:prstGeom>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8B9922BD-EA5B-0133-CB8B-F5F35AC33385}"/>
              </a:ext>
            </a:extLst>
          </p:cNvPr>
          <p:cNvSpPr txBox="1"/>
          <p:nvPr/>
        </p:nvSpPr>
        <p:spPr>
          <a:xfrm>
            <a:off x="4755934" y="2830780"/>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e</a:t>
            </a:r>
          </a:p>
        </p:txBody>
      </p:sp>
      <p:sp>
        <p:nvSpPr>
          <p:cNvPr id="22" name="CuadroTexto 21">
            <a:extLst>
              <a:ext uri="{FF2B5EF4-FFF2-40B4-BE49-F238E27FC236}">
                <a16:creationId xmlns:a16="http://schemas.microsoft.com/office/drawing/2014/main" id="{AB6AF522-DDD5-9B5F-497D-858DDDCBA913}"/>
              </a:ext>
            </a:extLst>
          </p:cNvPr>
          <p:cNvSpPr txBox="1"/>
          <p:nvPr/>
        </p:nvSpPr>
        <p:spPr>
          <a:xfrm>
            <a:off x="4380586" y="3264468"/>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a</a:t>
            </a:r>
          </a:p>
        </p:txBody>
      </p:sp>
      <p:cxnSp>
        <p:nvCxnSpPr>
          <p:cNvPr id="23" name="Conector recto de flecha 22">
            <a:extLst>
              <a:ext uri="{FF2B5EF4-FFF2-40B4-BE49-F238E27FC236}">
                <a16:creationId xmlns:a16="http://schemas.microsoft.com/office/drawing/2014/main" id="{358394DA-7DC6-4597-403C-E24BB63937AD}"/>
              </a:ext>
            </a:extLst>
          </p:cNvPr>
          <p:cNvCxnSpPr>
            <a:cxnSpLocks/>
          </p:cNvCxnSpPr>
          <p:nvPr/>
        </p:nvCxnSpPr>
        <p:spPr>
          <a:xfrm>
            <a:off x="4170506" y="3615675"/>
            <a:ext cx="7298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Conector recto de flecha 28">
            <a:extLst>
              <a:ext uri="{FF2B5EF4-FFF2-40B4-BE49-F238E27FC236}">
                <a16:creationId xmlns:a16="http://schemas.microsoft.com/office/drawing/2014/main" id="{9690C075-7903-83BB-109B-823F0131A3B1}"/>
              </a:ext>
            </a:extLst>
          </p:cNvPr>
          <p:cNvCxnSpPr>
            <a:cxnSpLocks/>
          </p:cNvCxnSpPr>
          <p:nvPr/>
        </p:nvCxnSpPr>
        <p:spPr>
          <a:xfrm>
            <a:off x="4535410" y="3251189"/>
            <a:ext cx="7298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34CBA4F8-4919-F0EC-210F-CD64828EE3A9}"/>
              </a:ext>
            </a:extLst>
          </p:cNvPr>
          <p:cNvCxnSpPr>
            <a:cxnSpLocks/>
          </p:cNvCxnSpPr>
          <p:nvPr/>
        </p:nvCxnSpPr>
        <p:spPr>
          <a:xfrm flipV="1">
            <a:off x="4556555" y="3773333"/>
            <a:ext cx="0" cy="177494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Conector recto 32">
            <a:extLst>
              <a:ext uri="{FF2B5EF4-FFF2-40B4-BE49-F238E27FC236}">
                <a16:creationId xmlns:a16="http://schemas.microsoft.com/office/drawing/2014/main" id="{1ED82578-82E0-5051-9EFA-6067D7D9B031}"/>
              </a:ext>
            </a:extLst>
          </p:cNvPr>
          <p:cNvCxnSpPr>
            <a:cxnSpLocks/>
          </p:cNvCxnSpPr>
          <p:nvPr/>
        </p:nvCxnSpPr>
        <p:spPr>
          <a:xfrm flipV="1">
            <a:off x="5265218" y="3773333"/>
            <a:ext cx="0" cy="177494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Flecha: hacia abajo 34">
            <a:extLst>
              <a:ext uri="{FF2B5EF4-FFF2-40B4-BE49-F238E27FC236}">
                <a16:creationId xmlns:a16="http://schemas.microsoft.com/office/drawing/2014/main" id="{F7FDCE25-8037-E2D8-B022-E5D33287011C}"/>
              </a:ext>
            </a:extLst>
          </p:cNvPr>
          <p:cNvSpPr/>
          <p:nvPr/>
        </p:nvSpPr>
        <p:spPr>
          <a:xfrm>
            <a:off x="4491240" y="2755603"/>
            <a:ext cx="130629"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CuadroTexto 35">
            <a:extLst>
              <a:ext uri="{FF2B5EF4-FFF2-40B4-BE49-F238E27FC236}">
                <a16:creationId xmlns:a16="http://schemas.microsoft.com/office/drawing/2014/main" id="{CD8DF911-0907-2875-B908-4D9372B03BF3}"/>
              </a:ext>
            </a:extLst>
          </p:cNvPr>
          <p:cNvSpPr txBox="1"/>
          <p:nvPr/>
        </p:nvSpPr>
        <p:spPr>
          <a:xfrm>
            <a:off x="4077861" y="2729854"/>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Pu</a:t>
            </a:r>
          </a:p>
        </p:txBody>
      </p:sp>
      <p:sp>
        <p:nvSpPr>
          <p:cNvPr id="37" name="Rectángulo 36">
            <a:extLst>
              <a:ext uri="{FF2B5EF4-FFF2-40B4-BE49-F238E27FC236}">
                <a16:creationId xmlns:a16="http://schemas.microsoft.com/office/drawing/2014/main" id="{9B25597A-EA44-3022-F59F-96615D4D6EFF}"/>
              </a:ext>
            </a:extLst>
          </p:cNvPr>
          <p:cNvSpPr/>
          <p:nvPr/>
        </p:nvSpPr>
        <p:spPr>
          <a:xfrm>
            <a:off x="1069432" y="3030835"/>
            <a:ext cx="1440000" cy="21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Rectángulo 37">
            <a:extLst>
              <a:ext uri="{FF2B5EF4-FFF2-40B4-BE49-F238E27FC236}">
                <a16:creationId xmlns:a16="http://schemas.microsoft.com/office/drawing/2014/main" id="{A79898A9-D9E2-E402-9E95-565C55B5C8BF}"/>
              </a:ext>
            </a:extLst>
          </p:cNvPr>
          <p:cNvSpPr/>
          <p:nvPr/>
        </p:nvSpPr>
        <p:spPr>
          <a:xfrm>
            <a:off x="1069432" y="3966835"/>
            <a:ext cx="288000" cy="2880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s-CO"/>
          </a:p>
        </p:txBody>
      </p:sp>
      <p:cxnSp>
        <p:nvCxnSpPr>
          <p:cNvPr id="39" name="Conector recto de flecha 38">
            <a:extLst>
              <a:ext uri="{FF2B5EF4-FFF2-40B4-BE49-F238E27FC236}">
                <a16:creationId xmlns:a16="http://schemas.microsoft.com/office/drawing/2014/main" id="{89868999-DD75-8FE7-79F8-8838D182EF06}"/>
              </a:ext>
            </a:extLst>
          </p:cNvPr>
          <p:cNvCxnSpPr>
            <a:cxnSpLocks/>
          </p:cNvCxnSpPr>
          <p:nvPr/>
        </p:nvCxnSpPr>
        <p:spPr>
          <a:xfrm>
            <a:off x="1069432" y="5418019"/>
            <a:ext cx="144000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CuadroTexto 40">
            <a:extLst>
              <a:ext uri="{FF2B5EF4-FFF2-40B4-BE49-F238E27FC236}">
                <a16:creationId xmlns:a16="http://schemas.microsoft.com/office/drawing/2014/main" id="{58059220-21B9-6489-D233-D2403973A2C9}"/>
              </a:ext>
            </a:extLst>
          </p:cNvPr>
          <p:cNvSpPr txBox="1"/>
          <p:nvPr/>
        </p:nvSpPr>
        <p:spPr>
          <a:xfrm>
            <a:off x="1615119" y="5336895"/>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B</a:t>
            </a:r>
          </a:p>
        </p:txBody>
      </p:sp>
      <p:cxnSp>
        <p:nvCxnSpPr>
          <p:cNvPr id="42" name="Conector recto de flecha 41">
            <a:extLst>
              <a:ext uri="{FF2B5EF4-FFF2-40B4-BE49-F238E27FC236}">
                <a16:creationId xmlns:a16="http://schemas.microsoft.com/office/drawing/2014/main" id="{6D6F01ED-C21A-77C4-154E-B87F39CA794A}"/>
              </a:ext>
            </a:extLst>
          </p:cNvPr>
          <p:cNvCxnSpPr>
            <a:cxnSpLocks/>
          </p:cNvCxnSpPr>
          <p:nvPr/>
        </p:nvCxnSpPr>
        <p:spPr>
          <a:xfrm flipV="1">
            <a:off x="2730506" y="3030835"/>
            <a:ext cx="0" cy="215793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4" name="CuadroTexto 43">
            <a:extLst>
              <a:ext uri="{FF2B5EF4-FFF2-40B4-BE49-F238E27FC236}">
                <a16:creationId xmlns:a16="http://schemas.microsoft.com/office/drawing/2014/main" id="{F841AD33-6E36-1386-4CD7-2B648D4A2184}"/>
              </a:ext>
            </a:extLst>
          </p:cNvPr>
          <p:cNvSpPr txBox="1"/>
          <p:nvPr/>
        </p:nvSpPr>
        <p:spPr>
          <a:xfrm>
            <a:off x="2771882" y="3854725"/>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L</a:t>
            </a:r>
          </a:p>
        </p:txBody>
      </p:sp>
      <p:cxnSp>
        <p:nvCxnSpPr>
          <p:cNvPr id="46" name="Conector recto de flecha 45">
            <a:extLst>
              <a:ext uri="{FF2B5EF4-FFF2-40B4-BE49-F238E27FC236}">
                <a16:creationId xmlns:a16="http://schemas.microsoft.com/office/drawing/2014/main" id="{E8C15482-0299-4D0C-0BE9-F85A36C7A4DF}"/>
              </a:ext>
            </a:extLst>
          </p:cNvPr>
          <p:cNvCxnSpPr/>
          <p:nvPr/>
        </p:nvCxnSpPr>
        <p:spPr>
          <a:xfrm flipV="1">
            <a:off x="4170506" y="5610709"/>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ector recto de flecha 46">
            <a:extLst>
              <a:ext uri="{FF2B5EF4-FFF2-40B4-BE49-F238E27FC236}">
                <a16:creationId xmlns:a16="http://schemas.microsoft.com/office/drawing/2014/main" id="{F8B33AEF-2356-C568-15D6-0C70ED3BDB5A}"/>
              </a:ext>
            </a:extLst>
          </p:cNvPr>
          <p:cNvCxnSpPr/>
          <p:nvPr/>
        </p:nvCxnSpPr>
        <p:spPr>
          <a:xfrm flipV="1">
            <a:off x="6096000" y="5616327"/>
            <a:ext cx="0" cy="162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ector recto 48">
            <a:extLst>
              <a:ext uri="{FF2B5EF4-FFF2-40B4-BE49-F238E27FC236}">
                <a16:creationId xmlns:a16="http://schemas.microsoft.com/office/drawing/2014/main" id="{3F394FBD-430D-3EC5-FBF5-D7A136E8C5FB}"/>
              </a:ext>
            </a:extLst>
          </p:cNvPr>
          <p:cNvCxnSpPr>
            <a:cxnSpLocks/>
          </p:cNvCxnSpPr>
          <p:nvPr/>
        </p:nvCxnSpPr>
        <p:spPr>
          <a:xfrm flipV="1">
            <a:off x="4170506" y="5784799"/>
            <a:ext cx="1925494" cy="17903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 name="Conector recto de flecha 49">
            <a:extLst>
              <a:ext uri="{FF2B5EF4-FFF2-40B4-BE49-F238E27FC236}">
                <a16:creationId xmlns:a16="http://schemas.microsoft.com/office/drawing/2014/main" id="{1E41210B-A932-87D4-AD87-EE0FBFC700F8}"/>
              </a:ext>
            </a:extLst>
          </p:cNvPr>
          <p:cNvCxnSpPr>
            <a:cxnSpLocks/>
          </p:cNvCxnSpPr>
          <p:nvPr/>
        </p:nvCxnSpPr>
        <p:spPr>
          <a:xfrm flipV="1">
            <a:off x="4589237" y="5608300"/>
            <a:ext cx="0" cy="324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a16="http://schemas.microsoft.com/office/drawing/2014/main" id="{33243249-E2AA-6855-9507-D057C9A3253D}"/>
              </a:ext>
            </a:extLst>
          </p:cNvPr>
          <p:cNvCxnSpPr>
            <a:cxnSpLocks/>
          </p:cNvCxnSpPr>
          <p:nvPr/>
        </p:nvCxnSpPr>
        <p:spPr>
          <a:xfrm flipV="1">
            <a:off x="5020385" y="5616327"/>
            <a:ext cx="0" cy="252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4" name="Conector recto 53">
            <a:extLst>
              <a:ext uri="{FF2B5EF4-FFF2-40B4-BE49-F238E27FC236}">
                <a16:creationId xmlns:a16="http://schemas.microsoft.com/office/drawing/2014/main" id="{5617066C-03A7-A812-8360-17EDC58DB613}"/>
              </a:ext>
            </a:extLst>
          </p:cNvPr>
          <p:cNvCxnSpPr>
            <a:cxnSpLocks/>
          </p:cNvCxnSpPr>
          <p:nvPr/>
        </p:nvCxnSpPr>
        <p:spPr>
          <a:xfrm>
            <a:off x="4170506" y="5609854"/>
            <a:ext cx="19254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a16="http://schemas.microsoft.com/office/drawing/2014/main" id="{DF806921-04DF-4207-0DD9-2C0CBDCE2D17}"/>
              </a:ext>
            </a:extLst>
          </p:cNvPr>
          <p:cNvCxnSpPr>
            <a:cxnSpLocks/>
          </p:cNvCxnSpPr>
          <p:nvPr/>
        </p:nvCxnSpPr>
        <p:spPr>
          <a:xfrm flipV="1">
            <a:off x="5409597" y="5619490"/>
            <a:ext cx="0" cy="216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ector recto de flecha 58">
            <a:extLst>
              <a:ext uri="{FF2B5EF4-FFF2-40B4-BE49-F238E27FC236}">
                <a16:creationId xmlns:a16="http://schemas.microsoft.com/office/drawing/2014/main" id="{27953F35-BC13-2BA5-572A-A8B01D6E94D3}"/>
              </a:ext>
            </a:extLst>
          </p:cNvPr>
          <p:cNvCxnSpPr>
            <a:cxnSpLocks/>
          </p:cNvCxnSpPr>
          <p:nvPr/>
        </p:nvCxnSpPr>
        <p:spPr>
          <a:xfrm flipV="1">
            <a:off x="5775127" y="5615175"/>
            <a:ext cx="0" cy="18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0" name="CuadroTexto 59">
            <a:extLst>
              <a:ext uri="{FF2B5EF4-FFF2-40B4-BE49-F238E27FC236}">
                <a16:creationId xmlns:a16="http://schemas.microsoft.com/office/drawing/2014/main" id="{8C188566-221C-22F0-BE11-1CC369051A64}"/>
              </a:ext>
            </a:extLst>
          </p:cNvPr>
          <p:cNvSpPr txBox="1"/>
          <p:nvPr/>
        </p:nvSpPr>
        <p:spPr>
          <a:xfrm>
            <a:off x="3737807" y="5819717"/>
            <a:ext cx="729806" cy="400110"/>
          </a:xfrm>
          <a:prstGeom prst="rect">
            <a:avLst/>
          </a:prstGeom>
          <a:noFill/>
        </p:spPr>
        <p:txBody>
          <a:bodyPr wrap="square" rtlCol="0">
            <a:spAutoFit/>
          </a:bodyPr>
          <a:lstStyle/>
          <a:p>
            <a:r>
              <a:rPr lang="es-CO" sz="2000" dirty="0" err="1">
                <a:latin typeface="Symbol" panose="05050102010706020507" pitchFamily="18" charset="2"/>
                <a:ea typeface="Calibri" panose="020F0502020204030204" pitchFamily="34" charset="0"/>
                <a:cs typeface="Calibri" panose="020F0502020204030204" pitchFamily="34" charset="0"/>
              </a:rPr>
              <a:t>s</a:t>
            </a:r>
            <a:r>
              <a:rPr lang="es-CO" sz="2000" baseline="-25000" dirty="0" err="1">
                <a:latin typeface="Calibri" panose="020F0502020204030204" pitchFamily="34" charset="0"/>
                <a:ea typeface="Calibri" panose="020F0502020204030204" pitchFamily="34" charset="0"/>
                <a:cs typeface="Calibri" panose="020F0502020204030204" pitchFamily="34" charset="0"/>
              </a:rPr>
              <a:t>max</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sp>
        <p:nvSpPr>
          <p:cNvPr id="61" name="CuadroTexto 60">
            <a:extLst>
              <a:ext uri="{FF2B5EF4-FFF2-40B4-BE49-F238E27FC236}">
                <a16:creationId xmlns:a16="http://schemas.microsoft.com/office/drawing/2014/main" id="{A5A31AFE-D6D2-E2E4-97F5-FC14D54A9CA1}"/>
              </a:ext>
            </a:extLst>
          </p:cNvPr>
          <p:cNvSpPr txBox="1"/>
          <p:nvPr/>
        </p:nvSpPr>
        <p:spPr>
          <a:xfrm>
            <a:off x="6138443" y="5578272"/>
            <a:ext cx="729806" cy="400110"/>
          </a:xfrm>
          <a:prstGeom prst="rect">
            <a:avLst/>
          </a:prstGeom>
          <a:noFill/>
        </p:spPr>
        <p:txBody>
          <a:bodyPr wrap="square" rtlCol="0">
            <a:spAutoFit/>
          </a:bodyPr>
          <a:lstStyle/>
          <a:p>
            <a:r>
              <a:rPr lang="es-CO" sz="2000" dirty="0" err="1">
                <a:latin typeface="Symbol" panose="05050102010706020507" pitchFamily="18" charset="2"/>
                <a:ea typeface="Calibri" panose="020F0502020204030204" pitchFamily="34" charset="0"/>
                <a:cs typeface="Calibri" panose="020F0502020204030204" pitchFamily="34" charset="0"/>
              </a:rPr>
              <a:t>s</a:t>
            </a:r>
            <a:r>
              <a:rPr lang="es-CO" sz="2000" baseline="-25000" dirty="0" err="1">
                <a:latin typeface="Calibri" panose="020F0502020204030204" pitchFamily="34" charset="0"/>
                <a:ea typeface="Calibri" panose="020F0502020204030204" pitchFamily="34" charset="0"/>
                <a:cs typeface="Calibri" panose="020F0502020204030204" pitchFamily="34" charset="0"/>
              </a:rPr>
              <a:t>min</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C6004BE0-6FF9-2438-48E5-BE208735E7C3}"/>
                  </a:ext>
                </a:extLst>
              </p:cNvPr>
              <p:cNvSpPr txBox="1"/>
              <p:nvPr/>
            </p:nvSpPr>
            <p:spPr>
              <a:xfrm>
                <a:off x="7570133" y="3170166"/>
                <a:ext cx="1349600" cy="5741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000" i="1" smtClean="0">
                          <a:latin typeface="Cambria Math" panose="02040503050406030204" pitchFamily="18" charset="0"/>
                          <a:ea typeface="Cambria Math" panose="02040503050406030204" pitchFamily="18" charset="0"/>
                        </a:rPr>
                        <m:t>𝜎</m:t>
                      </m:r>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P</m:t>
                          </m:r>
                        </m:num>
                        <m:den>
                          <m:r>
                            <m:rPr>
                              <m:sty m:val="p"/>
                            </m:rPr>
                            <a:rPr lang="es-419" sz="2000" b="0" i="1" smtClean="0">
                              <a:latin typeface="Cambria Math" panose="02040503050406030204" pitchFamily="18" charset="0"/>
                              <a:ea typeface="Cambria Math" panose="02040503050406030204" pitchFamily="18" charset="0"/>
                            </a:rPr>
                            <m:t>A</m:t>
                          </m:r>
                        </m:den>
                      </m:f>
                      <m:r>
                        <a:rPr lang="es-CO"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My</m:t>
                          </m:r>
                        </m:num>
                        <m:den>
                          <m:r>
                            <m:rPr>
                              <m:sty m:val="p"/>
                            </m:rPr>
                            <a:rPr lang="es-419" sz="2000" b="0" i="1" smtClean="0">
                              <a:latin typeface="Cambria Math" panose="02040503050406030204" pitchFamily="18" charset="0"/>
                              <a:ea typeface="Cambria Math" panose="02040503050406030204" pitchFamily="18" charset="0"/>
                            </a:rPr>
                            <m:t>I</m:t>
                          </m:r>
                        </m:den>
                      </m:f>
                    </m:oMath>
                  </m:oMathPara>
                </a14:m>
                <a:endParaRPr lang="es-CO" sz="2000" dirty="0"/>
              </a:p>
            </p:txBody>
          </p:sp>
        </mc:Choice>
        <mc:Fallback xmlns="">
          <p:sp>
            <p:nvSpPr>
              <p:cNvPr id="62" name="CuadroTexto 61">
                <a:extLst>
                  <a:ext uri="{FF2B5EF4-FFF2-40B4-BE49-F238E27FC236}">
                    <a16:creationId xmlns:a16="http://schemas.microsoft.com/office/drawing/2014/main" id="{C6004BE0-6FF9-2438-48E5-BE208735E7C3}"/>
                  </a:ext>
                </a:extLst>
              </p:cNvPr>
              <p:cNvSpPr txBox="1">
                <a:spLocks noRot="1" noChangeAspect="1" noMove="1" noResize="1" noEditPoints="1" noAdjustHandles="1" noChangeArrowheads="1" noChangeShapeType="1" noTextEdit="1"/>
              </p:cNvSpPr>
              <p:nvPr/>
            </p:nvSpPr>
            <p:spPr>
              <a:xfrm>
                <a:off x="7570133" y="3170166"/>
                <a:ext cx="1349600" cy="574196"/>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B7325B37-CB85-6A7A-5354-C14FDA25874F}"/>
                  </a:ext>
                </a:extLst>
              </p:cNvPr>
              <p:cNvSpPr txBox="1"/>
              <p:nvPr/>
            </p:nvSpPr>
            <p:spPr>
              <a:xfrm>
                <a:off x="9375036" y="3289591"/>
                <a:ext cx="86703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b="0" i="1" smtClean="0">
                          <a:latin typeface="Cambria Math" panose="02040503050406030204" pitchFamily="18" charset="0"/>
                          <a:ea typeface="Cambria Math" panose="02040503050406030204" pitchFamily="18" charset="0"/>
                        </a:rPr>
                        <m:t>M</m:t>
                      </m:r>
                      <m:r>
                        <a:rPr lang="es-419" sz="2000" b="0" i="1" smtClean="0">
                          <a:latin typeface="Cambria Math" panose="02040503050406030204" pitchFamily="18" charset="0"/>
                          <a:ea typeface="Cambria Math" panose="02040503050406030204" pitchFamily="18" charset="0"/>
                        </a:rPr>
                        <m:t>=</m:t>
                      </m:r>
                      <m:r>
                        <m:rPr>
                          <m:sty m:val="p"/>
                        </m:rPr>
                        <a:rPr lang="es-419" sz="2000" b="0" i="1" smtClean="0">
                          <a:latin typeface="Cambria Math" panose="02040503050406030204" pitchFamily="18" charset="0"/>
                          <a:ea typeface="Cambria Math" panose="02040503050406030204" pitchFamily="18" charset="0"/>
                        </a:rPr>
                        <m:t>Pe</m:t>
                      </m:r>
                    </m:oMath>
                  </m:oMathPara>
                </a14:m>
                <a:endParaRPr lang="es-CO" sz="2000" dirty="0"/>
              </a:p>
            </p:txBody>
          </p:sp>
        </mc:Choice>
        <mc:Fallback xmlns="">
          <p:sp>
            <p:nvSpPr>
              <p:cNvPr id="63" name="CuadroTexto 62">
                <a:extLst>
                  <a:ext uri="{FF2B5EF4-FFF2-40B4-BE49-F238E27FC236}">
                    <a16:creationId xmlns:a16="http://schemas.microsoft.com/office/drawing/2014/main" id="{B7325B37-CB85-6A7A-5354-C14FDA25874F}"/>
                  </a:ext>
                </a:extLst>
              </p:cNvPr>
              <p:cNvSpPr txBox="1">
                <a:spLocks noRot="1" noChangeAspect="1" noMove="1" noResize="1" noEditPoints="1" noAdjustHandles="1" noChangeArrowheads="1" noChangeShapeType="1" noTextEdit="1"/>
              </p:cNvSpPr>
              <p:nvPr/>
            </p:nvSpPr>
            <p:spPr>
              <a:xfrm>
                <a:off x="9375036" y="3289591"/>
                <a:ext cx="867032" cy="307777"/>
              </a:xfrm>
              <a:prstGeom prst="rect">
                <a:avLst/>
              </a:prstGeom>
              <a:blipFill>
                <a:blip r:embed="rId5"/>
                <a:stretch>
                  <a:fillRect l="-7042" r="-6338" b="-6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FBE7195C-7D12-502F-7820-F8DFD2A13B11}"/>
                  </a:ext>
                </a:extLst>
              </p:cNvPr>
              <p:cNvSpPr txBox="1"/>
              <p:nvPr/>
            </p:nvSpPr>
            <p:spPr>
              <a:xfrm>
                <a:off x="10673050" y="3108352"/>
                <a:ext cx="660245" cy="5824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b="0" i="1" smtClean="0">
                          <a:latin typeface="Cambria Math" panose="02040503050406030204" pitchFamily="18" charset="0"/>
                          <a:ea typeface="Cambria Math" panose="02040503050406030204" pitchFamily="18" charset="0"/>
                        </a:rPr>
                        <m:t>y</m:t>
                      </m:r>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b</m:t>
                          </m:r>
                        </m:num>
                        <m:den>
                          <m:r>
                            <a:rPr lang="es-419" sz="2000" b="0" i="1" smtClean="0">
                              <a:latin typeface="Cambria Math" panose="02040503050406030204" pitchFamily="18" charset="0"/>
                              <a:ea typeface="Cambria Math" panose="02040503050406030204" pitchFamily="18" charset="0"/>
                            </a:rPr>
                            <m:t>2</m:t>
                          </m:r>
                        </m:den>
                      </m:f>
                    </m:oMath>
                  </m:oMathPara>
                </a14:m>
                <a:endParaRPr lang="es-CO" sz="2000" dirty="0"/>
              </a:p>
            </p:txBody>
          </p:sp>
        </mc:Choice>
        <mc:Fallback xmlns="">
          <p:sp>
            <p:nvSpPr>
              <p:cNvPr id="64" name="CuadroTexto 63">
                <a:extLst>
                  <a:ext uri="{FF2B5EF4-FFF2-40B4-BE49-F238E27FC236}">
                    <a16:creationId xmlns:a16="http://schemas.microsoft.com/office/drawing/2014/main" id="{FBE7195C-7D12-502F-7820-F8DFD2A13B11}"/>
                  </a:ext>
                </a:extLst>
              </p:cNvPr>
              <p:cNvSpPr txBox="1">
                <a:spLocks noRot="1" noChangeAspect="1" noMove="1" noResize="1" noEditPoints="1" noAdjustHandles="1" noChangeArrowheads="1" noChangeShapeType="1" noTextEdit="1"/>
              </p:cNvSpPr>
              <p:nvPr/>
            </p:nvSpPr>
            <p:spPr>
              <a:xfrm>
                <a:off x="10673050" y="3108352"/>
                <a:ext cx="660245" cy="582467"/>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F082435C-0199-D48E-F23D-04A1B0E9CBAB}"/>
                  </a:ext>
                </a:extLst>
              </p:cNvPr>
              <p:cNvSpPr txBox="1"/>
              <p:nvPr/>
            </p:nvSpPr>
            <p:spPr>
              <a:xfrm>
                <a:off x="7653938" y="4130530"/>
                <a:ext cx="893834"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b="0" i="1" smtClean="0">
                          <a:latin typeface="Cambria Math" panose="02040503050406030204" pitchFamily="18" charset="0"/>
                          <a:ea typeface="Cambria Math" panose="02040503050406030204" pitchFamily="18" charset="0"/>
                        </a:rPr>
                        <m:t>I</m:t>
                      </m:r>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L</m:t>
                          </m:r>
                          <m:sSup>
                            <m:sSupPr>
                              <m:ctrlPr>
                                <a:rPr lang="es-CO" sz="2000" b="0" i="1" smtClean="0">
                                  <a:latin typeface="Cambria Math" panose="02040503050406030204" pitchFamily="18" charset="0"/>
                                  <a:ea typeface="Cambria Math" panose="02040503050406030204" pitchFamily="18" charset="0"/>
                                </a:rPr>
                              </m:ctrlPr>
                            </m:sSupPr>
                            <m:e>
                              <m:r>
                                <m:rPr>
                                  <m:sty m:val="p"/>
                                </m:rPr>
                                <a:rPr lang="es-419" sz="2000" b="0" i="1" smtClean="0">
                                  <a:latin typeface="Cambria Math" panose="02040503050406030204" pitchFamily="18" charset="0"/>
                                  <a:ea typeface="Cambria Math" panose="02040503050406030204" pitchFamily="18" charset="0"/>
                                </a:rPr>
                                <m:t>B</m:t>
                              </m:r>
                            </m:e>
                            <m:sup>
                              <m:r>
                                <a:rPr lang="es-419" sz="2000" b="0" i="1" smtClean="0">
                                  <a:latin typeface="Cambria Math" panose="02040503050406030204" pitchFamily="18" charset="0"/>
                                  <a:ea typeface="Cambria Math" panose="02040503050406030204" pitchFamily="18" charset="0"/>
                                </a:rPr>
                                <m:t>3</m:t>
                              </m:r>
                            </m:sup>
                          </m:sSup>
                        </m:num>
                        <m:den>
                          <m:r>
                            <a:rPr lang="es-419" sz="2000" b="0" i="1" smtClean="0">
                              <a:latin typeface="Cambria Math" panose="02040503050406030204" pitchFamily="18" charset="0"/>
                              <a:ea typeface="Cambria Math" panose="02040503050406030204" pitchFamily="18" charset="0"/>
                            </a:rPr>
                            <m:t>12</m:t>
                          </m:r>
                        </m:den>
                      </m:f>
                    </m:oMath>
                  </m:oMathPara>
                </a14:m>
                <a:endParaRPr lang="es-CO" sz="2000" dirty="0"/>
              </a:p>
            </p:txBody>
          </p:sp>
        </mc:Choice>
        <mc:Fallback xmlns="">
          <p:sp>
            <p:nvSpPr>
              <p:cNvPr id="67" name="CuadroTexto 66">
                <a:extLst>
                  <a:ext uri="{FF2B5EF4-FFF2-40B4-BE49-F238E27FC236}">
                    <a16:creationId xmlns:a16="http://schemas.microsoft.com/office/drawing/2014/main" id="{F082435C-0199-D48E-F23D-04A1B0E9CBAB}"/>
                  </a:ext>
                </a:extLst>
              </p:cNvPr>
              <p:cNvSpPr txBox="1">
                <a:spLocks noRot="1" noChangeAspect="1" noMove="1" noResize="1" noEditPoints="1" noAdjustHandles="1" noChangeArrowheads="1" noChangeShapeType="1" noTextEdit="1"/>
              </p:cNvSpPr>
              <p:nvPr/>
            </p:nvSpPr>
            <p:spPr>
              <a:xfrm>
                <a:off x="7653938" y="4130530"/>
                <a:ext cx="893834" cy="615553"/>
              </a:xfrm>
              <a:prstGeom prst="rect">
                <a:avLst/>
              </a:prstGeom>
              <a:blipFill>
                <a:blip r:embed="rId7"/>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8096D21A-0DED-D30F-9CA2-A6BD19DF090C}"/>
                  </a:ext>
                </a:extLst>
              </p:cNvPr>
              <p:cNvSpPr txBox="1"/>
              <p:nvPr/>
            </p:nvSpPr>
            <p:spPr>
              <a:xfrm>
                <a:off x="8941391" y="4167783"/>
                <a:ext cx="1893467"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000" i="1" smtClean="0">
                          <a:latin typeface="Cambria Math" panose="02040503050406030204" pitchFamily="18" charset="0"/>
                          <a:ea typeface="Cambria Math" panose="02040503050406030204" pitchFamily="18" charset="0"/>
                        </a:rPr>
                        <m:t>𝜎</m:t>
                      </m:r>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P</m:t>
                          </m:r>
                        </m:num>
                        <m:den>
                          <m:r>
                            <m:rPr>
                              <m:sty m:val="p"/>
                            </m:rPr>
                            <a:rPr lang="es-419" sz="2000" b="0" i="1" smtClean="0">
                              <a:latin typeface="Cambria Math" panose="02040503050406030204" pitchFamily="18" charset="0"/>
                              <a:ea typeface="Cambria Math" panose="02040503050406030204" pitchFamily="18" charset="0"/>
                            </a:rPr>
                            <m:t>BL</m:t>
                          </m:r>
                        </m:den>
                      </m:f>
                      <m:d>
                        <m:dPr>
                          <m:ctrlPr>
                            <a:rPr lang="es-CO" sz="2000" b="0" i="1" smtClean="0">
                              <a:latin typeface="Cambria Math" panose="02040503050406030204" pitchFamily="18" charset="0"/>
                              <a:ea typeface="Cambria Math" panose="02040503050406030204" pitchFamily="18" charset="0"/>
                            </a:rPr>
                          </m:ctrlPr>
                        </m:dPr>
                        <m:e>
                          <m:r>
                            <a:rPr lang="es-419" sz="2000" b="0" i="1" smtClean="0">
                              <a:latin typeface="Cambria Math" panose="02040503050406030204" pitchFamily="18" charset="0"/>
                              <a:ea typeface="Cambria Math" panose="02040503050406030204" pitchFamily="18" charset="0"/>
                            </a:rPr>
                            <m:t>1</m:t>
                          </m:r>
                          <m:r>
                            <a:rPr lang="es-CO" sz="2000" i="1">
                              <a:latin typeface="Cambria Math" panose="02040503050406030204" pitchFamily="18" charset="0"/>
                              <a:ea typeface="Cambria Math" panose="02040503050406030204" pitchFamily="18" charset="0"/>
                            </a:rPr>
                            <m:t>±</m:t>
                          </m:r>
                          <m:f>
                            <m:fPr>
                              <m:ctrlPr>
                                <a:rPr lang="es-CO" sz="2000" i="1" smtClean="0">
                                  <a:latin typeface="Cambria Math" panose="02040503050406030204" pitchFamily="18" charset="0"/>
                                  <a:ea typeface="Cambria Math" panose="02040503050406030204" pitchFamily="18" charset="0"/>
                                </a:rPr>
                              </m:ctrlPr>
                            </m:fPr>
                            <m:num>
                              <m:r>
                                <a:rPr lang="es-419" sz="2000" b="0" i="1" smtClean="0">
                                  <a:latin typeface="Cambria Math" panose="02040503050406030204" pitchFamily="18" charset="0"/>
                                  <a:ea typeface="Cambria Math" panose="02040503050406030204" pitchFamily="18" charset="0"/>
                                </a:rPr>
                                <m:t>6</m:t>
                              </m:r>
                              <m:r>
                                <m:rPr>
                                  <m:sty m:val="p"/>
                                </m:rPr>
                                <a:rPr lang="es-419" sz="2000" b="0" i="1" smtClean="0">
                                  <a:latin typeface="Cambria Math" panose="02040503050406030204" pitchFamily="18" charset="0"/>
                                  <a:ea typeface="Cambria Math" panose="02040503050406030204" pitchFamily="18" charset="0"/>
                                </a:rPr>
                                <m:t>e</m:t>
                              </m:r>
                            </m:num>
                            <m:den>
                              <m:r>
                                <m:rPr>
                                  <m:sty m:val="p"/>
                                </m:rPr>
                                <a:rPr lang="es-419" sz="2000" b="0" i="1" smtClean="0">
                                  <a:latin typeface="Cambria Math" panose="02040503050406030204" pitchFamily="18" charset="0"/>
                                  <a:ea typeface="Cambria Math" panose="02040503050406030204" pitchFamily="18" charset="0"/>
                                </a:rPr>
                                <m:t>B</m:t>
                              </m:r>
                            </m:den>
                          </m:f>
                        </m:e>
                      </m:d>
                    </m:oMath>
                  </m:oMathPara>
                </a14:m>
                <a:endParaRPr lang="es-CO" sz="2000" dirty="0"/>
              </a:p>
            </p:txBody>
          </p:sp>
        </mc:Choice>
        <mc:Fallback xmlns="">
          <p:sp>
            <p:nvSpPr>
              <p:cNvPr id="68" name="CuadroTexto 67">
                <a:extLst>
                  <a:ext uri="{FF2B5EF4-FFF2-40B4-BE49-F238E27FC236}">
                    <a16:creationId xmlns:a16="http://schemas.microsoft.com/office/drawing/2014/main" id="{8096D21A-0DED-D30F-9CA2-A6BD19DF090C}"/>
                  </a:ext>
                </a:extLst>
              </p:cNvPr>
              <p:cNvSpPr txBox="1">
                <a:spLocks noRot="1" noChangeAspect="1" noMove="1" noResize="1" noEditPoints="1" noAdjustHandles="1" noChangeArrowheads="1" noChangeShapeType="1" noTextEdit="1"/>
              </p:cNvSpPr>
              <p:nvPr/>
            </p:nvSpPr>
            <p:spPr>
              <a:xfrm>
                <a:off x="8941391" y="4167783"/>
                <a:ext cx="1893467" cy="691536"/>
              </a:xfrm>
              <a:prstGeom prst="rect">
                <a:avLst/>
              </a:prstGeom>
              <a:blipFill>
                <a:blip r:embed="rId8"/>
                <a:stretch>
                  <a:fillRect/>
                </a:stretch>
              </a:blipFill>
            </p:spPr>
            <p:txBody>
              <a:bodyPr/>
              <a:lstStyle/>
              <a:p>
                <a:r>
                  <a:rPr lang="es-CO">
                    <a:noFill/>
                  </a:rPr>
                  <a:t> </a:t>
                </a:r>
              </a:p>
            </p:txBody>
          </p:sp>
        </mc:Fallback>
      </mc:AlternateContent>
      <p:sp>
        <p:nvSpPr>
          <p:cNvPr id="15" name="CuadroTexto 14">
            <a:extLst>
              <a:ext uri="{FF2B5EF4-FFF2-40B4-BE49-F238E27FC236}">
                <a16:creationId xmlns:a16="http://schemas.microsoft.com/office/drawing/2014/main" id="{5B29C29F-F4B9-E0A6-5F25-99A93EE68A9F}"/>
              </a:ext>
            </a:extLst>
          </p:cNvPr>
          <p:cNvSpPr txBox="1"/>
          <p:nvPr/>
        </p:nvSpPr>
        <p:spPr>
          <a:xfrm>
            <a:off x="74719" y="1299526"/>
            <a:ext cx="11886697" cy="1015663"/>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El diseño de una zapata rectangular excéntrica se diferencia del de una zapata concéntrica en que la reacción del suelo no es uniforme, sino trapezoidal o triangular. El objetivo es garantizar que el suelo no supere los esfuerzos admisibles y que el concreto resista los esfuerzos cortantes y de flexión.</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216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2" grpId="0"/>
      <p:bldP spid="63" grpId="0"/>
      <p:bldP spid="64" grpId="0"/>
      <p:bldP spid="67" grpId="0"/>
      <p:bldP spid="6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F5439-CC2C-5B46-F8EE-A7925CF3D7B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C4AE6A7-F6E0-8D00-8510-8973313EC021}"/>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AD0CE4EA-6295-723F-71E6-C8790C9E95A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C172746-A7D9-DD7D-2CB7-86DE5FD4862B}"/>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CFE3BBAD-98A9-9949-A62F-A9E991A45435}"/>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Excéntrica</a:t>
            </a:r>
            <a:endParaRPr lang="es-CO" dirty="0"/>
          </a:p>
        </p:txBody>
      </p:sp>
      <p:sp>
        <p:nvSpPr>
          <p:cNvPr id="11" name="CuadroTexto 10">
            <a:extLst>
              <a:ext uri="{FF2B5EF4-FFF2-40B4-BE49-F238E27FC236}">
                <a16:creationId xmlns:a16="http://schemas.microsoft.com/office/drawing/2014/main" id="{9486BD99-CB27-08A4-66CD-7A116C440D23}"/>
              </a:ext>
            </a:extLst>
          </p:cNvPr>
          <p:cNvSpPr txBox="1"/>
          <p:nvPr/>
        </p:nvSpPr>
        <p:spPr>
          <a:xfrm>
            <a:off x="5115643" y="1594034"/>
            <a:ext cx="3734792" cy="615553"/>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b será máximo cuando </a:t>
            </a:r>
            <a:r>
              <a:rPr lang="es-CO" sz="2000" dirty="0" err="1">
                <a:latin typeface="Calibri" panose="020F0502020204030204" pitchFamily="34" charset="0"/>
                <a:ea typeface="Calibri" panose="020F0502020204030204" pitchFamily="34" charset="0"/>
                <a:cs typeface="Calibri" panose="020F0502020204030204" pitchFamily="34" charset="0"/>
              </a:rPr>
              <a:t>σ</a:t>
            </a:r>
            <a:r>
              <a:rPr lang="es-CO" sz="2000" baseline="-25000" dirty="0" err="1">
                <a:latin typeface="Calibri" panose="020F0502020204030204" pitchFamily="34" charset="0"/>
                <a:ea typeface="Calibri" panose="020F0502020204030204" pitchFamily="34" charset="0"/>
                <a:cs typeface="Calibri" panose="020F0502020204030204" pitchFamily="34" charset="0"/>
              </a:rPr>
              <a:t>mín</a:t>
            </a:r>
            <a:r>
              <a:rPr lang="es-CO" sz="2000" dirty="0">
                <a:latin typeface="Calibri" panose="020F0502020204030204" pitchFamily="34" charset="0"/>
                <a:ea typeface="Calibri" panose="020F0502020204030204" pitchFamily="34" charset="0"/>
                <a:cs typeface="Calibri" panose="020F0502020204030204" pitchFamily="34" charset="0"/>
              </a:rPr>
              <a:t>=0</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cxnSp>
        <p:nvCxnSpPr>
          <p:cNvPr id="4" name="Conector recto 3">
            <a:extLst>
              <a:ext uri="{FF2B5EF4-FFF2-40B4-BE49-F238E27FC236}">
                <a16:creationId xmlns:a16="http://schemas.microsoft.com/office/drawing/2014/main" id="{D1E65A0C-039D-383A-3CA9-878F0DE60C87}"/>
              </a:ext>
            </a:extLst>
          </p:cNvPr>
          <p:cNvCxnSpPr>
            <a:cxnSpLocks/>
          </p:cNvCxnSpPr>
          <p:nvPr/>
        </p:nvCxnSpPr>
        <p:spPr>
          <a:xfrm>
            <a:off x="1322287" y="4890936"/>
            <a:ext cx="19254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785DEFBF-87FB-BC8A-00CA-7BEC34620584}"/>
              </a:ext>
            </a:extLst>
          </p:cNvPr>
          <p:cNvCxnSpPr>
            <a:cxnSpLocks/>
          </p:cNvCxnSpPr>
          <p:nvPr/>
        </p:nvCxnSpPr>
        <p:spPr>
          <a:xfrm flipV="1">
            <a:off x="2052095" y="4273314"/>
            <a:ext cx="1195686"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D0E2477A-B065-1C4E-CB9F-836C2CE33DC7}"/>
              </a:ext>
            </a:extLst>
          </p:cNvPr>
          <p:cNvCxnSpPr>
            <a:cxnSpLocks/>
          </p:cNvCxnSpPr>
          <p:nvPr/>
        </p:nvCxnSpPr>
        <p:spPr>
          <a:xfrm flipV="1">
            <a:off x="2052095" y="3475503"/>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4C2F9429-75D2-EE6B-4321-EC85498F1532}"/>
              </a:ext>
            </a:extLst>
          </p:cNvPr>
          <p:cNvCxnSpPr>
            <a:cxnSpLocks/>
          </p:cNvCxnSpPr>
          <p:nvPr/>
        </p:nvCxnSpPr>
        <p:spPr>
          <a:xfrm flipV="1">
            <a:off x="1322287" y="3475503"/>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1F2D046C-C7A4-F4D1-8CAF-04EE6CB572AC}"/>
              </a:ext>
            </a:extLst>
          </p:cNvPr>
          <p:cNvCxnSpPr>
            <a:cxnSpLocks/>
          </p:cNvCxnSpPr>
          <p:nvPr/>
        </p:nvCxnSpPr>
        <p:spPr>
          <a:xfrm flipV="1">
            <a:off x="1322287" y="4273315"/>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CC913A37-089E-DC47-3CA0-8FB2D17E39F9}"/>
              </a:ext>
            </a:extLst>
          </p:cNvPr>
          <p:cNvCxnSpPr>
            <a:cxnSpLocks/>
          </p:cNvCxnSpPr>
          <p:nvPr/>
        </p:nvCxnSpPr>
        <p:spPr>
          <a:xfrm flipV="1">
            <a:off x="3247781" y="4273314"/>
            <a:ext cx="0" cy="617621"/>
          </a:xfrm>
          <a:prstGeom prst="line">
            <a:avLst/>
          </a:prstGeom>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E5EA197A-3145-B945-AB4B-D27AE7514936}"/>
              </a:ext>
            </a:extLst>
          </p:cNvPr>
          <p:cNvSpPr txBox="1"/>
          <p:nvPr/>
        </p:nvSpPr>
        <p:spPr>
          <a:xfrm>
            <a:off x="1907715" y="2532950"/>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e</a:t>
            </a:r>
          </a:p>
        </p:txBody>
      </p:sp>
      <p:sp>
        <p:nvSpPr>
          <p:cNvPr id="22" name="CuadroTexto 21">
            <a:extLst>
              <a:ext uri="{FF2B5EF4-FFF2-40B4-BE49-F238E27FC236}">
                <a16:creationId xmlns:a16="http://schemas.microsoft.com/office/drawing/2014/main" id="{90AEC0D0-7B15-FBE5-A99D-E63014ABD220}"/>
              </a:ext>
            </a:extLst>
          </p:cNvPr>
          <p:cNvSpPr txBox="1"/>
          <p:nvPr/>
        </p:nvSpPr>
        <p:spPr>
          <a:xfrm>
            <a:off x="1532367" y="2966638"/>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a</a:t>
            </a:r>
          </a:p>
        </p:txBody>
      </p:sp>
      <p:cxnSp>
        <p:nvCxnSpPr>
          <p:cNvPr id="23" name="Conector recto de flecha 22">
            <a:extLst>
              <a:ext uri="{FF2B5EF4-FFF2-40B4-BE49-F238E27FC236}">
                <a16:creationId xmlns:a16="http://schemas.microsoft.com/office/drawing/2014/main" id="{E94AD491-8BDD-7BC4-7183-716DBFE10B9A}"/>
              </a:ext>
            </a:extLst>
          </p:cNvPr>
          <p:cNvCxnSpPr>
            <a:cxnSpLocks/>
          </p:cNvCxnSpPr>
          <p:nvPr/>
        </p:nvCxnSpPr>
        <p:spPr>
          <a:xfrm>
            <a:off x="1322287" y="3317845"/>
            <a:ext cx="7298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Conector recto de flecha 28">
            <a:extLst>
              <a:ext uri="{FF2B5EF4-FFF2-40B4-BE49-F238E27FC236}">
                <a16:creationId xmlns:a16="http://schemas.microsoft.com/office/drawing/2014/main" id="{632E40AF-045C-C063-5B62-BA9BC80EEEAB}"/>
              </a:ext>
            </a:extLst>
          </p:cNvPr>
          <p:cNvCxnSpPr>
            <a:cxnSpLocks/>
          </p:cNvCxnSpPr>
          <p:nvPr/>
        </p:nvCxnSpPr>
        <p:spPr>
          <a:xfrm>
            <a:off x="1687191" y="2953359"/>
            <a:ext cx="7298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FDC7F320-A6F3-2C6A-1DB7-1537C680C2D0}"/>
              </a:ext>
            </a:extLst>
          </p:cNvPr>
          <p:cNvCxnSpPr>
            <a:cxnSpLocks/>
          </p:cNvCxnSpPr>
          <p:nvPr/>
        </p:nvCxnSpPr>
        <p:spPr>
          <a:xfrm flipV="1">
            <a:off x="1708336" y="3475503"/>
            <a:ext cx="0" cy="177494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Conector recto 32">
            <a:extLst>
              <a:ext uri="{FF2B5EF4-FFF2-40B4-BE49-F238E27FC236}">
                <a16:creationId xmlns:a16="http://schemas.microsoft.com/office/drawing/2014/main" id="{AAF69B03-0C84-D84B-C51E-99D90C87265B}"/>
              </a:ext>
            </a:extLst>
          </p:cNvPr>
          <p:cNvCxnSpPr>
            <a:cxnSpLocks/>
          </p:cNvCxnSpPr>
          <p:nvPr/>
        </p:nvCxnSpPr>
        <p:spPr>
          <a:xfrm flipV="1">
            <a:off x="2416999" y="3475503"/>
            <a:ext cx="0" cy="177494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Flecha: hacia abajo 34">
            <a:extLst>
              <a:ext uri="{FF2B5EF4-FFF2-40B4-BE49-F238E27FC236}">
                <a16:creationId xmlns:a16="http://schemas.microsoft.com/office/drawing/2014/main" id="{6225EB64-A494-10DA-4C8F-8728402FDC16}"/>
              </a:ext>
            </a:extLst>
          </p:cNvPr>
          <p:cNvSpPr/>
          <p:nvPr/>
        </p:nvSpPr>
        <p:spPr>
          <a:xfrm>
            <a:off x="1643021" y="2457773"/>
            <a:ext cx="130629"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CuadroTexto 35">
            <a:extLst>
              <a:ext uri="{FF2B5EF4-FFF2-40B4-BE49-F238E27FC236}">
                <a16:creationId xmlns:a16="http://schemas.microsoft.com/office/drawing/2014/main" id="{1027F173-0D9A-9D12-4D1D-1FB214D5816B}"/>
              </a:ext>
            </a:extLst>
          </p:cNvPr>
          <p:cNvSpPr txBox="1"/>
          <p:nvPr/>
        </p:nvSpPr>
        <p:spPr>
          <a:xfrm>
            <a:off x="1229642" y="2432024"/>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Pu</a:t>
            </a:r>
          </a:p>
        </p:txBody>
      </p:sp>
      <p:cxnSp>
        <p:nvCxnSpPr>
          <p:cNvPr id="46" name="Conector recto de flecha 45">
            <a:extLst>
              <a:ext uri="{FF2B5EF4-FFF2-40B4-BE49-F238E27FC236}">
                <a16:creationId xmlns:a16="http://schemas.microsoft.com/office/drawing/2014/main" id="{4DB5DA7A-447D-9004-BA26-FF9DFD6341E8}"/>
              </a:ext>
            </a:extLst>
          </p:cNvPr>
          <p:cNvCxnSpPr/>
          <p:nvPr/>
        </p:nvCxnSpPr>
        <p:spPr>
          <a:xfrm flipV="1">
            <a:off x="1322287" y="5312879"/>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ector recto 48">
            <a:extLst>
              <a:ext uri="{FF2B5EF4-FFF2-40B4-BE49-F238E27FC236}">
                <a16:creationId xmlns:a16="http://schemas.microsoft.com/office/drawing/2014/main" id="{3DBA1A79-17B1-0208-D4C6-E5399577EE47}"/>
              </a:ext>
            </a:extLst>
          </p:cNvPr>
          <p:cNvCxnSpPr>
            <a:cxnSpLocks/>
          </p:cNvCxnSpPr>
          <p:nvPr/>
        </p:nvCxnSpPr>
        <p:spPr>
          <a:xfrm flipV="1">
            <a:off x="1322287" y="5309616"/>
            <a:ext cx="1925494" cy="3563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 name="Conector recto de flecha 49">
            <a:extLst>
              <a:ext uri="{FF2B5EF4-FFF2-40B4-BE49-F238E27FC236}">
                <a16:creationId xmlns:a16="http://schemas.microsoft.com/office/drawing/2014/main" id="{7B2DCF30-2485-6900-4FA7-6AF40DDA00F5}"/>
              </a:ext>
            </a:extLst>
          </p:cNvPr>
          <p:cNvCxnSpPr>
            <a:cxnSpLocks/>
          </p:cNvCxnSpPr>
          <p:nvPr/>
        </p:nvCxnSpPr>
        <p:spPr>
          <a:xfrm flipV="1">
            <a:off x="1741018" y="5310470"/>
            <a:ext cx="0" cy="288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a16="http://schemas.microsoft.com/office/drawing/2014/main" id="{B36C9380-A72D-781B-C917-D45879793B2A}"/>
              </a:ext>
            </a:extLst>
          </p:cNvPr>
          <p:cNvCxnSpPr>
            <a:cxnSpLocks/>
          </p:cNvCxnSpPr>
          <p:nvPr/>
        </p:nvCxnSpPr>
        <p:spPr>
          <a:xfrm flipV="1">
            <a:off x="2172166" y="5318497"/>
            <a:ext cx="0" cy="18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4" name="Conector recto 53">
            <a:extLst>
              <a:ext uri="{FF2B5EF4-FFF2-40B4-BE49-F238E27FC236}">
                <a16:creationId xmlns:a16="http://schemas.microsoft.com/office/drawing/2014/main" id="{2926B213-5AAC-5539-9720-238A2C692CDB}"/>
              </a:ext>
            </a:extLst>
          </p:cNvPr>
          <p:cNvCxnSpPr>
            <a:cxnSpLocks/>
          </p:cNvCxnSpPr>
          <p:nvPr/>
        </p:nvCxnSpPr>
        <p:spPr>
          <a:xfrm>
            <a:off x="1322287" y="5312024"/>
            <a:ext cx="19254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a16="http://schemas.microsoft.com/office/drawing/2014/main" id="{A297ACB0-2C4F-F298-113C-2D3482908947}"/>
              </a:ext>
            </a:extLst>
          </p:cNvPr>
          <p:cNvCxnSpPr>
            <a:cxnSpLocks/>
          </p:cNvCxnSpPr>
          <p:nvPr/>
        </p:nvCxnSpPr>
        <p:spPr>
          <a:xfrm flipV="1">
            <a:off x="2561378" y="5321660"/>
            <a:ext cx="0" cy="108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0" name="CuadroTexto 59">
            <a:extLst>
              <a:ext uri="{FF2B5EF4-FFF2-40B4-BE49-F238E27FC236}">
                <a16:creationId xmlns:a16="http://schemas.microsoft.com/office/drawing/2014/main" id="{C7B499EA-480F-84E2-76E2-245076301D16}"/>
              </a:ext>
            </a:extLst>
          </p:cNvPr>
          <p:cNvSpPr txBox="1"/>
          <p:nvPr/>
        </p:nvSpPr>
        <p:spPr>
          <a:xfrm>
            <a:off x="889588" y="5521887"/>
            <a:ext cx="729806" cy="400110"/>
          </a:xfrm>
          <a:prstGeom prst="rect">
            <a:avLst/>
          </a:prstGeom>
          <a:noFill/>
        </p:spPr>
        <p:txBody>
          <a:bodyPr wrap="square" rtlCol="0">
            <a:spAutoFit/>
          </a:bodyPr>
          <a:lstStyle/>
          <a:p>
            <a:r>
              <a:rPr lang="es-CO" sz="2000" dirty="0" err="1">
                <a:latin typeface="Symbol" panose="05050102010706020507" pitchFamily="18" charset="2"/>
                <a:ea typeface="Calibri" panose="020F0502020204030204" pitchFamily="34" charset="0"/>
                <a:cs typeface="Calibri" panose="020F0502020204030204" pitchFamily="34" charset="0"/>
              </a:rPr>
              <a:t>s</a:t>
            </a:r>
            <a:r>
              <a:rPr lang="es-CO" sz="2000" baseline="-25000" dirty="0" err="1">
                <a:latin typeface="Calibri" panose="020F0502020204030204" pitchFamily="34" charset="0"/>
                <a:ea typeface="Calibri" panose="020F0502020204030204" pitchFamily="34" charset="0"/>
                <a:cs typeface="Calibri" panose="020F0502020204030204" pitchFamily="34" charset="0"/>
              </a:rPr>
              <a:t>max</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sp>
        <p:nvSpPr>
          <p:cNvPr id="61" name="CuadroTexto 60">
            <a:extLst>
              <a:ext uri="{FF2B5EF4-FFF2-40B4-BE49-F238E27FC236}">
                <a16:creationId xmlns:a16="http://schemas.microsoft.com/office/drawing/2014/main" id="{084BDF50-78D9-DCBA-D70C-EB9D7DBED4C5}"/>
              </a:ext>
            </a:extLst>
          </p:cNvPr>
          <p:cNvSpPr txBox="1"/>
          <p:nvPr/>
        </p:nvSpPr>
        <p:spPr>
          <a:xfrm>
            <a:off x="3247781" y="5175348"/>
            <a:ext cx="729806" cy="400110"/>
          </a:xfrm>
          <a:prstGeom prst="rect">
            <a:avLst/>
          </a:prstGeom>
          <a:noFill/>
        </p:spPr>
        <p:txBody>
          <a:bodyPr wrap="square" rtlCol="0">
            <a:spAutoFit/>
          </a:bodyPr>
          <a:lstStyle/>
          <a:p>
            <a:r>
              <a:rPr lang="es-CO" sz="2000" dirty="0" err="1">
                <a:latin typeface="Symbol" panose="05050102010706020507" pitchFamily="18" charset="2"/>
                <a:ea typeface="Calibri" panose="020F0502020204030204" pitchFamily="34" charset="0"/>
                <a:cs typeface="Calibri" panose="020F0502020204030204" pitchFamily="34" charset="0"/>
              </a:rPr>
              <a:t>s</a:t>
            </a:r>
            <a:r>
              <a:rPr lang="es-CO" sz="2000" baseline="-25000" dirty="0" err="1">
                <a:latin typeface="Calibri" panose="020F0502020204030204" pitchFamily="34" charset="0"/>
                <a:ea typeface="Calibri" panose="020F0502020204030204" pitchFamily="34" charset="0"/>
                <a:cs typeface="Calibri" panose="020F0502020204030204" pitchFamily="34" charset="0"/>
              </a:rPr>
              <a:t>min</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8F38660D-63AA-AF78-10D7-11B0131C087F}"/>
                  </a:ext>
                </a:extLst>
              </p:cNvPr>
              <p:cNvSpPr txBox="1"/>
              <p:nvPr/>
            </p:nvSpPr>
            <p:spPr>
              <a:xfrm>
                <a:off x="5426281" y="3317845"/>
                <a:ext cx="968598" cy="5824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b="0" i="1" smtClean="0">
                          <a:latin typeface="Cambria Math" panose="02040503050406030204" pitchFamily="18" charset="0"/>
                          <a:ea typeface="Cambria Math" panose="02040503050406030204" pitchFamily="18" charset="0"/>
                        </a:rPr>
                        <m:t>e</m:t>
                      </m:r>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b</m:t>
                          </m:r>
                        </m:num>
                        <m:den>
                          <m:r>
                            <a:rPr lang="es-419" sz="2000" b="0" i="1" smtClean="0">
                              <a:latin typeface="Cambria Math" panose="02040503050406030204" pitchFamily="18" charset="0"/>
                              <a:ea typeface="Cambria Math" panose="02040503050406030204" pitchFamily="18" charset="0"/>
                            </a:rPr>
                            <m:t>2</m:t>
                          </m:r>
                        </m:den>
                      </m:f>
                      <m:r>
                        <a:rPr lang="es-419" sz="2000" b="0" i="1" smtClean="0">
                          <a:latin typeface="Cambria Math" panose="02040503050406030204" pitchFamily="18" charset="0"/>
                          <a:ea typeface="Cambria Math" panose="02040503050406030204" pitchFamily="18" charset="0"/>
                        </a:rPr>
                        <m:t>−</m:t>
                      </m:r>
                      <m:f>
                        <m:fPr>
                          <m:ctrlPr>
                            <a:rPr lang="es-CO" sz="2000" i="1">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a</m:t>
                          </m:r>
                        </m:num>
                        <m:den>
                          <m:r>
                            <a:rPr lang="es-419" sz="2000" i="1">
                              <a:latin typeface="Cambria Math" panose="02040503050406030204" pitchFamily="18" charset="0"/>
                              <a:ea typeface="Cambria Math" panose="02040503050406030204" pitchFamily="18" charset="0"/>
                            </a:rPr>
                            <m:t>2</m:t>
                          </m:r>
                        </m:den>
                      </m:f>
                    </m:oMath>
                  </m:oMathPara>
                </a14:m>
                <a:endParaRPr lang="es-CO" sz="2000" dirty="0"/>
              </a:p>
            </p:txBody>
          </p:sp>
        </mc:Choice>
        <mc:Fallback xmlns="">
          <p:sp>
            <p:nvSpPr>
              <p:cNvPr id="64" name="CuadroTexto 63">
                <a:extLst>
                  <a:ext uri="{FF2B5EF4-FFF2-40B4-BE49-F238E27FC236}">
                    <a16:creationId xmlns:a16="http://schemas.microsoft.com/office/drawing/2014/main" id="{8F38660D-63AA-AF78-10D7-11B0131C087F}"/>
                  </a:ext>
                </a:extLst>
              </p:cNvPr>
              <p:cNvSpPr txBox="1">
                <a:spLocks noRot="1" noChangeAspect="1" noMove="1" noResize="1" noEditPoints="1" noAdjustHandles="1" noChangeArrowheads="1" noChangeShapeType="1" noTextEdit="1"/>
              </p:cNvSpPr>
              <p:nvPr/>
            </p:nvSpPr>
            <p:spPr>
              <a:xfrm>
                <a:off x="5426281" y="3317845"/>
                <a:ext cx="968598" cy="582467"/>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8899D16E-E93A-F71B-F2E9-E97ACA13C16C}"/>
                  </a:ext>
                </a:extLst>
              </p:cNvPr>
              <p:cNvSpPr txBox="1"/>
              <p:nvPr/>
            </p:nvSpPr>
            <p:spPr>
              <a:xfrm>
                <a:off x="6226986" y="4314752"/>
                <a:ext cx="1229824"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000" b="0" i="1" smtClean="0">
                              <a:latin typeface="Cambria Math" panose="02040503050406030204" pitchFamily="18" charset="0"/>
                              <a:ea typeface="Cambria Math" panose="02040503050406030204" pitchFamily="18" charset="0"/>
                            </a:rPr>
                          </m:ctrlPr>
                        </m:sSubPr>
                        <m:e>
                          <m:r>
                            <m:rPr>
                              <m:sty m:val="p"/>
                            </m:rPr>
                            <a:rPr lang="es-419" sz="2000" b="0" i="1" smtClean="0">
                              <a:latin typeface="Cambria Math" panose="02040503050406030204" pitchFamily="18" charset="0"/>
                              <a:ea typeface="Cambria Math" panose="02040503050406030204" pitchFamily="18" charset="0"/>
                            </a:rPr>
                            <m:t>b</m:t>
                          </m:r>
                        </m:e>
                        <m:sub>
                          <m:r>
                            <m:rPr>
                              <m:sty m:val="p"/>
                            </m:rPr>
                            <a:rPr lang="es-419" sz="2000" b="0" i="1" smtClean="0">
                              <a:latin typeface="Cambria Math" panose="02040503050406030204" pitchFamily="18" charset="0"/>
                              <a:ea typeface="Cambria Math" panose="02040503050406030204" pitchFamily="18" charset="0"/>
                            </a:rPr>
                            <m:t>max</m:t>
                          </m:r>
                        </m:sub>
                      </m:sSub>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a:rPr lang="es-419" sz="2000" b="0" i="1" smtClean="0">
                              <a:latin typeface="Cambria Math" panose="02040503050406030204" pitchFamily="18" charset="0"/>
                              <a:ea typeface="Cambria Math" panose="02040503050406030204" pitchFamily="18" charset="0"/>
                            </a:rPr>
                            <m:t>3</m:t>
                          </m:r>
                        </m:num>
                        <m:den>
                          <m:r>
                            <a:rPr lang="es-419" sz="2000" b="0" i="1" smtClean="0">
                              <a:latin typeface="Cambria Math" panose="02040503050406030204" pitchFamily="18" charset="0"/>
                              <a:ea typeface="Cambria Math" panose="02040503050406030204" pitchFamily="18" charset="0"/>
                            </a:rPr>
                            <m:t>2</m:t>
                          </m:r>
                        </m:den>
                      </m:f>
                      <m:r>
                        <m:rPr>
                          <m:sty m:val="p"/>
                        </m:rPr>
                        <a:rPr lang="es-419" sz="2000" b="0" i="1" smtClean="0">
                          <a:latin typeface="Cambria Math" panose="02040503050406030204" pitchFamily="18" charset="0"/>
                          <a:ea typeface="Cambria Math" panose="02040503050406030204" pitchFamily="18" charset="0"/>
                        </a:rPr>
                        <m:t>a</m:t>
                      </m:r>
                    </m:oMath>
                  </m:oMathPara>
                </a14:m>
                <a:endParaRPr lang="es-CO" sz="2000" dirty="0"/>
              </a:p>
            </p:txBody>
          </p:sp>
        </mc:Choice>
        <mc:Fallback xmlns="">
          <p:sp>
            <p:nvSpPr>
              <p:cNvPr id="67" name="CuadroTexto 66">
                <a:extLst>
                  <a:ext uri="{FF2B5EF4-FFF2-40B4-BE49-F238E27FC236}">
                    <a16:creationId xmlns:a16="http://schemas.microsoft.com/office/drawing/2014/main" id="{8899D16E-E93A-F71B-F2E9-E97ACA13C16C}"/>
                  </a:ext>
                </a:extLst>
              </p:cNvPr>
              <p:cNvSpPr txBox="1">
                <a:spLocks noRot="1" noChangeAspect="1" noMove="1" noResize="1" noEditPoints="1" noAdjustHandles="1" noChangeArrowheads="1" noChangeShapeType="1" noTextEdit="1"/>
              </p:cNvSpPr>
              <p:nvPr/>
            </p:nvSpPr>
            <p:spPr>
              <a:xfrm>
                <a:off x="6226986" y="4314752"/>
                <a:ext cx="1229824" cy="576183"/>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BDB74702-293B-3AF2-82B1-3FA8D790EFBA}"/>
                  </a:ext>
                </a:extLst>
              </p:cNvPr>
              <p:cNvSpPr txBox="1"/>
              <p:nvPr/>
            </p:nvSpPr>
            <p:spPr>
              <a:xfrm>
                <a:off x="5247167" y="2457773"/>
                <a:ext cx="1959639" cy="460639"/>
              </a:xfrm>
              <a:prstGeom prst="rect">
                <a:avLst/>
              </a:prstGeom>
              <a:noFill/>
            </p:spPr>
            <p:txBody>
              <a:bodyPr wrap="none" lIns="0" tIns="0" rIns="0" bIns="0" rtlCol="0">
                <a:spAutoFit/>
              </a:bodyPr>
              <a:lstStyle/>
              <a:p>
                <a14:m>
                  <m:oMath xmlns:m="http://schemas.openxmlformats.org/officeDocument/2006/math">
                    <m:r>
                      <a:rPr lang="es-CO" sz="2000" i="1" smtClean="0">
                        <a:latin typeface="Cambria Math" panose="02040503050406030204" pitchFamily="18" charset="0"/>
                        <a:ea typeface="Cambria Math" panose="02040503050406030204" pitchFamily="18" charset="0"/>
                      </a:rPr>
                      <m:t>𝜎</m:t>
                    </m:r>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P</m:t>
                        </m:r>
                      </m:num>
                      <m:den>
                        <m:r>
                          <m:rPr>
                            <m:sty m:val="p"/>
                          </m:rPr>
                          <a:rPr lang="es-419" sz="2000" b="0" i="1" smtClean="0">
                            <a:latin typeface="Cambria Math" panose="02040503050406030204" pitchFamily="18" charset="0"/>
                            <a:ea typeface="Cambria Math" panose="02040503050406030204" pitchFamily="18" charset="0"/>
                          </a:rPr>
                          <m:t>BL</m:t>
                        </m:r>
                      </m:den>
                    </m:f>
                    <m:d>
                      <m:dPr>
                        <m:ctrlPr>
                          <a:rPr lang="es-CO" sz="2000" b="0" i="1" smtClean="0">
                            <a:latin typeface="Cambria Math" panose="02040503050406030204" pitchFamily="18" charset="0"/>
                            <a:ea typeface="Cambria Math" panose="02040503050406030204" pitchFamily="18" charset="0"/>
                          </a:rPr>
                        </m:ctrlPr>
                      </m:dPr>
                      <m:e>
                        <m:r>
                          <a:rPr lang="es-419" sz="2000" b="0" i="1" smtClean="0">
                            <a:latin typeface="Cambria Math" panose="02040503050406030204" pitchFamily="18" charset="0"/>
                            <a:ea typeface="Cambria Math" panose="02040503050406030204" pitchFamily="18" charset="0"/>
                          </a:rPr>
                          <m:t>1</m:t>
                        </m:r>
                        <m:r>
                          <a:rPr lang="es-CO" sz="2000" i="1">
                            <a:latin typeface="Cambria Math" panose="02040503050406030204" pitchFamily="18" charset="0"/>
                            <a:ea typeface="Cambria Math" panose="02040503050406030204" pitchFamily="18" charset="0"/>
                          </a:rPr>
                          <m:t>±</m:t>
                        </m:r>
                        <m:f>
                          <m:fPr>
                            <m:ctrlPr>
                              <a:rPr lang="es-CO" sz="2000" i="1" smtClean="0">
                                <a:latin typeface="Cambria Math" panose="02040503050406030204" pitchFamily="18" charset="0"/>
                                <a:ea typeface="Cambria Math" panose="02040503050406030204" pitchFamily="18" charset="0"/>
                              </a:rPr>
                            </m:ctrlPr>
                          </m:fPr>
                          <m:num>
                            <m:r>
                              <a:rPr lang="es-419" sz="2000" b="0" i="1" smtClean="0">
                                <a:latin typeface="Cambria Math" panose="02040503050406030204" pitchFamily="18" charset="0"/>
                                <a:ea typeface="Cambria Math" panose="02040503050406030204" pitchFamily="18" charset="0"/>
                              </a:rPr>
                              <m:t>6</m:t>
                            </m:r>
                            <m:r>
                              <m:rPr>
                                <m:sty m:val="p"/>
                              </m:rPr>
                              <a:rPr lang="es-419" sz="2000" b="0" i="1" smtClean="0">
                                <a:latin typeface="Cambria Math" panose="02040503050406030204" pitchFamily="18" charset="0"/>
                                <a:ea typeface="Cambria Math" panose="02040503050406030204" pitchFamily="18" charset="0"/>
                              </a:rPr>
                              <m:t>e</m:t>
                            </m:r>
                          </m:num>
                          <m:den>
                            <m:r>
                              <m:rPr>
                                <m:sty m:val="p"/>
                              </m:rPr>
                              <a:rPr lang="es-419" sz="2000" b="0" i="1" smtClean="0">
                                <a:latin typeface="Cambria Math" panose="02040503050406030204" pitchFamily="18" charset="0"/>
                                <a:ea typeface="Cambria Math" panose="02040503050406030204" pitchFamily="18" charset="0"/>
                              </a:rPr>
                              <m:t>B</m:t>
                            </m:r>
                          </m:den>
                        </m:f>
                      </m:e>
                    </m:d>
                  </m:oMath>
                </a14:m>
                <a:r>
                  <a:rPr lang="es-CO" sz="2000" dirty="0"/>
                  <a:t>=0</a:t>
                </a:r>
              </a:p>
            </p:txBody>
          </p:sp>
        </mc:Choice>
        <mc:Fallback xmlns="">
          <p:sp>
            <p:nvSpPr>
              <p:cNvPr id="68" name="CuadroTexto 67">
                <a:extLst>
                  <a:ext uri="{FF2B5EF4-FFF2-40B4-BE49-F238E27FC236}">
                    <a16:creationId xmlns:a16="http://schemas.microsoft.com/office/drawing/2014/main" id="{BDB74702-293B-3AF2-82B1-3FA8D790EFBA}"/>
                  </a:ext>
                </a:extLst>
              </p:cNvPr>
              <p:cNvSpPr txBox="1">
                <a:spLocks noRot="1" noChangeAspect="1" noMove="1" noResize="1" noEditPoints="1" noAdjustHandles="1" noChangeArrowheads="1" noChangeShapeType="1" noTextEdit="1"/>
              </p:cNvSpPr>
              <p:nvPr/>
            </p:nvSpPr>
            <p:spPr>
              <a:xfrm>
                <a:off x="5247167" y="2457773"/>
                <a:ext cx="1959639" cy="460639"/>
              </a:xfrm>
              <a:prstGeom prst="rect">
                <a:avLst/>
              </a:prstGeom>
              <a:blipFill>
                <a:blip r:embed="rId6"/>
                <a:stretch>
                  <a:fillRect r="-6854" b="-1842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2A2576E-BC86-C7D2-02A8-57C71F49C4E0}"/>
                  </a:ext>
                </a:extLst>
              </p:cNvPr>
              <p:cNvSpPr txBox="1"/>
              <p:nvPr/>
            </p:nvSpPr>
            <p:spPr>
              <a:xfrm>
                <a:off x="7798420" y="2427508"/>
                <a:ext cx="977512" cy="435247"/>
              </a:xfrm>
              <a:prstGeom prst="rect">
                <a:avLst/>
              </a:prstGeom>
              <a:noFill/>
            </p:spPr>
            <p:txBody>
              <a:bodyPr wrap="none" lIns="0" tIns="0" rIns="0" bIns="0" rtlCol="0">
                <a:spAutoFit/>
              </a:bodyPr>
              <a:lstStyle/>
              <a:p>
                <a14:m>
                  <m:oMath xmlns:m="http://schemas.openxmlformats.org/officeDocument/2006/math">
                    <m:r>
                      <a:rPr lang="es-CO" sz="2000" i="1" smtClean="0">
                        <a:latin typeface="Cambria Math" panose="02040503050406030204" pitchFamily="18" charset="0"/>
                        <a:ea typeface="Cambria Math" panose="02040503050406030204" pitchFamily="18" charset="0"/>
                      </a:rPr>
                      <m:t>𝜎</m:t>
                    </m:r>
                    <m:r>
                      <a:rPr lang="es-419" sz="2000" b="0" i="1" smtClean="0">
                        <a:latin typeface="Cambria Math" panose="02040503050406030204" pitchFamily="18" charset="0"/>
                        <a:ea typeface="Cambria Math" panose="02040503050406030204" pitchFamily="18" charset="0"/>
                      </a:rPr>
                      <m:t>=</m:t>
                    </m:r>
                    <m:f>
                      <m:fPr>
                        <m:ctrlPr>
                          <a:rPr lang="es-CO"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6</m:t>
                        </m:r>
                        <m:r>
                          <m:rPr>
                            <m:sty m:val="p"/>
                          </m:rPr>
                          <a:rPr lang="es-419" sz="2000" i="1">
                            <a:latin typeface="Cambria Math" panose="02040503050406030204" pitchFamily="18" charset="0"/>
                            <a:ea typeface="Cambria Math" panose="02040503050406030204" pitchFamily="18" charset="0"/>
                          </a:rPr>
                          <m:t>e</m:t>
                        </m:r>
                      </m:num>
                      <m:den>
                        <m:r>
                          <m:rPr>
                            <m:sty m:val="p"/>
                          </m:rPr>
                          <a:rPr lang="es-419" sz="2000" i="1">
                            <a:latin typeface="Cambria Math" panose="02040503050406030204" pitchFamily="18" charset="0"/>
                            <a:ea typeface="Cambria Math" panose="02040503050406030204" pitchFamily="18" charset="0"/>
                          </a:rPr>
                          <m:t>B</m:t>
                        </m:r>
                      </m:den>
                    </m:f>
                  </m:oMath>
                </a14:m>
                <a:r>
                  <a:rPr lang="es-CO" sz="2000" dirty="0"/>
                  <a:t>=1</a:t>
                </a:r>
              </a:p>
            </p:txBody>
          </p:sp>
        </mc:Choice>
        <mc:Fallback xmlns="">
          <p:sp>
            <p:nvSpPr>
              <p:cNvPr id="14" name="CuadroTexto 13">
                <a:extLst>
                  <a:ext uri="{FF2B5EF4-FFF2-40B4-BE49-F238E27FC236}">
                    <a16:creationId xmlns:a16="http://schemas.microsoft.com/office/drawing/2014/main" id="{82A2576E-BC86-C7D2-02A8-57C71F49C4E0}"/>
                  </a:ext>
                </a:extLst>
              </p:cNvPr>
              <p:cNvSpPr txBox="1">
                <a:spLocks noRot="1" noChangeAspect="1" noMove="1" noResize="1" noEditPoints="1" noAdjustHandles="1" noChangeArrowheads="1" noChangeShapeType="1" noTextEdit="1"/>
              </p:cNvSpPr>
              <p:nvPr/>
            </p:nvSpPr>
            <p:spPr>
              <a:xfrm>
                <a:off x="7798420" y="2427508"/>
                <a:ext cx="977512" cy="435247"/>
              </a:xfrm>
              <a:prstGeom prst="rect">
                <a:avLst/>
              </a:prstGeom>
              <a:blipFill>
                <a:blip r:embed="rId7"/>
                <a:stretch>
                  <a:fillRect l="-6211" t="-1389" r="-14907" b="-2222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9DE5E0B-22A2-98A8-9C26-D8CA90332E9B}"/>
                  </a:ext>
                </a:extLst>
              </p:cNvPr>
              <p:cNvSpPr txBox="1"/>
              <p:nvPr/>
            </p:nvSpPr>
            <p:spPr>
              <a:xfrm>
                <a:off x="7249011" y="3317844"/>
                <a:ext cx="986231" cy="584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a:latin typeface="Cambria Math" panose="02040503050406030204" pitchFamily="18" charset="0"/>
                              <a:ea typeface="Cambria Math" panose="02040503050406030204" pitchFamily="18" charset="0"/>
                            </a:rPr>
                          </m:ctrlPr>
                        </m:fPr>
                        <m:num>
                          <m:r>
                            <m:rPr>
                              <m:sty m:val="p"/>
                            </m:rPr>
                            <a:rPr lang="es-419" sz="2000" i="1">
                              <a:latin typeface="Cambria Math" panose="02040503050406030204" pitchFamily="18" charset="0"/>
                              <a:ea typeface="Cambria Math" panose="02040503050406030204" pitchFamily="18" charset="0"/>
                            </a:rPr>
                            <m:t>b</m:t>
                          </m:r>
                        </m:num>
                        <m:den>
                          <m:r>
                            <a:rPr lang="es-419" sz="2000" b="0" i="1" smtClean="0">
                              <a:latin typeface="Cambria Math" panose="02040503050406030204" pitchFamily="18" charset="0"/>
                              <a:ea typeface="Cambria Math" panose="02040503050406030204" pitchFamily="18" charset="0"/>
                            </a:rPr>
                            <m:t>6</m:t>
                          </m:r>
                        </m:den>
                      </m:f>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b</m:t>
                          </m:r>
                        </m:num>
                        <m:den>
                          <m:r>
                            <a:rPr lang="es-419" sz="2000" b="0" i="1" smtClean="0">
                              <a:latin typeface="Cambria Math" panose="02040503050406030204" pitchFamily="18" charset="0"/>
                              <a:ea typeface="Cambria Math" panose="02040503050406030204" pitchFamily="18" charset="0"/>
                            </a:rPr>
                            <m:t>2</m:t>
                          </m:r>
                        </m:den>
                      </m:f>
                      <m:r>
                        <a:rPr lang="es-419" sz="2000" b="0" i="1" smtClean="0">
                          <a:latin typeface="Cambria Math" panose="02040503050406030204" pitchFamily="18" charset="0"/>
                          <a:ea typeface="Cambria Math" panose="02040503050406030204" pitchFamily="18" charset="0"/>
                        </a:rPr>
                        <m:t>−</m:t>
                      </m:r>
                      <m:f>
                        <m:fPr>
                          <m:ctrlPr>
                            <a:rPr lang="es-CO" sz="2000" i="1">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a</m:t>
                          </m:r>
                        </m:num>
                        <m:den>
                          <m:r>
                            <a:rPr lang="es-419" sz="2000" i="1">
                              <a:latin typeface="Cambria Math" panose="02040503050406030204" pitchFamily="18" charset="0"/>
                              <a:ea typeface="Cambria Math" panose="02040503050406030204" pitchFamily="18" charset="0"/>
                            </a:rPr>
                            <m:t>2</m:t>
                          </m:r>
                        </m:den>
                      </m:f>
                    </m:oMath>
                  </m:oMathPara>
                </a14:m>
                <a:endParaRPr lang="es-CO" sz="2000" dirty="0"/>
              </a:p>
            </p:txBody>
          </p:sp>
        </mc:Choice>
        <mc:Fallback xmlns="">
          <p:sp>
            <p:nvSpPr>
              <p:cNvPr id="16" name="CuadroTexto 15">
                <a:extLst>
                  <a:ext uri="{FF2B5EF4-FFF2-40B4-BE49-F238E27FC236}">
                    <a16:creationId xmlns:a16="http://schemas.microsoft.com/office/drawing/2014/main" id="{99DE5E0B-22A2-98A8-9C26-D8CA90332E9B}"/>
                  </a:ext>
                </a:extLst>
              </p:cNvPr>
              <p:cNvSpPr txBox="1">
                <a:spLocks noRot="1" noChangeAspect="1" noMove="1" noResize="1" noEditPoints="1" noAdjustHandles="1" noChangeArrowheads="1" noChangeShapeType="1" noTextEdit="1"/>
              </p:cNvSpPr>
              <p:nvPr/>
            </p:nvSpPr>
            <p:spPr>
              <a:xfrm>
                <a:off x="7249011" y="3317844"/>
                <a:ext cx="986231" cy="584519"/>
              </a:xfrm>
              <a:prstGeom prst="rect">
                <a:avLst/>
              </a:prstGeom>
              <a:blipFill>
                <a:blip r:embed="rId8"/>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147756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4" grpId="0"/>
      <p:bldP spid="67" grpId="0"/>
      <p:bldP spid="68" grpId="0"/>
      <p:bldP spid="14"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162D5-2572-1441-CB33-62FC36F6AA2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0CF052B-2942-FD1F-64D1-E5621D2BEA34}"/>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21502DA8-C889-6DF5-324F-3B114E77080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F569BB4-657F-39C1-7472-634EBFD55C84}"/>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ECC2AEC2-36E7-E943-B091-35CD0B24597E}"/>
              </a:ext>
            </a:extLst>
          </p:cNvPr>
          <p:cNvSpPr txBox="1"/>
          <p:nvPr/>
        </p:nvSpPr>
        <p:spPr>
          <a:xfrm>
            <a:off x="2511031" y="2972250"/>
            <a:ext cx="7169938" cy="1569660"/>
          </a:xfrm>
          <a:prstGeom prst="rect">
            <a:avLst/>
          </a:prstGeom>
          <a:noFill/>
        </p:spPr>
        <p:txBody>
          <a:bodyPr wrap="square">
            <a:spAutoFit/>
          </a:bodyPr>
          <a:lstStyle/>
          <a:p>
            <a:pPr algn="ctr"/>
            <a:r>
              <a:rPr lang="es-CO" sz="4800" b="1" dirty="0"/>
              <a:t>Zapatas excéntricas</a:t>
            </a:r>
          </a:p>
          <a:p>
            <a:pPr algn="ctr"/>
            <a:r>
              <a:rPr lang="es-CO" sz="4800" b="1" dirty="0"/>
              <a:t>Con vigas de contrapeso</a:t>
            </a:r>
          </a:p>
        </p:txBody>
      </p:sp>
    </p:spTree>
    <p:extLst>
      <p:ext uri="{BB962C8B-B14F-4D97-AF65-F5344CB8AC3E}">
        <p14:creationId xmlns:p14="http://schemas.microsoft.com/office/powerpoint/2010/main" val="279682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4D9F-05D6-80E1-5DC9-082D87901D98}"/>
            </a:ext>
          </a:extLst>
        </p:cNvPr>
        <p:cNvGrpSpPr/>
        <p:nvPr/>
      </p:nvGrpSpPr>
      <p:grpSpPr>
        <a:xfrm>
          <a:off x="0" y="0"/>
          <a:ext cx="0" cy="0"/>
          <a:chOff x="0" y="0"/>
          <a:chExt cx="0" cy="0"/>
        </a:xfrm>
      </p:grpSpPr>
      <p:sp>
        <p:nvSpPr>
          <p:cNvPr id="76" name="Rectángulo 75">
            <a:extLst>
              <a:ext uri="{FF2B5EF4-FFF2-40B4-BE49-F238E27FC236}">
                <a16:creationId xmlns:a16="http://schemas.microsoft.com/office/drawing/2014/main" id="{0257EE44-EAB4-357F-722C-5A88A066CC26}"/>
              </a:ext>
            </a:extLst>
          </p:cNvPr>
          <p:cNvSpPr/>
          <p:nvPr/>
        </p:nvSpPr>
        <p:spPr>
          <a:xfrm>
            <a:off x="6042282" y="4218786"/>
            <a:ext cx="4083826" cy="617621"/>
          </a:xfrm>
          <a:prstGeom prst="rect">
            <a:avLst/>
          </a:prstGeom>
          <a:solidFill>
            <a:srgbClr val="747474">
              <a:alpha val="50196"/>
            </a:srgbClr>
          </a:solidFill>
          <a:ln>
            <a:solidFill>
              <a:schemeClr val="bg2">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s-CO"/>
          </a:p>
        </p:txBody>
      </p:sp>
      <p:sp>
        <p:nvSpPr>
          <p:cNvPr id="2" name="CuadroTexto 1">
            <a:extLst>
              <a:ext uri="{FF2B5EF4-FFF2-40B4-BE49-F238E27FC236}">
                <a16:creationId xmlns:a16="http://schemas.microsoft.com/office/drawing/2014/main" id="{97A21F84-B16A-35F6-849B-498BA099A1D4}"/>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E472030C-055B-EFB5-4811-D60496E33CF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59B611E-4A01-2CED-A68C-852A8B5D5908}"/>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9EF3482E-C7BD-A18D-51E3-AE92CADF650D}"/>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Excéntrica</a:t>
            </a:r>
            <a:endParaRPr lang="es-CO" dirty="0"/>
          </a:p>
        </p:txBody>
      </p:sp>
      <p:cxnSp>
        <p:nvCxnSpPr>
          <p:cNvPr id="4" name="Conector recto 3">
            <a:extLst>
              <a:ext uri="{FF2B5EF4-FFF2-40B4-BE49-F238E27FC236}">
                <a16:creationId xmlns:a16="http://schemas.microsoft.com/office/drawing/2014/main" id="{9E115A94-24E5-8878-708E-1A0832C05804}"/>
              </a:ext>
            </a:extLst>
          </p:cNvPr>
          <p:cNvCxnSpPr>
            <a:cxnSpLocks/>
          </p:cNvCxnSpPr>
          <p:nvPr/>
        </p:nvCxnSpPr>
        <p:spPr>
          <a:xfrm>
            <a:off x="5312475" y="4836408"/>
            <a:ext cx="19254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4E5FA3B5-EB3D-2C36-CDCD-B36840621D18}"/>
              </a:ext>
            </a:extLst>
          </p:cNvPr>
          <p:cNvCxnSpPr>
            <a:cxnSpLocks/>
          </p:cNvCxnSpPr>
          <p:nvPr/>
        </p:nvCxnSpPr>
        <p:spPr>
          <a:xfrm flipV="1">
            <a:off x="6042283" y="4218786"/>
            <a:ext cx="1195686"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392F3CE7-91AC-72D8-C095-349B5D728A2C}"/>
              </a:ext>
            </a:extLst>
          </p:cNvPr>
          <p:cNvCxnSpPr>
            <a:cxnSpLocks/>
          </p:cNvCxnSpPr>
          <p:nvPr/>
        </p:nvCxnSpPr>
        <p:spPr>
          <a:xfrm flipV="1">
            <a:off x="6042283" y="3420975"/>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2849ADBF-76D7-9240-2487-44107F9B857A}"/>
              </a:ext>
            </a:extLst>
          </p:cNvPr>
          <p:cNvCxnSpPr>
            <a:cxnSpLocks/>
          </p:cNvCxnSpPr>
          <p:nvPr/>
        </p:nvCxnSpPr>
        <p:spPr>
          <a:xfrm flipV="1">
            <a:off x="5312475" y="3420975"/>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CB56F46F-FAFD-186B-0F36-96133B91152C}"/>
              </a:ext>
            </a:extLst>
          </p:cNvPr>
          <p:cNvCxnSpPr>
            <a:cxnSpLocks/>
          </p:cNvCxnSpPr>
          <p:nvPr/>
        </p:nvCxnSpPr>
        <p:spPr>
          <a:xfrm flipV="1">
            <a:off x="5312475" y="4218787"/>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15382B41-2467-5CC2-8884-7679A1A5B548}"/>
              </a:ext>
            </a:extLst>
          </p:cNvPr>
          <p:cNvCxnSpPr>
            <a:cxnSpLocks/>
          </p:cNvCxnSpPr>
          <p:nvPr/>
        </p:nvCxnSpPr>
        <p:spPr>
          <a:xfrm flipV="1">
            <a:off x="7237969" y="4218786"/>
            <a:ext cx="0" cy="617621"/>
          </a:xfrm>
          <a:prstGeom prst="line">
            <a:avLst/>
          </a:prstGeom>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72A39835-D2BE-5BE6-50AA-642E0E76C59A}"/>
              </a:ext>
            </a:extLst>
          </p:cNvPr>
          <p:cNvSpPr txBox="1"/>
          <p:nvPr/>
        </p:nvSpPr>
        <p:spPr>
          <a:xfrm>
            <a:off x="5897903" y="2478422"/>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e</a:t>
            </a:r>
          </a:p>
        </p:txBody>
      </p:sp>
      <p:sp>
        <p:nvSpPr>
          <p:cNvPr id="22" name="CuadroTexto 21">
            <a:extLst>
              <a:ext uri="{FF2B5EF4-FFF2-40B4-BE49-F238E27FC236}">
                <a16:creationId xmlns:a16="http://schemas.microsoft.com/office/drawing/2014/main" id="{24D3AD85-A582-B979-A802-929A5148A15E}"/>
              </a:ext>
            </a:extLst>
          </p:cNvPr>
          <p:cNvSpPr txBox="1"/>
          <p:nvPr/>
        </p:nvSpPr>
        <p:spPr>
          <a:xfrm>
            <a:off x="5522555" y="2912110"/>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a</a:t>
            </a:r>
          </a:p>
        </p:txBody>
      </p:sp>
      <p:cxnSp>
        <p:nvCxnSpPr>
          <p:cNvPr id="23" name="Conector recto de flecha 22">
            <a:extLst>
              <a:ext uri="{FF2B5EF4-FFF2-40B4-BE49-F238E27FC236}">
                <a16:creationId xmlns:a16="http://schemas.microsoft.com/office/drawing/2014/main" id="{57AD5880-335A-D4FF-DED0-639678C13806}"/>
              </a:ext>
            </a:extLst>
          </p:cNvPr>
          <p:cNvCxnSpPr>
            <a:cxnSpLocks/>
          </p:cNvCxnSpPr>
          <p:nvPr/>
        </p:nvCxnSpPr>
        <p:spPr>
          <a:xfrm>
            <a:off x="5312475" y="3263317"/>
            <a:ext cx="7298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Conector recto de flecha 28">
            <a:extLst>
              <a:ext uri="{FF2B5EF4-FFF2-40B4-BE49-F238E27FC236}">
                <a16:creationId xmlns:a16="http://schemas.microsoft.com/office/drawing/2014/main" id="{D86744D6-EC39-FE18-8EB0-39453EC2CDFA}"/>
              </a:ext>
            </a:extLst>
          </p:cNvPr>
          <p:cNvCxnSpPr>
            <a:cxnSpLocks/>
          </p:cNvCxnSpPr>
          <p:nvPr/>
        </p:nvCxnSpPr>
        <p:spPr>
          <a:xfrm>
            <a:off x="5677379" y="2898831"/>
            <a:ext cx="7298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BA8EAEE3-3734-7048-90DA-9D235D8FD7EF}"/>
              </a:ext>
            </a:extLst>
          </p:cNvPr>
          <p:cNvCxnSpPr>
            <a:cxnSpLocks/>
          </p:cNvCxnSpPr>
          <p:nvPr/>
        </p:nvCxnSpPr>
        <p:spPr>
          <a:xfrm flipV="1">
            <a:off x="5698524" y="3420975"/>
            <a:ext cx="0" cy="177494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Conector recto 32">
            <a:extLst>
              <a:ext uri="{FF2B5EF4-FFF2-40B4-BE49-F238E27FC236}">
                <a16:creationId xmlns:a16="http://schemas.microsoft.com/office/drawing/2014/main" id="{C59CB6B8-5966-C488-710A-C4755214AD7D}"/>
              </a:ext>
            </a:extLst>
          </p:cNvPr>
          <p:cNvCxnSpPr>
            <a:cxnSpLocks/>
          </p:cNvCxnSpPr>
          <p:nvPr/>
        </p:nvCxnSpPr>
        <p:spPr>
          <a:xfrm flipV="1">
            <a:off x="6407187" y="3420975"/>
            <a:ext cx="0" cy="177494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Flecha: hacia abajo 34">
            <a:extLst>
              <a:ext uri="{FF2B5EF4-FFF2-40B4-BE49-F238E27FC236}">
                <a16:creationId xmlns:a16="http://schemas.microsoft.com/office/drawing/2014/main" id="{39AA8D7F-7E89-AD8C-506F-B7A48EB31D4C}"/>
              </a:ext>
            </a:extLst>
          </p:cNvPr>
          <p:cNvSpPr/>
          <p:nvPr/>
        </p:nvSpPr>
        <p:spPr>
          <a:xfrm>
            <a:off x="5633209" y="2403245"/>
            <a:ext cx="130629"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CuadroTexto 35">
            <a:extLst>
              <a:ext uri="{FF2B5EF4-FFF2-40B4-BE49-F238E27FC236}">
                <a16:creationId xmlns:a16="http://schemas.microsoft.com/office/drawing/2014/main" id="{AF585D76-67C6-88DD-2F67-6CA514E894E6}"/>
              </a:ext>
            </a:extLst>
          </p:cNvPr>
          <p:cNvSpPr txBox="1"/>
          <p:nvPr/>
        </p:nvSpPr>
        <p:spPr>
          <a:xfrm>
            <a:off x="5219830" y="2377496"/>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Pu</a:t>
            </a:r>
          </a:p>
        </p:txBody>
      </p:sp>
      <p:sp>
        <p:nvSpPr>
          <p:cNvPr id="37" name="Rectángulo 36">
            <a:extLst>
              <a:ext uri="{FF2B5EF4-FFF2-40B4-BE49-F238E27FC236}">
                <a16:creationId xmlns:a16="http://schemas.microsoft.com/office/drawing/2014/main" id="{B13337E2-E31B-CB2B-2A1F-3DA8F574146F}"/>
              </a:ext>
            </a:extLst>
          </p:cNvPr>
          <p:cNvSpPr/>
          <p:nvPr/>
        </p:nvSpPr>
        <p:spPr>
          <a:xfrm>
            <a:off x="523834" y="2724411"/>
            <a:ext cx="1440000" cy="21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Rectángulo 37">
            <a:extLst>
              <a:ext uri="{FF2B5EF4-FFF2-40B4-BE49-F238E27FC236}">
                <a16:creationId xmlns:a16="http://schemas.microsoft.com/office/drawing/2014/main" id="{7B3A8353-6272-A577-AFED-6BE25F0AD474}"/>
              </a:ext>
            </a:extLst>
          </p:cNvPr>
          <p:cNvSpPr/>
          <p:nvPr/>
        </p:nvSpPr>
        <p:spPr>
          <a:xfrm>
            <a:off x="523834" y="3660411"/>
            <a:ext cx="288000" cy="2880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s-CO"/>
          </a:p>
        </p:txBody>
      </p:sp>
      <p:cxnSp>
        <p:nvCxnSpPr>
          <p:cNvPr id="39" name="Conector recto de flecha 38">
            <a:extLst>
              <a:ext uri="{FF2B5EF4-FFF2-40B4-BE49-F238E27FC236}">
                <a16:creationId xmlns:a16="http://schemas.microsoft.com/office/drawing/2014/main" id="{C8139E8A-048A-D45A-3297-9E1B8416DFB2}"/>
              </a:ext>
            </a:extLst>
          </p:cNvPr>
          <p:cNvCxnSpPr>
            <a:cxnSpLocks/>
          </p:cNvCxnSpPr>
          <p:nvPr/>
        </p:nvCxnSpPr>
        <p:spPr>
          <a:xfrm>
            <a:off x="523834" y="5111595"/>
            <a:ext cx="144000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CuadroTexto 40">
            <a:extLst>
              <a:ext uri="{FF2B5EF4-FFF2-40B4-BE49-F238E27FC236}">
                <a16:creationId xmlns:a16="http://schemas.microsoft.com/office/drawing/2014/main" id="{6AA7F0A3-E041-E04F-69E2-077F13851169}"/>
              </a:ext>
            </a:extLst>
          </p:cNvPr>
          <p:cNvSpPr txBox="1"/>
          <p:nvPr/>
        </p:nvSpPr>
        <p:spPr>
          <a:xfrm>
            <a:off x="1069521" y="5030471"/>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B</a:t>
            </a:r>
          </a:p>
        </p:txBody>
      </p:sp>
      <p:cxnSp>
        <p:nvCxnSpPr>
          <p:cNvPr id="42" name="Conector recto de flecha 41">
            <a:extLst>
              <a:ext uri="{FF2B5EF4-FFF2-40B4-BE49-F238E27FC236}">
                <a16:creationId xmlns:a16="http://schemas.microsoft.com/office/drawing/2014/main" id="{9A0057F6-E1C3-0D38-B732-F1A4B3D9385E}"/>
              </a:ext>
            </a:extLst>
          </p:cNvPr>
          <p:cNvCxnSpPr>
            <a:cxnSpLocks/>
          </p:cNvCxnSpPr>
          <p:nvPr/>
        </p:nvCxnSpPr>
        <p:spPr>
          <a:xfrm flipV="1">
            <a:off x="335482" y="2726481"/>
            <a:ext cx="0" cy="215793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4" name="CuadroTexto 43">
            <a:extLst>
              <a:ext uri="{FF2B5EF4-FFF2-40B4-BE49-F238E27FC236}">
                <a16:creationId xmlns:a16="http://schemas.microsoft.com/office/drawing/2014/main" id="{A4EC6668-F672-247B-95BD-58B1D2079961}"/>
              </a:ext>
            </a:extLst>
          </p:cNvPr>
          <p:cNvSpPr txBox="1"/>
          <p:nvPr/>
        </p:nvSpPr>
        <p:spPr>
          <a:xfrm>
            <a:off x="-59271" y="3596883"/>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L</a:t>
            </a:r>
          </a:p>
        </p:txBody>
      </p:sp>
      <p:cxnSp>
        <p:nvCxnSpPr>
          <p:cNvPr id="46" name="Conector recto de flecha 45">
            <a:extLst>
              <a:ext uri="{FF2B5EF4-FFF2-40B4-BE49-F238E27FC236}">
                <a16:creationId xmlns:a16="http://schemas.microsoft.com/office/drawing/2014/main" id="{5D3762B5-8AA4-3634-2098-983452EF9218}"/>
              </a:ext>
            </a:extLst>
          </p:cNvPr>
          <p:cNvCxnSpPr/>
          <p:nvPr/>
        </p:nvCxnSpPr>
        <p:spPr>
          <a:xfrm flipV="1">
            <a:off x="5312475" y="5258351"/>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ector recto de flecha 46">
            <a:extLst>
              <a:ext uri="{FF2B5EF4-FFF2-40B4-BE49-F238E27FC236}">
                <a16:creationId xmlns:a16="http://schemas.microsoft.com/office/drawing/2014/main" id="{FC25C61F-73AA-E03B-0AC6-804B0290B769}"/>
              </a:ext>
            </a:extLst>
          </p:cNvPr>
          <p:cNvCxnSpPr/>
          <p:nvPr/>
        </p:nvCxnSpPr>
        <p:spPr>
          <a:xfrm flipV="1">
            <a:off x="7237969" y="5263969"/>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ector recto 48">
            <a:extLst>
              <a:ext uri="{FF2B5EF4-FFF2-40B4-BE49-F238E27FC236}">
                <a16:creationId xmlns:a16="http://schemas.microsoft.com/office/drawing/2014/main" id="{2275A8CC-0869-F319-875C-037057EF64FE}"/>
              </a:ext>
            </a:extLst>
          </p:cNvPr>
          <p:cNvCxnSpPr>
            <a:cxnSpLocks/>
          </p:cNvCxnSpPr>
          <p:nvPr/>
        </p:nvCxnSpPr>
        <p:spPr>
          <a:xfrm>
            <a:off x="5312475" y="5611476"/>
            <a:ext cx="192549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 name="Conector recto de flecha 49">
            <a:extLst>
              <a:ext uri="{FF2B5EF4-FFF2-40B4-BE49-F238E27FC236}">
                <a16:creationId xmlns:a16="http://schemas.microsoft.com/office/drawing/2014/main" id="{577F3C1E-2AF7-8D44-7208-3C083EC1DC98}"/>
              </a:ext>
            </a:extLst>
          </p:cNvPr>
          <p:cNvCxnSpPr>
            <a:cxnSpLocks/>
          </p:cNvCxnSpPr>
          <p:nvPr/>
        </p:nvCxnSpPr>
        <p:spPr>
          <a:xfrm flipV="1">
            <a:off x="5731206" y="5255942"/>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a16="http://schemas.microsoft.com/office/drawing/2014/main" id="{642AE6B8-A3B4-467A-8640-850166AFB218}"/>
              </a:ext>
            </a:extLst>
          </p:cNvPr>
          <p:cNvCxnSpPr>
            <a:cxnSpLocks/>
          </p:cNvCxnSpPr>
          <p:nvPr/>
        </p:nvCxnSpPr>
        <p:spPr>
          <a:xfrm flipV="1">
            <a:off x="6162354" y="5263969"/>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a16="http://schemas.microsoft.com/office/drawing/2014/main" id="{575B2503-43D2-D5FA-D337-1BEEE88B5480}"/>
              </a:ext>
            </a:extLst>
          </p:cNvPr>
          <p:cNvCxnSpPr>
            <a:cxnSpLocks/>
          </p:cNvCxnSpPr>
          <p:nvPr/>
        </p:nvCxnSpPr>
        <p:spPr>
          <a:xfrm flipV="1">
            <a:off x="6551566" y="5267132"/>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ector recto de flecha 58">
            <a:extLst>
              <a:ext uri="{FF2B5EF4-FFF2-40B4-BE49-F238E27FC236}">
                <a16:creationId xmlns:a16="http://schemas.microsoft.com/office/drawing/2014/main" id="{3DB104F2-2D89-9CF2-C6A3-A437BB3ECD77}"/>
              </a:ext>
            </a:extLst>
          </p:cNvPr>
          <p:cNvCxnSpPr>
            <a:cxnSpLocks/>
          </p:cNvCxnSpPr>
          <p:nvPr/>
        </p:nvCxnSpPr>
        <p:spPr>
          <a:xfrm flipV="1">
            <a:off x="6917096" y="5262817"/>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0" name="CuadroTexto 59">
            <a:extLst>
              <a:ext uri="{FF2B5EF4-FFF2-40B4-BE49-F238E27FC236}">
                <a16:creationId xmlns:a16="http://schemas.microsoft.com/office/drawing/2014/main" id="{2E0BF653-878F-2C3E-BA7A-4B604B082866}"/>
              </a:ext>
            </a:extLst>
          </p:cNvPr>
          <p:cNvSpPr txBox="1"/>
          <p:nvPr/>
        </p:nvSpPr>
        <p:spPr>
          <a:xfrm>
            <a:off x="4879776" y="5467359"/>
            <a:ext cx="729806" cy="400110"/>
          </a:xfrm>
          <a:prstGeom prst="rect">
            <a:avLst/>
          </a:prstGeom>
          <a:noFill/>
        </p:spPr>
        <p:txBody>
          <a:bodyPr wrap="square" rtlCol="0">
            <a:spAutoFit/>
          </a:bodyPr>
          <a:lstStyle/>
          <a:p>
            <a:r>
              <a:rPr lang="es-CO" sz="2000" dirty="0">
                <a:latin typeface="Symbol" panose="05050102010706020507" pitchFamily="18" charset="2"/>
                <a:ea typeface="Calibri" panose="020F0502020204030204" pitchFamily="34" charset="0"/>
                <a:cs typeface="Calibri" panose="020F0502020204030204" pitchFamily="34" charset="0"/>
              </a:rPr>
              <a:t>s</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3EE05B1D-EBCD-F844-5255-4414BF00FB83}"/>
                  </a:ext>
                </a:extLst>
              </p:cNvPr>
              <p:cNvSpPr txBox="1"/>
              <p:nvPr/>
            </p:nvSpPr>
            <p:spPr>
              <a:xfrm>
                <a:off x="8222382" y="5319355"/>
                <a:ext cx="157363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i="1" smtClean="0">
                          <a:latin typeface="Cambria Math" panose="02040503050406030204" pitchFamily="18" charset="0"/>
                          <a:ea typeface="Cambria Math" panose="02040503050406030204" pitchFamily="18" charset="0"/>
                        </a:rPr>
                        <m:t>P</m:t>
                      </m:r>
                      <m:r>
                        <a:rPr lang="es-419" sz="2000" b="0" i="1" smtClean="0">
                          <a:latin typeface="Cambria Math" panose="02040503050406030204" pitchFamily="18" charset="0"/>
                          <a:ea typeface="Cambria Math" panose="02040503050406030204" pitchFamily="18" charset="0"/>
                        </a:rPr>
                        <m:t> </m:t>
                      </m:r>
                      <m:r>
                        <m:rPr>
                          <m:sty m:val="p"/>
                        </m:rPr>
                        <a:rPr lang="es-419" sz="2000" b="0" i="1" smtClean="0">
                          <a:latin typeface="Cambria Math" panose="02040503050406030204" pitchFamily="18" charset="0"/>
                          <a:ea typeface="Cambria Math" panose="02040503050406030204" pitchFamily="18" charset="0"/>
                        </a:rPr>
                        <m:t>e</m:t>
                      </m:r>
                      <m:r>
                        <a:rPr lang="es-419" sz="2000" b="0" i="1" smtClean="0">
                          <a:latin typeface="Cambria Math" panose="02040503050406030204" pitchFamily="18" charset="0"/>
                          <a:ea typeface="Cambria Math" panose="02040503050406030204" pitchFamily="18" charset="0"/>
                        </a:rPr>
                        <m:t>=</m:t>
                      </m:r>
                      <m:r>
                        <m:rPr>
                          <m:sty m:val="p"/>
                        </m:rPr>
                        <a:rPr lang="el-GR" sz="2000" b="0" i="1" smtClean="0">
                          <a:latin typeface="Cambria Math" panose="02040503050406030204" pitchFamily="18" charset="0"/>
                          <a:ea typeface="Cambria Math" panose="02040503050406030204" pitchFamily="18" charset="0"/>
                        </a:rPr>
                        <m:t>Δ</m:t>
                      </m:r>
                      <m:r>
                        <m:rPr>
                          <m:sty m:val="p"/>
                        </m:rPr>
                        <a:rPr lang="es-419" sz="2000" b="0" i="1" smtClean="0">
                          <a:latin typeface="Cambria Math" panose="02040503050406030204" pitchFamily="18" charset="0"/>
                          <a:ea typeface="Cambria Math" panose="02040503050406030204" pitchFamily="18" charset="0"/>
                        </a:rPr>
                        <m:t>P</m:t>
                      </m:r>
                      <m:d>
                        <m:dPr>
                          <m:ctrlPr>
                            <a:rPr lang="es-CO" sz="2000" b="0" i="1" smtClean="0">
                              <a:latin typeface="Cambria Math" panose="02040503050406030204" pitchFamily="18" charset="0"/>
                              <a:ea typeface="Cambria Math" panose="02040503050406030204" pitchFamily="18" charset="0"/>
                            </a:rPr>
                          </m:ctrlPr>
                        </m:dPr>
                        <m:e>
                          <m:r>
                            <m:rPr>
                              <m:sty m:val="p"/>
                            </m:rPr>
                            <a:rPr lang="es-419" sz="2000" b="0" i="1" smtClean="0">
                              <a:latin typeface="Cambria Math" panose="02040503050406030204" pitchFamily="18" charset="0"/>
                              <a:ea typeface="Cambria Math" panose="02040503050406030204" pitchFamily="18" charset="0"/>
                            </a:rPr>
                            <m:t>C</m:t>
                          </m:r>
                          <m:r>
                            <a:rPr lang="es-419" sz="2000" b="0" i="1" smtClean="0">
                              <a:latin typeface="Cambria Math" panose="02040503050406030204" pitchFamily="18" charset="0"/>
                              <a:ea typeface="Cambria Math" panose="02040503050406030204" pitchFamily="18" charset="0"/>
                            </a:rPr>
                            <m:t>−</m:t>
                          </m:r>
                          <m:r>
                            <m:rPr>
                              <m:sty m:val="p"/>
                            </m:rPr>
                            <a:rPr lang="es-419" sz="2000" b="0" i="1" smtClean="0">
                              <a:latin typeface="Cambria Math" panose="02040503050406030204" pitchFamily="18" charset="0"/>
                              <a:ea typeface="Cambria Math" panose="02040503050406030204" pitchFamily="18" charset="0"/>
                            </a:rPr>
                            <m:t>e</m:t>
                          </m:r>
                        </m:e>
                      </m:d>
                    </m:oMath>
                  </m:oMathPara>
                </a14:m>
                <a:endParaRPr lang="es-CO" sz="2000" dirty="0"/>
              </a:p>
            </p:txBody>
          </p:sp>
        </mc:Choice>
        <mc:Fallback xmlns="">
          <p:sp>
            <p:nvSpPr>
              <p:cNvPr id="62" name="CuadroTexto 61">
                <a:extLst>
                  <a:ext uri="{FF2B5EF4-FFF2-40B4-BE49-F238E27FC236}">
                    <a16:creationId xmlns:a16="http://schemas.microsoft.com/office/drawing/2014/main" id="{3EE05B1D-EBCD-F844-5255-4414BF00FB83}"/>
                  </a:ext>
                </a:extLst>
              </p:cNvPr>
              <p:cNvSpPr txBox="1">
                <a:spLocks noRot="1" noChangeAspect="1" noMove="1" noResize="1" noEditPoints="1" noAdjustHandles="1" noChangeArrowheads="1" noChangeShapeType="1" noTextEdit="1"/>
              </p:cNvSpPr>
              <p:nvPr/>
            </p:nvSpPr>
            <p:spPr>
              <a:xfrm>
                <a:off x="8222382" y="5319355"/>
                <a:ext cx="1573636" cy="307777"/>
              </a:xfrm>
              <a:prstGeom prst="rect">
                <a:avLst/>
              </a:prstGeom>
              <a:blipFill>
                <a:blip r:embed="rId4"/>
                <a:stretch>
                  <a:fillRect l="-3876" b="-6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B2AF42FE-BDB5-1D14-ABE0-D668C8200BFF}"/>
                  </a:ext>
                </a:extLst>
              </p:cNvPr>
              <p:cNvSpPr txBox="1"/>
              <p:nvPr/>
            </p:nvSpPr>
            <p:spPr>
              <a:xfrm>
                <a:off x="10158644" y="5177860"/>
                <a:ext cx="1033745" cy="5762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000" i="1">
                          <a:latin typeface="Cambria Math" panose="02040503050406030204" pitchFamily="18" charset="0"/>
                          <a:ea typeface="Cambria Math" panose="02040503050406030204" pitchFamily="18" charset="0"/>
                        </a:rPr>
                        <m:t>Δ</m:t>
                      </m:r>
                      <m:r>
                        <m:rPr>
                          <m:sty m:val="p"/>
                        </m:rPr>
                        <a:rPr lang="es-419" sz="2000" i="1">
                          <a:latin typeface="Cambria Math" panose="02040503050406030204" pitchFamily="18" charset="0"/>
                          <a:ea typeface="Cambria Math" panose="02040503050406030204" pitchFamily="18" charset="0"/>
                        </a:rPr>
                        <m:t>P</m:t>
                      </m:r>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Pe</m:t>
                          </m:r>
                        </m:num>
                        <m:den>
                          <m:r>
                            <m:rPr>
                              <m:sty m:val="p"/>
                            </m:rPr>
                            <a:rPr lang="es-419" sz="2000" b="0" i="1" smtClean="0">
                              <a:latin typeface="Cambria Math" panose="02040503050406030204" pitchFamily="18" charset="0"/>
                              <a:ea typeface="Cambria Math" panose="02040503050406030204" pitchFamily="18" charset="0"/>
                            </a:rPr>
                            <m:t>C</m:t>
                          </m:r>
                          <m:r>
                            <a:rPr lang="es-419" sz="2000" b="0" i="1" smtClean="0">
                              <a:latin typeface="Cambria Math" panose="02040503050406030204" pitchFamily="18" charset="0"/>
                              <a:ea typeface="Cambria Math" panose="02040503050406030204" pitchFamily="18" charset="0"/>
                            </a:rPr>
                            <m:t>−</m:t>
                          </m:r>
                          <m:r>
                            <m:rPr>
                              <m:sty m:val="p"/>
                            </m:rPr>
                            <a:rPr lang="es-419" sz="2000" b="0" i="1" smtClean="0">
                              <a:latin typeface="Cambria Math" panose="02040503050406030204" pitchFamily="18" charset="0"/>
                              <a:ea typeface="Cambria Math" panose="02040503050406030204" pitchFamily="18" charset="0"/>
                            </a:rPr>
                            <m:t>e</m:t>
                          </m:r>
                        </m:den>
                      </m:f>
                    </m:oMath>
                  </m:oMathPara>
                </a14:m>
                <a:endParaRPr lang="es-CO" sz="2000" dirty="0"/>
              </a:p>
            </p:txBody>
          </p:sp>
        </mc:Choice>
        <mc:Fallback xmlns="">
          <p:sp>
            <p:nvSpPr>
              <p:cNvPr id="67" name="CuadroTexto 66">
                <a:extLst>
                  <a:ext uri="{FF2B5EF4-FFF2-40B4-BE49-F238E27FC236}">
                    <a16:creationId xmlns:a16="http://schemas.microsoft.com/office/drawing/2014/main" id="{B2AF42FE-BDB5-1D14-ABE0-D668C8200BFF}"/>
                  </a:ext>
                </a:extLst>
              </p:cNvPr>
              <p:cNvSpPr txBox="1">
                <a:spLocks noRot="1" noChangeAspect="1" noMove="1" noResize="1" noEditPoints="1" noAdjustHandles="1" noChangeArrowheads="1" noChangeShapeType="1" noTextEdit="1"/>
              </p:cNvSpPr>
              <p:nvPr/>
            </p:nvSpPr>
            <p:spPr>
              <a:xfrm>
                <a:off x="10158644" y="5177860"/>
                <a:ext cx="1033745" cy="576248"/>
              </a:xfrm>
              <a:prstGeom prst="rect">
                <a:avLst/>
              </a:prstGeom>
              <a:blipFill>
                <a:blip r:embed="rId5"/>
                <a:stretch>
                  <a:fillRect/>
                </a:stretch>
              </a:blipFill>
            </p:spPr>
            <p:txBody>
              <a:bodyPr/>
              <a:lstStyle/>
              <a:p>
                <a:r>
                  <a:rPr lang="es-CO">
                    <a:noFill/>
                  </a:rPr>
                  <a:t> </a:t>
                </a:r>
              </a:p>
            </p:txBody>
          </p:sp>
        </mc:Fallback>
      </mc:AlternateContent>
      <p:sp>
        <p:nvSpPr>
          <p:cNvPr id="69" name="Rectángulo 68">
            <a:extLst>
              <a:ext uri="{FF2B5EF4-FFF2-40B4-BE49-F238E27FC236}">
                <a16:creationId xmlns:a16="http://schemas.microsoft.com/office/drawing/2014/main" id="{650E3D79-E7A9-B678-48A0-F1C303C37102}"/>
              </a:ext>
            </a:extLst>
          </p:cNvPr>
          <p:cNvSpPr/>
          <p:nvPr/>
        </p:nvSpPr>
        <p:spPr>
          <a:xfrm>
            <a:off x="3705963" y="3660411"/>
            <a:ext cx="288000" cy="2880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s-CO"/>
          </a:p>
        </p:txBody>
      </p:sp>
      <p:sp>
        <p:nvSpPr>
          <p:cNvPr id="70" name="Rectángulo 69">
            <a:extLst>
              <a:ext uri="{FF2B5EF4-FFF2-40B4-BE49-F238E27FC236}">
                <a16:creationId xmlns:a16="http://schemas.microsoft.com/office/drawing/2014/main" id="{CF873E42-A134-09A2-2131-CED6E7EE15E8}"/>
              </a:ext>
            </a:extLst>
          </p:cNvPr>
          <p:cNvSpPr/>
          <p:nvPr/>
        </p:nvSpPr>
        <p:spPr>
          <a:xfrm>
            <a:off x="811834" y="3660411"/>
            <a:ext cx="2880000" cy="288000"/>
          </a:xfrm>
          <a:prstGeom prst="rect">
            <a:avLst/>
          </a:prstGeom>
          <a:solidFill>
            <a:schemeClr val="bg2">
              <a:lumMod val="50000"/>
            </a:schemeClr>
          </a:solidFill>
          <a:ln>
            <a:solidFill>
              <a:schemeClr val="bg2">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s-CO"/>
          </a:p>
        </p:txBody>
      </p:sp>
      <p:cxnSp>
        <p:nvCxnSpPr>
          <p:cNvPr id="72" name="Conector recto de flecha 71">
            <a:extLst>
              <a:ext uri="{FF2B5EF4-FFF2-40B4-BE49-F238E27FC236}">
                <a16:creationId xmlns:a16="http://schemas.microsoft.com/office/drawing/2014/main" id="{67274F06-C455-CE97-4DB5-8CEEA22BC9FA}"/>
              </a:ext>
            </a:extLst>
          </p:cNvPr>
          <p:cNvCxnSpPr>
            <a:cxnSpLocks/>
          </p:cNvCxnSpPr>
          <p:nvPr/>
        </p:nvCxnSpPr>
        <p:spPr>
          <a:xfrm>
            <a:off x="724361" y="2568921"/>
            <a:ext cx="310437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4" name="CuadroTexto 73">
            <a:extLst>
              <a:ext uri="{FF2B5EF4-FFF2-40B4-BE49-F238E27FC236}">
                <a16:creationId xmlns:a16="http://schemas.microsoft.com/office/drawing/2014/main" id="{DA81AF31-C095-85DF-04F6-827DBDCF9111}"/>
              </a:ext>
            </a:extLst>
          </p:cNvPr>
          <p:cNvSpPr txBox="1"/>
          <p:nvPr/>
        </p:nvSpPr>
        <p:spPr>
          <a:xfrm>
            <a:off x="1963834" y="2191798"/>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C</a:t>
            </a:r>
          </a:p>
        </p:txBody>
      </p:sp>
      <p:sp>
        <p:nvSpPr>
          <p:cNvPr id="75" name="CuadroTexto 74">
            <a:extLst>
              <a:ext uri="{FF2B5EF4-FFF2-40B4-BE49-F238E27FC236}">
                <a16:creationId xmlns:a16="http://schemas.microsoft.com/office/drawing/2014/main" id="{11538D25-3F06-8AC6-470E-91201218611C}"/>
              </a:ext>
            </a:extLst>
          </p:cNvPr>
          <p:cNvSpPr txBox="1"/>
          <p:nvPr/>
        </p:nvSpPr>
        <p:spPr>
          <a:xfrm>
            <a:off x="172382" y="1459603"/>
            <a:ext cx="11886697" cy="92333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La zapata anterior, sin viga de contrapeso es de limitada aplicación. El problema se resuelve, si la presión transmitida por la zapata es uniforme. Para ello se acude a una viga y un contrapeso en el extremo de esta.</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
        <p:nvSpPr>
          <p:cNvPr id="78" name="Flecha: hacia abajo 77">
            <a:extLst>
              <a:ext uri="{FF2B5EF4-FFF2-40B4-BE49-F238E27FC236}">
                <a16:creationId xmlns:a16="http://schemas.microsoft.com/office/drawing/2014/main" id="{6B1E1AB8-E0E9-65ED-C384-CE64B1A5320B}"/>
              </a:ext>
            </a:extLst>
          </p:cNvPr>
          <p:cNvSpPr/>
          <p:nvPr/>
        </p:nvSpPr>
        <p:spPr>
          <a:xfrm>
            <a:off x="9995479" y="3790279"/>
            <a:ext cx="130629"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9" name="CuadroTexto 78">
            <a:extLst>
              <a:ext uri="{FF2B5EF4-FFF2-40B4-BE49-F238E27FC236}">
                <a16:creationId xmlns:a16="http://schemas.microsoft.com/office/drawing/2014/main" id="{AC3E0100-5332-10F2-7CFC-9BEF5AA8B125}"/>
              </a:ext>
            </a:extLst>
          </p:cNvPr>
          <p:cNvSpPr txBox="1"/>
          <p:nvPr/>
        </p:nvSpPr>
        <p:spPr>
          <a:xfrm>
            <a:off x="9357004" y="3790278"/>
            <a:ext cx="646400" cy="400110"/>
          </a:xfrm>
          <a:prstGeom prst="rect">
            <a:avLst/>
          </a:prstGeom>
          <a:noFill/>
        </p:spPr>
        <p:txBody>
          <a:bodyPr wrap="square" rtlCol="0">
            <a:spAutoFit/>
          </a:bodyPr>
          <a:lstStyle/>
          <a:p>
            <a:r>
              <a:rPr lang="es-CO" sz="2000" dirty="0" err="1">
                <a:latin typeface="Symbol" panose="05050102010706020507" pitchFamily="18" charset="2"/>
                <a:ea typeface="Calibri" panose="020F0502020204030204" pitchFamily="34" charset="0"/>
                <a:cs typeface="Calibri" panose="020F0502020204030204" pitchFamily="34" charset="0"/>
              </a:rPr>
              <a:t>D</a:t>
            </a:r>
            <a:r>
              <a:rPr lang="es-CO" sz="2000" dirty="0" err="1">
                <a:latin typeface="Calibri" panose="020F0502020204030204" pitchFamily="34" charset="0"/>
                <a:ea typeface="Calibri" panose="020F0502020204030204" pitchFamily="34" charset="0"/>
                <a:cs typeface="Calibri" panose="020F0502020204030204" pitchFamily="34" charset="0"/>
              </a:rPr>
              <a:t>Pu</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0407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2" grpId="0"/>
      <p:bldP spid="6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F898-B196-6929-B226-A52653BC86D8}"/>
            </a:ext>
          </a:extLst>
        </p:cNvPr>
        <p:cNvGrpSpPr/>
        <p:nvPr/>
      </p:nvGrpSpPr>
      <p:grpSpPr>
        <a:xfrm>
          <a:off x="0" y="0"/>
          <a:ext cx="0" cy="0"/>
          <a:chOff x="0" y="0"/>
          <a:chExt cx="0" cy="0"/>
        </a:xfrm>
      </p:grpSpPr>
      <p:sp>
        <p:nvSpPr>
          <p:cNvPr id="76" name="Rectángulo 75">
            <a:extLst>
              <a:ext uri="{FF2B5EF4-FFF2-40B4-BE49-F238E27FC236}">
                <a16:creationId xmlns:a16="http://schemas.microsoft.com/office/drawing/2014/main" id="{423F049A-DF92-59EE-FB44-2A5FD3034D91}"/>
              </a:ext>
            </a:extLst>
          </p:cNvPr>
          <p:cNvSpPr/>
          <p:nvPr/>
        </p:nvSpPr>
        <p:spPr>
          <a:xfrm>
            <a:off x="7108563" y="2781924"/>
            <a:ext cx="4083826" cy="617621"/>
          </a:xfrm>
          <a:prstGeom prst="rect">
            <a:avLst/>
          </a:prstGeom>
          <a:solidFill>
            <a:srgbClr val="747474">
              <a:alpha val="50196"/>
            </a:srgbClr>
          </a:solidFill>
          <a:ln>
            <a:solidFill>
              <a:schemeClr val="bg2">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s-CO"/>
          </a:p>
        </p:txBody>
      </p:sp>
      <p:sp>
        <p:nvSpPr>
          <p:cNvPr id="2" name="CuadroTexto 1">
            <a:extLst>
              <a:ext uri="{FF2B5EF4-FFF2-40B4-BE49-F238E27FC236}">
                <a16:creationId xmlns:a16="http://schemas.microsoft.com/office/drawing/2014/main" id="{5F665D40-33E7-9594-892F-92DCAEE9966C}"/>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D64E6F25-8632-AA68-A0B3-7CD716BA214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5149A1FC-3344-1201-51B5-F34578880C0D}"/>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31CDEEA1-FAAE-192C-2E0C-8075D608E94F}"/>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Excéntrica</a:t>
            </a:r>
            <a:endParaRPr lang="es-CO" dirty="0"/>
          </a:p>
        </p:txBody>
      </p:sp>
      <p:cxnSp>
        <p:nvCxnSpPr>
          <p:cNvPr id="4" name="Conector recto 3">
            <a:extLst>
              <a:ext uri="{FF2B5EF4-FFF2-40B4-BE49-F238E27FC236}">
                <a16:creationId xmlns:a16="http://schemas.microsoft.com/office/drawing/2014/main" id="{CCBBB650-0CEF-9618-CEC7-A45AF3361792}"/>
              </a:ext>
            </a:extLst>
          </p:cNvPr>
          <p:cNvCxnSpPr>
            <a:cxnSpLocks/>
          </p:cNvCxnSpPr>
          <p:nvPr/>
        </p:nvCxnSpPr>
        <p:spPr>
          <a:xfrm>
            <a:off x="6378756" y="3399546"/>
            <a:ext cx="19254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Conector recto 6">
            <a:extLst>
              <a:ext uri="{FF2B5EF4-FFF2-40B4-BE49-F238E27FC236}">
                <a16:creationId xmlns:a16="http://schemas.microsoft.com/office/drawing/2014/main" id="{A54197AD-E064-1854-D1DE-D15F50FBB11C}"/>
              </a:ext>
            </a:extLst>
          </p:cNvPr>
          <p:cNvCxnSpPr>
            <a:cxnSpLocks/>
          </p:cNvCxnSpPr>
          <p:nvPr/>
        </p:nvCxnSpPr>
        <p:spPr>
          <a:xfrm flipV="1">
            <a:off x="7108564" y="2781924"/>
            <a:ext cx="1195686"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AED77F9B-AA6B-60E9-6B14-9C80F27D7FA6}"/>
              </a:ext>
            </a:extLst>
          </p:cNvPr>
          <p:cNvCxnSpPr>
            <a:cxnSpLocks/>
          </p:cNvCxnSpPr>
          <p:nvPr/>
        </p:nvCxnSpPr>
        <p:spPr>
          <a:xfrm flipV="1">
            <a:off x="7108564" y="1984113"/>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E5E5F56C-D4CB-A07F-BC39-96D95A6B776C}"/>
              </a:ext>
            </a:extLst>
          </p:cNvPr>
          <p:cNvCxnSpPr>
            <a:cxnSpLocks/>
          </p:cNvCxnSpPr>
          <p:nvPr/>
        </p:nvCxnSpPr>
        <p:spPr>
          <a:xfrm flipV="1">
            <a:off x="6378756" y="1984113"/>
            <a:ext cx="0" cy="797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4A928E6B-21E0-122C-64E0-59421883F886}"/>
              </a:ext>
            </a:extLst>
          </p:cNvPr>
          <p:cNvCxnSpPr>
            <a:cxnSpLocks/>
          </p:cNvCxnSpPr>
          <p:nvPr/>
        </p:nvCxnSpPr>
        <p:spPr>
          <a:xfrm flipV="1">
            <a:off x="6378756" y="2781925"/>
            <a:ext cx="0" cy="6176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AA9EA0A5-94E2-9A23-2EB4-50C60C197B08}"/>
              </a:ext>
            </a:extLst>
          </p:cNvPr>
          <p:cNvCxnSpPr>
            <a:cxnSpLocks/>
          </p:cNvCxnSpPr>
          <p:nvPr/>
        </p:nvCxnSpPr>
        <p:spPr>
          <a:xfrm flipV="1">
            <a:off x="8304250" y="2781924"/>
            <a:ext cx="0" cy="617621"/>
          </a:xfrm>
          <a:prstGeom prst="line">
            <a:avLst/>
          </a:prstGeom>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5B19062F-FE45-991E-87E5-35B5912F0973}"/>
              </a:ext>
            </a:extLst>
          </p:cNvPr>
          <p:cNvSpPr txBox="1"/>
          <p:nvPr/>
        </p:nvSpPr>
        <p:spPr>
          <a:xfrm>
            <a:off x="6964184" y="1041560"/>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e</a:t>
            </a:r>
          </a:p>
        </p:txBody>
      </p:sp>
      <p:sp>
        <p:nvSpPr>
          <p:cNvPr id="22" name="CuadroTexto 21">
            <a:extLst>
              <a:ext uri="{FF2B5EF4-FFF2-40B4-BE49-F238E27FC236}">
                <a16:creationId xmlns:a16="http://schemas.microsoft.com/office/drawing/2014/main" id="{83A9D5D8-1512-FC1A-F447-9F694D2541B9}"/>
              </a:ext>
            </a:extLst>
          </p:cNvPr>
          <p:cNvSpPr txBox="1"/>
          <p:nvPr/>
        </p:nvSpPr>
        <p:spPr>
          <a:xfrm>
            <a:off x="6588836" y="1475248"/>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a</a:t>
            </a:r>
          </a:p>
        </p:txBody>
      </p:sp>
      <p:cxnSp>
        <p:nvCxnSpPr>
          <p:cNvPr id="23" name="Conector recto de flecha 22">
            <a:extLst>
              <a:ext uri="{FF2B5EF4-FFF2-40B4-BE49-F238E27FC236}">
                <a16:creationId xmlns:a16="http://schemas.microsoft.com/office/drawing/2014/main" id="{15ED8609-05CD-608F-BF8B-95BC7218A1F6}"/>
              </a:ext>
            </a:extLst>
          </p:cNvPr>
          <p:cNvCxnSpPr>
            <a:cxnSpLocks/>
          </p:cNvCxnSpPr>
          <p:nvPr/>
        </p:nvCxnSpPr>
        <p:spPr>
          <a:xfrm>
            <a:off x="6378756" y="1826455"/>
            <a:ext cx="7298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Conector recto de flecha 28">
            <a:extLst>
              <a:ext uri="{FF2B5EF4-FFF2-40B4-BE49-F238E27FC236}">
                <a16:creationId xmlns:a16="http://schemas.microsoft.com/office/drawing/2014/main" id="{1A9EFCC7-3425-7DD4-6D69-24D81231BCF2}"/>
              </a:ext>
            </a:extLst>
          </p:cNvPr>
          <p:cNvCxnSpPr>
            <a:cxnSpLocks/>
          </p:cNvCxnSpPr>
          <p:nvPr/>
        </p:nvCxnSpPr>
        <p:spPr>
          <a:xfrm>
            <a:off x="6743660" y="1461969"/>
            <a:ext cx="7298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3DCA36A3-E8EB-D3CF-F85E-5442A9798317}"/>
              </a:ext>
            </a:extLst>
          </p:cNvPr>
          <p:cNvCxnSpPr>
            <a:cxnSpLocks/>
          </p:cNvCxnSpPr>
          <p:nvPr/>
        </p:nvCxnSpPr>
        <p:spPr>
          <a:xfrm flipV="1">
            <a:off x="6764805" y="1984113"/>
            <a:ext cx="0" cy="177494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Conector recto 32">
            <a:extLst>
              <a:ext uri="{FF2B5EF4-FFF2-40B4-BE49-F238E27FC236}">
                <a16:creationId xmlns:a16="http://schemas.microsoft.com/office/drawing/2014/main" id="{10FA2325-95F5-64A7-15A1-6F7B7E2F7C7F}"/>
              </a:ext>
            </a:extLst>
          </p:cNvPr>
          <p:cNvCxnSpPr>
            <a:cxnSpLocks/>
          </p:cNvCxnSpPr>
          <p:nvPr/>
        </p:nvCxnSpPr>
        <p:spPr>
          <a:xfrm flipV="1">
            <a:off x="7473468" y="1984113"/>
            <a:ext cx="0" cy="177494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Flecha: hacia abajo 34">
            <a:extLst>
              <a:ext uri="{FF2B5EF4-FFF2-40B4-BE49-F238E27FC236}">
                <a16:creationId xmlns:a16="http://schemas.microsoft.com/office/drawing/2014/main" id="{B7A33D0B-1909-2EA5-3E3F-9502056B3036}"/>
              </a:ext>
            </a:extLst>
          </p:cNvPr>
          <p:cNvSpPr/>
          <p:nvPr/>
        </p:nvSpPr>
        <p:spPr>
          <a:xfrm>
            <a:off x="6699490" y="966383"/>
            <a:ext cx="130629"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CuadroTexto 35">
            <a:extLst>
              <a:ext uri="{FF2B5EF4-FFF2-40B4-BE49-F238E27FC236}">
                <a16:creationId xmlns:a16="http://schemas.microsoft.com/office/drawing/2014/main" id="{2B1B0DFD-3587-0B05-1723-8A906E71FFE8}"/>
              </a:ext>
            </a:extLst>
          </p:cNvPr>
          <p:cNvSpPr txBox="1"/>
          <p:nvPr/>
        </p:nvSpPr>
        <p:spPr>
          <a:xfrm>
            <a:off x="6286111" y="940634"/>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Pu</a:t>
            </a:r>
          </a:p>
        </p:txBody>
      </p:sp>
      <p:cxnSp>
        <p:nvCxnSpPr>
          <p:cNvPr id="46" name="Conector recto de flecha 45">
            <a:extLst>
              <a:ext uri="{FF2B5EF4-FFF2-40B4-BE49-F238E27FC236}">
                <a16:creationId xmlns:a16="http://schemas.microsoft.com/office/drawing/2014/main" id="{A58DD83A-CC59-6BF0-89DB-DB0904E66E85}"/>
              </a:ext>
            </a:extLst>
          </p:cNvPr>
          <p:cNvCxnSpPr/>
          <p:nvPr/>
        </p:nvCxnSpPr>
        <p:spPr>
          <a:xfrm flipV="1">
            <a:off x="6378756" y="3821489"/>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ector recto de flecha 46">
            <a:extLst>
              <a:ext uri="{FF2B5EF4-FFF2-40B4-BE49-F238E27FC236}">
                <a16:creationId xmlns:a16="http://schemas.microsoft.com/office/drawing/2014/main" id="{839AB65B-1510-112D-9E2B-F9A00FD31932}"/>
              </a:ext>
            </a:extLst>
          </p:cNvPr>
          <p:cNvCxnSpPr/>
          <p:nvPr/>
        </p:nvCxnSpPr>
        <p:spPr>
          <a:xfrm flipV="1">
            <a:off x="8304250" y="3827107"/>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ector recto 48">
            <a:extLst>
              <a:ext uri="{FF2B5EF4-FFF2-40B4-BE49-F238E27FC236}">
                <a16:creationId xmlns:a16="http://schemas.microsoft.com/office/drawing/2014/main" id="{ED9BFC79-DEB8-C866-4971-1968A95761FA}"/>
              </a:ext>
            </a:extLst>
          </p:cNvPr>
          <p:cNvCxnSpPr>
            <a:cxnSpLocks/>
          </p:cNvCxnSpPr>
          <p:nvPr/>
        </p:nvCxnSpPr>
        <p:spPr>
          <a:xfrm>
            <a:off x="6378756" y="4174614"/>
            <a:ext cx="192549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 name="Conector recto de flecha 49">
            <a:extLst>
              <a:ext uri="{FF2B5EF4-FFF2-40B4-BE49-F238E27FC236}">
                <a16:creationId xmlns:a16="http://schemas.microsoft.com/office/drawing/2014/main" id="{1AA46B7E-918A-8189-3049-D21EAB9DFAF7}"/>
              </a:ext>
            </a:extLst>
          </p:cNvPr>
          <p:cNvCxnSpPr>
            <a:cxnSpLocks/>
          </p:cNvCxnSpPr>
          <p:nvPr/>
        </p:nvCxnSpPr>
        <p:spPr>
          <a:xfrm flipV="1">
            <a:off x="6797487" y="3819080"/>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a16="http://schemas.microsoft.com/office/drawing/2014/main" id="{A7F61D52-33FA-7F56-1CEE-FBA2DDA43678}"/>
              </a:ext>
            </a:extLst>
          </p:cNvPr>
          <p:cNvCxnSpPr>
            <a:cxnSpLocks/>
          </p:cNvCxnSpPr>
          <p:nvPr/>
        </p:nvCxnSpPr>
        <p:spPr>
          <a:xfrm flipV="1">
            <a:off x="7228635" y="3827107"/>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a16="http://schemas.microsoft.com/office/drawing/2014/main" id="{CD4D0DAB-1DC1-B533-B494-5E5F74367FB0}"/>
              </a:ext>
            </a:extLst>
          </p:cNvPr>
          <p:cNvCxnSpPr>
            <a:cxnSpLocks/>
          </p:cNvCxnSpPr>
          <p:nvPr/>
        </p:nvCxnSpPr>
        <p:spPr>
          <a:xfrm flipV="1">
            <a:off x="7617847" y="3830270"/>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ector recto de flecha 58">
            <a:extLst>
              <a:ext uri="{FF2B5EF4-FFF2-40B4-BE49-F238E27FC236}">
                <a16:creationId xmlns:a16="http://schemas.microsoft.com/office/drawing/2014/main" id="{F21F8820-D5C8-AB0E-F43B-36539FF072AF}"/>
              </a:ext>
            </a:extLst>
          </p:cNvPr>
          <p:cNvCxnSpPr>
            <a:cxnSpLocks/>
          </p:cNvCxnSpPr>
          <p:nvPr/>
        </p:nvCxnSpPr>
        <p:spPr>
          <a:xfrm flipV="1">
            <a:off x="7983377" y="3825955"/>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0" name="CuadroTexto 59">
            <a:extLst>
              <a:ext uri="{FF2B5EF4-FFF2-40B4-BE49-F238E27FC236}">
                <a16:creationId xmlns:a16="http://schemas.microsoft.com/office/drawing/2014/main" id="{2A53DC76-5F04-4F82-0472-A411793F7DC1}"/>
              </a:ext>
            </a:extLst>
          </p:cNvPr>
          <p:cNvSpPr txBox="1"/>
          <p:nvPr/>
        </p:nvSpPr>
        <p:spPr>
          <a:xfrm>
            <a:off x="5946057" y="4030497"/>
            <a:ext cx="729806" cy="400110"/>
          </a:xfrm>
          <a:prstGeom prst="rect">
            <a:avLst/>
          </a:prstGeom>
          <a:noFill/>
        </p:spPr>
        <p:txBody>
          <a:bodyPr wrap="square" rtlCol="0">
            <a:spAutoFit/>
          </a:bodyPr>
          <a:lstStyle/>
          <a:p>
            <a:r>
              <a:rPr lang="es-CO" sz="2000" dirty="0">
                <a:latin typeface="Symbol" panose="05050102010706020507" pitchFamily="18" charset="2"/>
                <a:ea typeface="Calibri" panose="020F0502020204030204" pitchFamily="34" charset="0"/>
                <a:cs typeface="Calibri" panose="020F0502020204030204" pitchFamily="34" charset="0"/>
              </a:rPr>
              <a:t>s</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grpSp>
        <p:nvGrpSpPr>
          <p:cNvPr id="6" name="Grupo 5">
            <a:extLst>
              <a:ext uri="{FF2B5EF4-FFF2-40B4-BE49-F238E27FC236}">
                <a16:creationId xmlns:a16="http://schemas.microsoft.com/office/drawing/2014/main" id="{14486E76-DAAC-0023-4F39-43D0C9986ECF}"/>
              </a:ext>
            </a:extLst>
          </p:cNvPr>
          <p:cNvGrpSpPr/>
          <p:nvPr/>
        </p:nvGrpSpPr>
        <p:grpSpPr>
          <a:xfrm>
            <a:off x="-26995" y="1292718"/>
            <a:ext cx="4053234" cy="3238783"/>
            <a:chOff x="-59271" y="2191798"/>
            <a:chExt cx="4053234" cy="3238783"/>
          </a:xfrm>
        </p:grpSpPr>
        <p:sp>
          <p:nvSpPr>
            <p:cNvPr id="37" name="Rectángulo 36">
              <a:extLst>
                <a:ext uri="{FF2B5EF4-FFF2-40B4-BE49-F238E27FC236}">
                  <a16:creationId xmlns:a16="http://schemas.microsoft.com/office/drawing/2014/main" id="{119B06DE-A292-8195-F4E9-BD29573C3F57}"/>
                </a:ext>
              </a:extLst>
            </p:cNvPr>
            <p:cNvSpPr/>
            <p:nvPr/>
          </p:nvSpPr>
          <p:spPr>
            <a:xfrm>
              <a:off x="523834" y="2724411"/>
              <a:ext cx="1440000" cy="21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Rectángulo 37">
              <a:extLst>
                <a:ext uri="{FF2B5EF4-FFF2-40B4-BE49-F238E27FC236}">
                  <a16:creationId xmlns:a16="http://schemas.microsoft.com/office/drawing/2014/main" id="{EE1E542B-EA36-D862-2B82-63B9C68E71E0}"/>
                </a:ext>
              </a:extLst>
            </p:cNvPr>
            <p:cNvSpPr/>
            <p:nvPr/>
          </p:nvSpPr>
          <p:spPr>
            <a:xfrm>
              <a:off x="523834" y="3660411"/>
              <a:ext cx="288000" cy="2880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s-CO"/>
            </a:p>
          </p:txBody>
        </p:sp>
        <p:cxnSp>
          <p:nvCxnSpPr>
            <p:cNvPr id="39" name="Conector recto de flecha 38">
              <a:extLst>
                <a:ext uri="{FF2B5EF4-FFF2-40B4-BE49-F238E27FC236}">
                  <a16:creationId xmlns:a16="http://schemas.microsoft.com/office/drawing/2014/main" id="{2CCF9434-E000-7DC5-707D-46022829A806}"/>
                </a:ext>
              </a:extLst>
            </p:cNvPr>
            <p:cNvCxnSpPr>
              <a:cxnSpLocks/>
            </p:cNvCxnSpPr>
            <p:nvPr/>
          </p:nvCxnSpPr>
          <p:spPr>
            <a:xfrm>
              <a:off x="523834" y="5111595"/>
              <a:ext cx="144000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CuadroTexto 40">
              <a:extLst>
                <a:ext uri="{FF2B5EF4-FFF2-40B4-BE49-F238E27FC236}">
                  <a16:creationId xmlns:a16="http://schemas.microsoft.com/office/drawing/2014/main" id="{BC6B85A9-CF59-0C00-71EE-D51173AE3A54}"/>
                </a:ext>
              </a:extLst>
            </p:cNvPr>
            <p:cNvSpPr txBox="1"/>
            <p:nvPr/>
          </p:nvSpPr>
          <p:spPr>
            <a:xfrm>
              <a:off x="1069521" y="5030471"/>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B</a:t>
              </a:r>
            </a:p>
          </p:txBody>
        </p:sp>
        <p:cxnSp>
          <p:nvCxnSpPr>
            <p:cNvPr id="42" name="Conector recto de flecha 41">
              <a:extLst>
                <a:ext uri="{FF2B5EF4-FFF2-40B4-BE49-F238E27FC236}">
                  <a16:creationId xmlns:a16="http://schemas.microsoft.com/office/drawing/2014/main" id="{0C0A68D5-ED96-E8FF-32B2-93B53AA3718A}"/>
                </a:ext>
              </a:extLst>
            </p:cNvPr>
            <p:cNvCxnSpPr>
              <a:cxnSpLocks/>
            </p:cNvCxnSpPr>
            <p:nvPr/>
          </p:nvCxnSpPr>
          <p:spPr>
            <a:xfrm flipV="1">
              <a:off x="335482" y="2726481"/>
              <a:ext cx="0" cy="215793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4" name="CuadroTexto 43">
              <a:extLst>
                <a:ext uri="{FF2B5EF4-FFF2-40B4-BE49-F238E27FC236}">
                  <a16:creationId xmlns:a16="http://schemas.microsoft.com/office/drawing/2014/main" id="{1AFA9FBD-4F0A-2636-07B5-42A5DE85D55F}"/>
                </a:ext>
              </a:extLst>
            </p:cNvPr>
            <p:cNvSpPr txBox="1"/>
            <p:nvPr/>
          </p:nvSpPr>
          <p:spPr>
            <a:xfrm>
              <a:off x="-59271" y="3596883"/>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L</a:t>
              </a:r>
            </a:p>
          </p:txBody>
        </p:sp>
        <p:sp>
          <p:nvSpPr>
            <p:cNvPr id="69" name="Rectángulo 68">
              <a:extLst>
                <a:ext uri="{FF2B5EF4-FFF2-40B4-BE49-F238E27FC236}">
                  <a16:creationId xmlns:a16="http://schemas.microsoft.com/office/drawing/2014/main" id="{26D884E4-E5C2-3C43-CC7A-6D383F844006}"/>
                </a:ext>
              </a:extLst>
            </p:cNvPr>
            <p:cNvSpPr/>
            <p:nvPr/>
          </p:nvSpPr>
          <p:spPr>
            <a:xfrm>
              <a:off x="3705963" y="3660411"/>
              <a:ext cx="288000" cy="2880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s-CO"/>
            </a:p>
          </p:txBody>
        </p:sp>
        <p:sp>
          <p:nvSpPr>
            <p:cNvPr id="70" name="Rectángulo 69">
              <a:extLst>
                <a:ext uri="{FF2B5EF4-FFF2-40B4-BE49-F238E27FC236}">
                  <a16:creationId xmlns:a16="http://schemas.microsoft.com/office/drawing/2014/main" id="{A3E6813A-53E5-9822-5FCF-A9EF2AC00602}"/>
                </a:ext>
              </a:extLst>
            </p:cNvPr>
            <p:cNvSpPr/>
            <p:nvPr/>
          </p:nvSpPr>
          <p:spPr>
            <a:xfrm>
              <a:off x="811834" y="3660411"/>
              <a:ext cx="2880000" cy="288000"/>
            </a:xfrm>
            <a:prstGeom prst="rect">
              <a:avLst/>
            </a:prstGeom>
            <a:solidFill>
              <a:schemeClr val="bg2">
                <a:lumMod val="50000"/>
              </a:schemeClr>
            </a:solidFill>
            <a:ln>
              <a:solidFill>
                <a:schemeClr val="bg2">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s-CO"/>
            </a:p>
          </p:txBody>
        </p:sp>
        <p:cxnSp>
          <p:nvCxnSpPr>
            <p:cNvPr id="72" name="Conector recto de flecha 71">
              <a:extLst>
                <a:ext uri="{FF2B5EF4-FFF2-40B4-BE49-F238E27FC236}">
                  <a16:creationId xmlns:a16="http://schemas.microsoft.com/office/drawing/2014/main" id="{C3098D7A-5ED3-E486-1A7D-EE827C1F2ACE}"/>
                </a:ext>
              </a:extLst>
            </p:cNvPr>
            <p:cNvCxnSpPr>
              <a:cxnSpLocks/>
            </p:cNvCxnSpPr>
            <p:nvPr/>
          </p:nvCxnSpPr>
          <p:spPr>
            <a:xfrm>
              <a:off x="724361" y="2568921"/>
              <a:ext cx="310437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4" name="CuadroTexto 73">
              <a:extLst>
                <a:ext uri="{FF2B5EF4-FFF2-40B4-BE49-F238E27FC236}">
                  <a16:creationId xmlns:a16="http://schemas.microsoft.com/office/drawing/2014/main" id="{0F8259A6-3FEC-AA33-1EFA-C55D932A220C}"/>
                </a:ext>
              </a:extLst>
            </p:cNvPr>
            <p:cNvSpPr txBox="1"/>
            <p:nvPr/>
          </p:nvSpPr>
          <p:spPr>
            <a:xfrm>
              <a:off x="1963834" y="2191798"/>
              <a:ext cx="457549"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C</a:t>
              </a:r>
            </a:p>
          </p:txBody>
        </p:sp>
      </p:grpSp>
      <p:sp>
        <p:nvSpPr>
          <p:cNvPr id="78" name="Flecha: hacia abajo 77">
            <a:extLst>
              <a:ext uri="{FF2B5EF4-FFF2-40B4-BE49-F238E27FC236}">
                <a16:creationId xmlns:a16="http://schemas.microsoft.com/office/drawing/2014/main" id="{BB870365-5685-2A0D-B0BC-5F26DED4C414}"/>
              </a:ext>
            </a:extLst>
          </p:cNvPr>
          <p:cNvSpPr/>
          <p:nvPr/>
        </p:nvSpPr>
        <p:spPr>
          <a:xfrm>
            <a:off x="11061760" y="2353417"/>
            <a:ext cx="130629"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9" name="CuadroTexto 78">
            <a:extLst>
              <a:ext uri="{FF2B5EF4-FFF2-40B4-BE49-F238E27FC236}">
                <a16:creationId xmlns:a16="http://schemas.microsoft.com/office/drawing/2014/main" id="{E6717EFA-DADF-5145-D706-D2F0B7DC4D4E}"/>
              </a:ext>
            </a:extLst>
          </p:cNvPr>
          <p:cNvSpPr txBox="1"/>
          <p:nvPr/>
        </p:nvSpPr>
        <p:spPr>
          <a:xfrm>
            <a:off x="10423285" y="2353416"/>
            <a:ext cx="646400" cy="400110"/>
          </a:xfrm>
          <a:prstGeom prst="rect">
            <a:avLst/>
          </a:prstGeom>
          <a:noFill/>
        </p:spPr>
        <p:txBody>
          <a:bodyPr wrap="square" rtlCol="0">
            <a:spAutoFit/>
          </a:bodyPr>
          <a:lstStyle/>
          <a:p>
            <a:r>
              <a:rPr lang="es-CO" sz="2000" dirty="0" err="1">
                <a:latin typeface="Symbol" panose="05050102010706020507" pitchFamily="18" charset="2"/>
                <a:ea typeface="Calibri" panose="020F0502020204030204" pitchFamily="34" charset="0"/>
                <a:cs typeface="Calibri" panose="020F0502020204030204" pitchFamily="34" charset="0"/>
              </a:rPr>
              <a:t>D</a:t>
            </a:r>
            <a:r>
              <a:rPr lang="es-CO" sz="2000" dirty="0" err="1">
                <a:latin typeface="Calibri" panose="020F0502020204030204" pitchFamily="34" charset="0"/>
                <a:ea typeface="Calibri" panose="020F0502020204030204" pitchFamily="34" charset="0"/>
                <a:cs typeface="Calibri" panose="020F0502020204030204" pitchFamily="34" charset="0"/>
              </a:rPr>
              <a:t>Pu</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A150D4F-82F5-9708-490D-AF140CA29FFC}"/>
                  </a:ext>
                </a:extLst>
              </p:cNvPr>
              <p:cNvSpPr txBox="1"/>
              <p:nvPr/>
            </p:nvSpPr>
            <p:spPr>
              <a:xfrm>
                <a:off x="1304856" y="5522459"/>
                <a:ext cx="178093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000" i="1" smtClean="0">
                          <a:latin typeface="Cambria Math" panose="02040503050406030204" pitchFamily="18" charset="0"/>
                          <a:ea typeface="Cambria Math" panose="02040503050406030204" pitchFamily="18" charset="0"/>
                        </a:rPr>
                        <m:t>𝜎</m:t>
                      </m:r>
                      <m:r>
                        <m:rPr>
                          <m:sty m:val="p"/>
                        </m:rPr>
                        <a:rPr lang="es-419" sz="2000" b="0" i="1" smtClean="0">
                          <a:latin typeface="Cambria Math" panose="02040503050406030204" pitchFamily="18" charset="0"/>
                          <a:ea typeface="Cambria Math" panose="02040503050406030204" pitchFamily="18" charset="0"/>
                        </a:rPr>
                        <m:t>LB</m:t>
                      </m:r>
                      <m:r>
                        <a:rPr lang="es-419" sz="2000" b="0" i="1" smtClean="0">
                          <a:latin typeface="Cambria Math" panose="02040503050406030204" pitchFamily="18" charset="0"/>
                          <a:ea typeface="Cambria Math" panose="02040503050406030204" pitchFamily="18" charset="0"/>
                        </a:rPr>
                        <m:t>=</m:t>
                      </m:r>
                      <m:r>
                        <m:rPr>
                          <m:sty m:val="p"/>
                        </m:rPr>
                        <a:rPr lang="el-GR" sz="2000" i="1">
                          <a:latin typeface="Cambria Math" panose="02040503050406030204" pitchFamily="18" charset="0"/>
                          <a:ea typeface="Cambria Math" panose="02040503050406030204" pitchFamily="18" charset="0"/>
                        </a:rPr>
                        <m:t>Δ</m:t>
                      </m:r>
                      <m:r>
                        <m:rPr>
                          <m:sty m:val="p"/>
                        </m:rPr>
                        <a:rPr lang="es-419" sz="2000" i="1">
                          <a:latin typeface="Cambria Math" panose="02040503050406030204" pitchFamily="18" charset="0"/>
                          <a:ea typeface="Cambria Math" panose="02040503050406030204" pitchFamily="18" charset="0"/>
                        </a:rPr>
                        <m:t>P</m:t>
                      </m:r>
                      <m:r>
                        <a:rPr lang="es-419" sz="2000" b="0" i="1" smtClean="0">
                          <a:latin typeface="Cambria Math" panose="02040503050406030204" pitchFamily="18" charset="0"/>
                          <a:ea typeface="Cambria Math" panose="02040503050406030204" pitchFamily="18" charset="0"/>
                        </a:rPr>
                        <m:t> +</m:t>
                      </m:r>
                      <m:r>
                        <m:rPr>
                          <m:sty m:val="p"/>
                        </m:rPr>
                        <a:rPr lang="es-419" sz="2000" b="0" i="1" smtClean="0">
                          <a:latin typeface="Cambria Math" panose="02040503050406030204" pitchFamily="18" charset="0"/>
                          <a:ea typeface="Cambria Math" panose="02040503050406030204" pitchFamily="18" charset="0"/>
                        </a:rPr>
                        <m:t>Pu</m:t>
                      </m:r>
                    </m:oMath>
                  </m:oMathPara>
                </a14:m>
                <a:endParaRPr lang="es-CO" sz="2000" dirty="0"/>
              </a:p>
            </p:txBody>
          </p:sp>
        </mc:Choice>
        <mc:Fallback xmlns="">
          <p:sp>
            <p:nvSpPr>
              <p:cNvPr id="14" name="CuadroTexto 13">
                <a:extLst>
                  <a:ext uri="{FF2B5EF4-FFF2-40B4-BE49-F238E27FC236}">
                    <a16:creationId xmlns:a16="http://schemas.microsoft.com/office/drawing/2014/main" id="{EA150D4F-82F5-9708-490D-AF140CA29FFC}"/>
                  </a:ext>
                </a:extLst>
              </p:cNvPr>
              <p:cNvSpPr txBox="1">
                <a:spLocks noRot="1" noChangeAspect="1" noMove="1" noResize="1" noEditPoints="1" noAdjustHandles="1" noChangeArrowheads="1" noChangeShapeType="1" noTextEdit="1"/>
              </p:cNvSpPr>
              <p:nvPr/>
            </p:nvSpPr>
            <p:spPr>
              <a:xfrm>
                <a:off x="1304856" y="5522459"/>
                <a:ext cx="1780937" cy="307777"/>
              </a:xfrm>
              <a:prstGeom prst="rect">
                <a:avLst/>
              </a:prstGeom>
              <a:blipFill>
                <a:blip r:embed="rId4"/>
                <a:stretch>
                  <a:fillRect l="-1370" r="-3425" b="-8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6BA4832A-F3B0-1C03-6B9A-31781675D79A}"/>
                  </a:ext>
                </a:extLst>
              </p:cNvPr>
              <p:cNvSpPr txBox="1"/>
              <p:nvPr/>
            </p:nvSpPr>
            <p:spPr>
              <a:xfrm>
                <a:off x="1121903" y="4815493"/>
                <a:ext cx="1526753" cy="745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s-419" sz="2000" i="1" smtClean="0">
                              <a:latin typeface="Cambria Math" panose="02040503050406030204" pitchFamily="18" charset="0"/>
                              <a:ea typeface="Cambria Math" panose="02040503050406030204" pitchFamily="18" charset="0"/>
                            </a:rPr>
                          </m:ctrlPr>
                        </m:naryPr>
                        <m:sub/>
                        <m:sup/>
                        <m:e>
                          <m:r>
                            <m:rPr>
                              <m:sty m:val="p"/>
                            </m:rPr>
                            <a:rPr lang="es-419" sz="2000" b="0" i="1" smtClean="0">
                              <a:latin typeface="Cambria Math" panose="02040503050406030204" pitchFamily="18" charset="0"/>
                              <a:ea typeface="Cambria Math" panose="02040503050406030204" pitchFamily="18" charset="0"/>
                            </a:rPr>
                            <m:t>F</m:t>
                          </m:r>
                        </m:e>
                      </m:nary>
                      <m:r>
                        <a:rPr lang="es-419" sz="2000" b="0" i="1" smtClean="0">
                          <a:latin typeface="Cambria Math" panose="02040503050406030204" pitchFamily="18" charset="0"/>
                          <a:ea typeface="Cambria Math" panose="02040503050406030204" pitchFamily="18" charset="0"/>
                        </a:rPr>
                        <m:t>=0</m:t>
                      </m:r>
                    </m:oMath>
                  </m:oMathPara>
                </a14:m>
                <a:endParaRPr lang="es-CO" sz="2000" dirty="0"/>
              </a:p>
            </p:txBody>
          </p:sp>
        </mc:Choice>
        <mc:Fallback xmlns="">
          <p:sp>
            <p:nvSpPr>
              <p:cNvPr id="16" name="CuadroTexto 15">
                <a:extLst>
                  <a:ext uri="{FF2B5EF4-FFF2-40B4-BE49-F238E27FC236}">
                    <a16:creationId xmlns:a16="http://schemas.microsoft.com/office/drawing/2014/main" id="{6BA4832A-F3B0-1C03-6B9A-31781675D79A}"/>
                  </a:ext>
                </a:extLst>
              </p:cNvPr>
              <p:cNvSpPr txBox="1">
                <a:spLocks noRot="1" noChangeAspect="1" noMove="1" noResize="1" noEditPoints="1" noAdjustHandles="1" noChangeArrowheads="1" noChangeShapeType="1" noTextEdit="1"/>
              </p:cNvSpPr>
              <p:nvPr/>
            </p:nvSpPr>
            <p:spPr>
              <a:xfrm>
                <a:off x="1121903" y="4815493"/>
                <a:ext cx="1526753" cy="745332"/>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1A422476-AD26-9D19-B5E4-813EE3EB6478}"/>
                  </a:ext>
                </a:extLst>
              </p:cNvPr>
              <p:cNvSpPr txBox="1"/>
              <p:nvPr/>
            </p:nvSpPr>
            <p:spPr>
              <a:xfrm>
                <a:off x="3502447" y="5342595"/>
                <a:ext cx="2002343" cy="5762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000" i="1" smtClean="0">
                          <a:latin typeface="Cambria Math" panose="02040503050406030204" pitchFamily="18" charset="0"/>
                          <a:ea typeface="Cambria Math" panose="02040503050406030204" pitchFamily="18" charset="0"/>
                        </a:rPr>
                        <m:t>𝜎</m:t>
                      </m:r>
                      <m:r>
                        <m:rPr>
                          <m:sty m:val="p"/>
                        </m:rPr>
                        <a:rPr lang="es-419" sz="2000" b="0" i="1" smtClean="0">
                          <a:latin typeface="Cambria Math" panose="02040503050406030204" pitchFamily="18" charset="0"/>
                          <a:ea typeface="Cambria Math" panose="02040503050406030204" pitchFamily="18" charset="0"/>
                        </a:rPr>
                        <m:t>LB</m:t>
                      </m:r>
                      <m:r>
                        <a:rPr lang="es-419" sz="2000" b="0" i="1" smtClean="0">
                          <a:latin typeface="Cambria Math" panose="02040503050406030204" pitchFamily="18" charset="0"/>
                          <a:ea typeface="Cambria Math" panose="02040503050406030204" pitchFamily="18" charset="0"/>
                        </a:rPr>
                        <m:t>=</m:t>
                      </m:r>
                      <m:f>
                        <m:fPr>
                          <m:ctrlPr>
                            <a:rPr lang="es-CO" sz="2000" i="1">
                              <a:latin typeface="Cambria Math" panose="02040503050406030204" pitchFamily="18" charset="0"/>
                              <a:ea typeface="Cambria Math" panose="02040503050406030204" pitchFamily="18" charset="0"/>
                            </a:rPr>
                          </m:ctrlPr>
                        </m:fPr>
                        <m:num>
                          <m:r>
                            <m:rPr>
                              <m:sty m:val="p"/>
                            </m:rPr>
                            <a:rPr lang="es-419" sz="2000" i="1">
                              <a:latin typeface="Cambria Math" panose="02040503050406030204" pitchFamily="18" charset="0"/>
                              <a:ea typeface="Cambria Math" panose="02040503050406030204" pitchFamily="18" charset="0"/>
                            </a:rPr>
                            <m:t>Pe</m:t>
                          </m:r>
                        </m:num>
                        <m:den>
                          <m:r>
                            <m:rPr>
                              <m:sty m:val="p"/>
                            </m:rPr>
                            <a:rPr lang="es-419" sz="2000" i="1">
                              <a:latin typeface="Cambria Math" panose="02040503050406030204" pitchFamily="18" charset="0"/>
                              <a:ea typeface="Cambria Math" panose="02040503050406030204" pitchFamily="18" charset="0"/>
                            </a:rPr>
                            <m:t>C</m:t>
                          </m:r>
                          <m:r>
                            <a:rPr lang="es-419" sz="2000" i="1">
                              <a:latin typeface="Cambria Math" panose="02040503050406030204" pitchFamily="18" charset="0"/>
                              <a:ea typeface="Cambria Math" panose="02040503050406030204" pitchFamily="18" charset="0"/>
                            </a:rPr>
                            <m:t>−</m:t>
                          </m:r>
                          <m:r>
                            <m:rPr>
                              <m:sty m:val="p"/>
                            </m:rPr>
                            <a:rPr lang="es-419" sz="2000" i="1">
                              <a:latin typeface="Cambria Math" panose="02040503050406030204" pitchFamily="18" charset="0"/>
                              <a:ea typeface="Cambria Math" panose="02040503050406030204" pitchFamily="18" charset="0"/>
                            </a:rPr>
                            <m:t>e</m:t>
                          </m:r>
                        </m:den>
                      </m:f>
                      <m:r>
                        <a:rPr lang="es-419" sz="2000" b="0" i="1" smtClean="0">
                          <a:latin typeface="Cambria Math" panose="02040503050406030204" pitchFamily="18" charset="0"/>
                          <a:ea typeface="Cambria Math" panose="02040503050406030204" pitchFamily="18" charset="0"/>
                        </a:rPr>
                        <m:t>+</m:t>
                      </m:r>
                      <m:r>
                        <m:rPr>
                          <m:sty m:val="p"/>
                        </m:rPr>
                        <a:rPr lang="es-419" sz="2000" b="0" i="1" smtClean="0">
                          <a:latin typeface="Cambria Math" panose="02040503050406030204" pitchFamily="18" charset="0"/>
                          <a:ea typeface="Cambria Math" panose="02040503050406030204" pitchFamily="18" charset="0"/>
                        </a:rPr>
                        <m:t>Pu</m:t>
                      </m:r>
                    </m:oMath>
                  </m:oMathPara>
                </a14:m>
                <a:endParaRPr lang="es-CO" sz="2000" dirty="0"/>
              </a:p>
            </p:txBody>
          </p:sp>
        </mc:Choice>
        <mc:Fallback xmlns="">
          <p:sp>
            <p:nvSpPr>
              <p:cNvPr id="18" name="CuadroTexto 17">
                <a:extLst>
                  <a:ext uri="{FF2B5EF4-FFF2-40B4-BE49-F238E27FC236}">
                    <a16:creationId xmlns:a16="http://schemas.microsoft.com/office/drawing/2014/main" id="{1A422476-AD26-9D19-B5E4-813EE3EB6478}"/>
                  </a:ext>
                </a:extLst>
              </p:cNvPr>
              <p:cNvSpPr txBox="1">
                <a:spLocks noRot="1" noChangeAspect="1" noMove="1" noResize="1" noEditPoints="1" noAdjustHandles="1" noChangeArrowheads="1" noChangeShapeType="1" noTextEdit="1"/>
              </p:cNvSpPr>
              <p:nvPr/>
            </p:nvSpPr>
            <p:spPr>
              <a:xfrm>
                <a:off x="3502447" y="5342595"/>
                <a:ext cx="2002343" cy="576248"/>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A8C8DEE1-8F20-25E8-D838-67A4D1AAA2BF}"/>
                  </a:ext>
                </a:extLst>
              </p:cNvPr>
              <p:cNvSpPr txBox="1"/>
              <p:nvPr/>
            </p:nvSpPr>
            <p:spPr>
              <a:xfrm>
                <a:off x="6002448" y="5356021"/>
                <a:ext cx="1524713"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b="0" i="1" smtClean="0">
                          <a:latin typeface="Cambria Math" panose="02040503050406030204" pitchFamily="18" charset="0"/>
                          <a:ea typeface="Cambria Math" panose="02040503050406030204" pitchFamily="18" charset="0"/>
                        </a:rPr>
                        <m:t>L</m:t>
                      </m:r>
                      <m:r>
                        <a:rPr lang="es-419" sz="2000" b="0" i="1" smtClean="0">
                          <a:latin typeface="Cambria Math" panose="02040503050406030204" pitchFamily="18" charset="0"/>
                          <a:ea typeface="Cambria Math" panose="02040503050406030204" pitchFamily="18" charset="0"/>
                        </a:rPr>
                        <m:t>=</m:t>
                      </m:r>
                      <m:d>
                        <m:dPr>
                          <m:ctrlPr>
                            <a:rPr lang="es-419" sz="2000" b="0" i="1" smtClean="0">
                              <a:latin typeface="Cambria Math" panose="02040503050406030204" pitchFamily="18" charset="0"/>
                              <a:ea typeface="Cambria Math" panose="02040503050406030204" pitchFamily="18" charset="0"/>
                            </a:rPr>
                          </m:ctrlPr>
                        </m:dPr>
                        <m:e>
                          <m:f>
                            <m:fPr>
                              <m:ctrlPr>
                                <a:rPr lang="es-419"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C</m:t>
                              </m:r>
                            </m:num>
                            <m:den>
                              <m:r>
                                <m:rPr>
                                  <m:sty m:val="p"/>
                                </m:rPr>
                                <a:rPr lang="es-419" sz="2000" b="0" i="1" smtClean="0">
                                  <a:latin typeface="Cambria Math" panose="02040503050406030204" pitchFamily="18" charset="0"/>
                                  <a:ea typeface="Cambria Math" panose="02040503050406030204" pitchFamily="18" charset="0"/>
                                </a:rPr>
                                <m:t>C</m:t>
                              </m:r>
                              <m:r>
                                <a:rPr lang="es-419" sz="2000" b="0" i="1" smtClean="0">
                                  <a:latin typeface="Cambria Math" panose="02040503050406030204" pitchFamily="18" charset="0"/>
                                  <a:ea typeface="Cambria Math" panose="02040503050406030204" pitchFamily="18" charset="0"/>
                                </a:rPr>
                                <m:t>−</m:t>
                              </m:r>
                              <m:r>
                                <m:rPr>
                                  <m:sty m:val="p"/>
                                </m:rPr>
                                <a:rPr lang="es-419" sz="2000" b="0" i="1" smtClean="0">
                                  <a:latin typeface="Cambria Math" panose="02040503050406030204" pitchFamily="18" charset="0"/>
                                  <a:ea typeface="Cambria Math" panose="02040503050406030204" pitchFamily="18" charset="0"/>
                                </a:rPr>
                                <m:t>e</m:t>
                              </m:r>
                            </m:den>
                          </m:f>
                        </m:e>
                      </m:d>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Pu</m:t>
                          </m:r>
                        </m:num>
                        <m:den>
                          <m:r>
                            <a:rPr lang="es-CO" sz="2000" i="1">
                              <a:latin typeface="Cambria Math" panose="02040503050406030204" pitchFamily="18" charset="0"/>
                              <a:ea typeface="Cambria Math" panose="02040503050406030204" pitchFamily="18" charset="0"/>
                            </a:rPr>
                            <m:t>𝜎</m:t>
                          </m:r>
                          <m:r>
                            <m:rPr>
                              <m:sty m:val="p"/>
                            </m:rPr>
                            <a:rPr lang="es-419" sz="2000" i="1">
                              <a:latin typeface="Cambria Math" panose="02040503050406030204" pitchFamily="18" charset="0"/>
                              <a:ea typeface="Cambria Math" panose="02040503050406030204" pitchFamily="18" charset="0"/>
                            </a:rPr>
                            <m:t>B</m:t>
                          </m:r>
                        </m:den>
                      </m:f>
                    </m:oMath>
                  </m:oMathPara>
                </a14:m>
                <a:endParaRPr lang="es-CO" sz="2000" dirty="0"/>
              </a:p>
            </p:txBody>
          </p:sp>
        </mc:Choice>
        <mc:Fallback xmlns="">
          <p:sp>
            <p:nvSpPr>
              <p:cNvPr id="20" name="CuadroTexto 19">
                <a:extLst>
                  <a:ext uri="{FF2B5EF4-FFF2-40B4-BE49-F238E27FC236}">
                    <a16:creationId xmlns:a16="http://schemas.microsoft.com/office/drawing/2014/main" id="{A8C8DEE1-8F20-25E8-D838-67A4D1AAA2BF}"/>
                  </a:ext>
                </a:extLst>
              </p:cNvPr>
              <p:cNvSpPr txBox="1">
                <a:spLocks noRot="1" noChangeAspect="1" noMove="1" noResize="1" noEditPoints="1" noAdjustHandles="1" noChangeArrowheads="1" noChangeShapeType="1" noTextEdit="1"/>
              </p:cNvSpPr>
              <p:nvPr/>
            </p:nvSpPr>
            <p:spPr>
              <a:xfrm>
                <a:off x="6002448" y="5356021"/>
                <a:ext cx="1524713" cy="691536"/>
              </a:xfrm>
              <a:prstGeom prst="rect">
                <a:avLst/>
              </a:prstGeom>
              <a:blipFill>
                <a:blip r:embed="rId7"/>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D5DA8298-EC62-C2EA-F3EA-8ED4B7B82689}"/>
                  </a:ext>
                </a:extLst>
              </p:cNvPr>
              <p:cNvSpPr txBox="1"/>
              <p:nvPr/>
            </p:nvSpPr>
            <p:spPr>
              <a:xfrm>
                <a:off x="8129023" y="5330579"/>
                <a:ext cx="2130840"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b="0" i="1" smtClean="0">
                          <a:latin typeface="Cambria Math" panose="02040503050406030204" pitchFamily="18" charset="0"/>
                          <a:ea typeface="Cambria Math" panose="02040503050406030204" pitchFamily="18" charset="0"/>
                        </a:rPr>
                        <m:t>L</m:t>
                      </m:r>
                      <m:r>
                        <a:rPr lang="es-419" sz="2000" b="0" i="1" smtClean="0">
                          <a:latin typeface="Cambria Math" panose="02040503050406030204" pitchFamily="18" charset="0"/>
                          <a:ea typeface="Cambria Math" panose="02040503050406030204" pitchFamily="18" charset="0"/>
                        </a:rPr>
                        <m:t>=</m:t>
                      </m:r>
                      <m:d>
                        <m:dPr>
                          <m:ctrlPr>
                            <a:rPr lang="es-419" sz="2000" b="0" i="1" smtClean="0">
                              <a:latin typeface="Cambria Math" panose="02040503050406030204" pitchFamily="18" charset="0"/>
                              <a:ea typeface="Cambria Math" panose="02040503050406030204" pitchFamily="18" charset="0"/>
                            </a:rPr>
                          </m:ctrlPr>
                        </m:dPr>
                        <m:e>
                          <m:f>
                            <m:fPr>
                              <m:ctrlPr>
                                <a:rPr lang="es-419" sz="2000" b="0" i="1" smtClean="0">
                                  <a:latin typeface="Cambria Math" panose="02040503050406030204" pitchFamily="18" charset="0"/>
                                  <a:ea typeface="Cambria Math" panose="02040503050406030204" pitchFamily="18" charset="0"/>
                                </a:rPr>
                              </m:ctrlPr>
                            </m:fPr>
                            <m:num>
                              <m:r>
                                <a:rPr lang="es-419" sz="2000" b="0" i="1" smtClean="0">
                                  <a:latin typeface="Cambria Math" panose="02040503050406030204" pitchFamily="18" charset="0"/>
                                  <a:ea typeface="Cambria Math" panose="02040503050406030204" pitchFamily="18" charset="0"/>
                                </a:rPr>
                                <m:t>2</m:t>
                              </m:r>
                              <m:r>
                                <m:rPr>
                                  <m:sty m:val="p"/>
                                </m:rPr>
                                <a:rPr lang="es-419" sz="2000" b="0" i="1" smtClean="0">
                                  <a:latin typeface="Cambria Math" panose="02040503050406030204" pitchFamily="18" charset="0"/>
                                  <a:ea typeface="Cambria Math" panose="02040503050406030204" pitchFamily="18" charset="0"/>
                                </a:rPr>
                                <m:t>C</m:t>
                              </m:r>
                            </m:num>
                            <m:den>
                              <m:r>
                                <a:rPr lang="es-419" sz="2000" b="0" i="1" smtClean="0">
                                  <a:latin typeface="Cambria Math" panose="02040503050406030204" pitchFamily="18" charset="0"/>
                                  <a:ea typeface="Cambria Math" panose="02040503050406030204" pitchFamily="18" charset="0"/>
                                </a:rPr>
                                <m:t>2</m:t>
                              </m:r>
                              <m:r>
                                <m:rPr>
                                  <m:sty m:val="p"/>
                                </m:rPr>
                                <a:rPr lang="es-419" sz="2000" b="0" i="1" smtClean="0">
                                  <a:latin typeface="Cambria Math" panose="02040503050406030204" pitchFamily="18" charset="0"/>
                                  <a:ea typeface="Cambria Math" panose="02040503050406030204" pitchFamily="18" charset="0"/>
                                </a:rPr>
                                <m:t>C</m:t>
                              </m:r>
                              <m:r>
                                <a:rPr lang="es-419" sz="2000" b="0" i="1" smtClean="0">
                                  <a:latin typeface="Cambria Math" panose="02040503050406030204" pitchFamily="18" charset="0"/>
                                  <a:ea typeface="Cambria Math" panose="02040503050406030204" pitchFamily="18" charset="0"/>
                                </a:rPr>
                                <m:t>−</m:t>
                              </m:r>
                              <m:r>
                                <m:rPr>
                                  <m:sty m:val="p"/>
                                </m:rPr>
                                <a:rPr lang="es-419" sz="2000" b="0" i="1" smtClean="0">
                                  <a:latin typeface="Cambria Math" panose="02040503050406030204" pitchFamily="18" charset="0"/>
                                  <a:ea typeface="Cambria Math" panose="02040503050406030204" pitchFamily="18" charset="0"/>
                                </a:rPr>
                                <m:t>B</m:t>
                              </m:r>
                              <m:r>
                                <a:rPr lang="es-419" sz="2000" b="0" i="1" smtClean="0">
                                  <a:latin typeface="Cambria Math" panose="02040503050406030204" pitchFamily="18" charset="0"/>
                                  <a:ea typeface="Cambria Math" panose="02040503050406030204" pitchFamily="18" charset="0"/>
                                </a:rPr>
                                <m:t>+</m:t>
                              </m:r>
                              <m:r>
                                <m:rPr>
                                  <m:sty m:val="p"/>
                                </m:rPr>
                                <a:rPr lang="es-419" sz="2000" b="0" i="1" smtClean="0">
                                  <a:latin typeface="Cambria Math" panose="02040503050406030204" pitchFamily="18" charset="0"/>
                                  <a:ea typeface="Cambria Math" panose="02040503050406030204" pitchFamily="18" charset="0"/>
                                </a:rPr>
                                <m:t>a</m:t>
                              </m:r>
                            </m:den>
                          </m:f>
                        </m:e>
                      </m:d>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Pu</m:t>
                          </m:r>
                        </m:num>
                        <m:den>
                          <m:r>
                            <a:rPr lang="es-CO" sz="2000" i="1">
                              <a:latin typeface="Cambria Math" panose="02040503050406030204" pitchFamily="18" charset="0"/>
                              <a:ea typeface="Cambria Math" panose="02040503050406030204" pitchFamily="18" charset="0"/>
                            </a:rPr>
                            <m:t>𝜎</m:t>
                          </m:r>
                          <m:r>
                            <m:rPr>
                              <m:sty m:val="p"/>
                            </m:rPr>
                            <a:rPr lang="es-419" sz="2000" i="1">
                              <a:latin typeface="Cambria Math" panose="02040503050406030204" pitchFamily="18" charset="0"/>
                              <a:ea typeface="Cambria Math" panose="02040503050406030204" pitchFamily="18" charset="0"/>
                            </a:rPr>
                            <m:t>B</m:t>
                          </m:r>
                        </m:den>
                      </m:f>
                    </m:oMath>
                  </m:oMathPara>
                </a14:m>
                <a:endParaRPr lang="es-CO" sz="2000" dirty="0"/>
              </a:p>
            </p:txBody>
          </p:sp>
        </mc:Choice>
        <mc:Fallback xmlns="">
          <p:sp>
            <p:nvSpPr>
              <p:cNvPr id="21" name="CuadroTexto 20">
                <a:extLst>
                  <a:ext uri="{FF2B5EF4-FFF2-40B4-BE49-F238E27FC236}">
                    <a16:creationId xmlns:a16="http://schemas.microsoft.com/office/drawing/2014/main" id="{D5DA8298-EC62-C2EA-F3EA-8ED4B7B82689}"/>
                  </a:ext>
                </a:extLst>
              </p:cNvPr>
              <p:cNvSpPr txBox="1">
                <a:spLocks noRot="1" noChangeAspect="1" noMove="1" noResize="1" noEditPoints="1" noAdjustHandles="1" noChangeArrowheads="1" noChangeShapeType="1" noTextEdit="1"/>
              </p:cNvSpPr>
              <p:nvPr/>
            </p:nvSpPr>
            <p:spPr>
              <a:xfrm>
                <a:off x="8129023" y="5330579"/>
                <a:ext cx="2130840" cy="691536"/>
              </a:xfrm>
              <a:prstGeom prst="rect">
                <a:avLst/>
              </a:prstGeom>
              <a:blipFill>
                <a:blip r:embed="rId8"/>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7685C6D3-1C85-F8A6-FD96-2B9F4D2C2C66}"/>
                  </a:ext>
                </a:extLst>
              </p:cNvPr>
              <p:cNvSpPr txBox="1"/>
              <p:nvPr/>
            </p:nvSpPr>
            <p:spPr>
              <a:xfrm>
                <a:off x="8658963" y="4555509"/>
                <a:ext cx="983026" cy="5741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b="0" i="1" smtClean="0">
                          <a:latin typeface="Cambria Math" panose="02040503050406030204" pitchFamily="18" charset="0"/>
                          <a:ea typeface="Cambria Math" panose="02040503050406030204" pitchFamily="18" charset="0"/>
                        </a:rPr>
                        <m:t>e</m:t>
                      </m:r>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B</m:t>
                          </m:r>
                        </m:num>
                        <m:den>
                          <m:r>
                            <a:rPr lang="es-419" sz="2000" b="0" i="1" smtClean="0">
                              <a:latin typeface="Cambria Math" panose="02040503050406030204" pitchFamily="18" charset="0"/>
                              <a:ea typeface="Cambria Math" panose="02040503050406030204" pitchFamily="18" charset="0"/>
                            </a:rPr>
                            <m:t>2</m:t>
                          </m:r>
                        </m:den>
                      </m:f>
                      <m:r>
                        <a:rPr lang="es-419" sz="2000" b="0" i="1" smtClean="0">
                          <a:latin typeface="Cambria Math" panose="02040503050406030204" pitchFamily="18" charset="0"/>
                          <a:ea typeface="Cambria Math" panose="02040503050406030204" pitchFamily="18" charset="0"/>
                        </a:rPr>
                        <m:t>−</m:t>
                      </m:r>
                      <m:f>
                        <m:fPr>
                          <m:ctrlPr>
                            <a:rPr lang="es-CO" sz="2000" i="1">
                              <a:latin typeface="Cambria Math" panose="02040503050406030204" pitchFamily="18" charset="0"/>
                              <a:ea typeface="Cambria Math" panose="02040503050406030204" pitchFamily="18" charset="0"/>
                            </a:rPr>
                          </m:ctrlPr>
                        </m:fPr>
                        <m:num>
                          <m:r>
                            <m:rPr>
                              <m:sty m:val="p"/>
                            </m:rPr>
                            <a:rPr lang="es-419" sz="2000" b="0" i="1" smtClean="0">
                              <a:latin typeface="Cambria Math" panose="02040503050406030204" pitchFamily="18" charset="0"/>
                              <a:ea typeface="Cambria Math" panose="02040503050406030204" pitchFamily="18" charset="0"/>
                            </a:rPr>
                            <m:t>a</m:t>
                          </m:r>
                        </m:num>
                        <m:den>
                          <m:r>
                            <a:rPr lang="es-419" sz="2000" i="1">
                              <a:latin typeface="Cambria Math" panose="02040503050406030204" pitchFamily="18" charset="0"/>
                              <a:ea typeface="Cambria Math" panose="02040503050406030204" pitchFamily="18" charset="0"/>
                            </a:rPr>
                            <m:t>2</m:t>
                          </m:r>
                        </m:den>
                      </m:f>
                    </m:oMath>
                  </m:oMathPara>
                </a14:m>
                <a:endParaRPr lang="es-CO" sz="2000" dirty="0"/>
              </a:p>
            </p:txBody>
          </p:sp>
        </mc:Choice>
        <mc:Fallback xmlns="">
          <p:sp>
            <p:nvSpPr>
              <p:cNvPr id="24" name="CuadroTexto 23">
                <a:extLst>
                  <a:ext uri="{FF2B5EF4-FFF2-40B4-BE49-F238E27FC236}">
                    <a16:creationId xmlns:a16="http://schemas.microsoft.com/office/drawing/2014/main" id="{7685C6D3-1C85-F8A6-FD96-2B9F4D2C2C66}"/>
                  </a:ext>
                </a:extLst>
              </p:cNvPr>
              <p:cNvSpPr txBox="1">
                <a:spLocks noRot="1" noChangeAspect="1" noMove="1" noResize="1" noEditPoints="1" noAdjustHandles="1" noChangeArrowheads="1" noChangeShapeType="1" noTextEdit="1"/>
              </p:cNvSpPr>
              <p:nvPr/>
            </p:nvSpPr>
            <p:spPr>
              <a:xfrm>
                <a:off x="8658963" y="4555509"/>
                <a:ext cx="983026" cy="574196"/>
              </a:xfrm>
              <a:prstGeom prst="rect">
                <a:avLst/>
              </a:prstGeom>
              <a:blipFill>
                <a:blip r:embed="rId9"/>
                <a:stretch>
                  <a:fillRect/>
                </a:stretch>
              </a:blipFill>
            </p:spPr>
            <p:txBody>
              <a:bodyPr/>
              <a:lstStyle/>
              <a:p>
                <a:r>
                  <a:rPr lang="es-CO">
                    <a:noFill/>
                  </a:rPr>
                  <a:t> </a:t>
                </a:r>
              </a:p>
            </p:txBody>
          </p:sp>
        </mc:Fallback>
      </mc:AlternateContent>
      <p:sp>
        <p:nvSpPr>
          <p:cNvPr id="25" name="CuadroTexto 24">
            <a:extLst>
              <a:ext uri="{FF2B5EF4-FFF2-40B4-BE49-F238E27FC236}">
                <a16:creationId xmlns:a16="http://schemas.microsoft.com/office/drawing/2014/main" id="{F72E4332-7F23-A3C8-1715-99AD3AF2CB41}"/>
              </a:ext>
            </a:extLst>
          </p:cNvPr>
          <p:cNvSpPr txBox="1"/>
          <p:nvPr/>
        </p:nvSpPr>
        <p:spPr>
          <a:xfrm>
            <a:off x="8623506" y="6365707"/>
            <a:ext cx="3274023" cy="615553"/>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Se supone B y se calcula L.</a:t>
            </a:r>
            <a:r>
              <a:rPr lang="es-CO" sz="1400" dirty="0">
                <a:latin typeface="Calibri" panose="020F0502020204030204" pitchFamily="34" charset="0"/>
                <a:ea typeface="Calibri" panose="020F0502020204030204" pitchFamily="34" charset="0"/>
                <a:cs typeface="Calibri" panose="020F0502020204030204" pitchFamily="34" charset="0"/>
              </a:rPr>
              <a:t>			</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264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14" grpId="0"/>
      <p:bldP spid="16" grpId="0"/>
      <p:bldP spid="18" grpId="0"/>
      <p:bldP spid="20" grpId="0"/>
      <p:bldP spid="21" grpId="0"/>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A10A0-9DDC-36A1-9BBA-13A184D6F3D8}"/>
            </a:ext>
          </a:extLst>
        </p:cNvPr>
        <p:cNvGrpSpPr/>
        <p:nvPr/>
      </p:nvGrpSpPr>
      <p:grpSpPr>
        <a:xfrm>
          <a:off x="0" y="0"/>
          <a:ext cx="0" cy="0"/>
          <a:chOff x="0" y="0"/>
          <a:chExt cx="0" cy="0"/>
        </a:xfrm>
      </p:grpSpPr>
      <p:sp>
        <p:nvSpPr>
          <p:cNvPr id="76" name="Rectángulo 75">
            <a:extLst>
              <a:ext uri="{FF2B5EF4-FFF2-40B4-BE49-F238E27FC236}">
                <a16:creationId xmlns:a16="http://schemas.microsoft.com/office/drawing/2014/main" id="{78331755-42F7-CA50-F464-535F7553B987}"/>
              </a:ext>
            </a:extLst>
          </p:cNvPr>
          <p:cNvSpPr/>
          <p:nvPr/>
        </p:nvSpPr>
        <p:spPr>
          <a:xfrm>
            <a:off x="3471967" y="3120189"/>
            <a:ext cx="4805861" cy="617621"/>
          </a:xfrm>
          <a:prstGeom prst="rect">
            <a:avLst/>
          </a:prstGeom>
          <a:solidFill>
            <a:srgbClr val="747474">
              <a:alpha val="50196"/>
            </a:srgbClr>
          </a:solidFill>
          <a:ln>
            <a:solidFill>
              <a:schemeClr val="bg2">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s-CO"/>
          </a:p>
        </p:txBody>
      </p:sp>
      <p:sp>
        <p:nvSpPr>
          <p:cNvPr id="2" name="CuadroTexto 1">
            <a:extLst>
              <a:ext uri="{FF2B5EF4-FFF2-40B4-BE49-F238E27FC236}">
                <a16:creationId xmlns:a16="http://schemas.microsoft.com/office/drawing/2014/main" id="{4E452EEC-6606-038F-AA38-9066FAA2F96F}"/>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2CF60D03-1368-6D61-390E-61C5965AD37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E78896D-F626-B635-14AF-8F1CC596E767}"/>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34FC5863-2E8E-13D5-D3E1-B13A2FE02A2A}"/>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Viga contrapeso</a:t>
            </a:r>
            <a:endParaRPr lang="es-CO" dirty="0"/>
          </a:p>
        </p:txBody>
      </p:sp>
      <p:cxnSp>
        <p:nvCxnSpPr>
          <p:cNvPr id="12" name="Conector recto 11">
            <a:extLst>
              <a:ext uri="{FF2B5EF4-FFF2-40B4-BE49-F238E27FC236}">
                <a16:creationId xmlns:a16="http://schemas.microsoft.com/office/drawing/2014/main" id="{139DF9B7-2D01-B153-76EE-7CB137248F1F}"/>
              </a:ext>
            </a:extLst>
          </p:cNvPr>
          <p:cNvCxnSpPr>
            <a:cxnSpLocks/>
          </p:cNvCxnSpPr>
          <p:nvPr/>
        </p:nvCxnSpPr>
        <p:spPr>
          <a:xfrm flipV="1">
            <a:off x="3464195" y="3120190"/>
            <a:ext cx="0" cy="617621"/>
          </a:xfrm>
          <a:prstGeom prst="line">
            <a:avLst/>
          </a:prstGeom>
        </p:spPr>
        <p:style>
          <a:lnRef idx="2">
            <a:schemeClr val="accent1"/>
          </a:lnRef>
          <a:fillRef idx="0">
            <a:schemeClr val="accent1"/>
          </a:fillRef>
          <a:effectRef idx="1">
            <a:schemeClr val="accent1"/>
          </a:effectRef>
          <a:fontRef idx="minor">
            <a:schemeClr val="tx1"/>
          </a:fontRef>
        </p:style>
      </p:cxnSp>
      <p:sp>
        <p:nvSpPr>
          <p:cNvPr id="35" name="Flecha: hacia abajo 34">
            <a:extLst>
              <a:ext uri="{FF2B5EF4-FFF2-40B4-BE49-F238E27FC236}">
                <a16:creationId xmlns:a16="http://schemas.microsoft.com/office/drawing/2014/main" id="{5BA58CA7-3186-120C-BF0D-FCDB9B5295E7}"/>
              </a:ext>
            </a:extLst>
          </p:cNvPr>
          <p:cNvSpPr/>
          <p:nvPr/>
        </p:nvSpPr>
        <p:spPr>
          <a:xfrm>
            <a:off x="3700066" y="2708889"/>
            <a:ext cx="153725"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CuadroTexto 35">
            <a:extLst>
              <a:ext uri="{FF2B5EF4-FFF2-40B4-BE49-F238E27FC236}">
                <a16:creationId xmlns:a16="http://schemas.microsoft.com/office/drawing/2014/main" id="{112FC24A-845F-DE09-2502-5790200D3AE8}"/>
              </a:ext>
            </a:extLst>
          </p:cNvPr>
          <p:cNvSpPr txBox="1"/>
          <p:nvPr/>
        </p:nvSpPr>
        <p:spPr>
          <a:xfrm>
            <a:off x="3882926" y="2742367"/>
            <a:ext cx="538445" cy="400110"/>
          </a:xfrm>
          <a:prstGeom prst="rect">
            <a:avLst/>
          </a:prstGeom>
          <a:noFill/>
        </p:spPr>
        <p:txBody>
          <a:bodyPr wrap="square" rtlCol="0">
            <a:spAutoFit/>
          </a:bodyPr>
          <a:lstStyle/>
          <a:p>
            <a:r>
              <a:rPr lang="es-CO" sz="2000" dirty="0">
                <a:latin typeface="Calibri" panose="020F0502020204030204" pitchFamily="34" charset="0"/>
                <a:ea typeface="Calibri" panose="020F0502020204030204" pitchFamily="34" charset="0"/>
                <a:cs typeface="Calibri" panose="020F0502020204030204" pitchFamily="34" charset="0"/>
              </a:rPr>
              <a:t>Pu</a:t>
            </a:r>
          </a:p>
        </p:txBody>
      </p:sp>
      <p:cxnSp>
        <p:nvCxnSpPr>
          <p:cNvPr id="46" name="Conector recto de flecha 45">
            <a:extLst>
              <a:ext uri="{FF2B5EF4-FFF2-40B4-BE49-F238E27FC236}">
                <a16:creationId xmlns:a16="http://schemas.microsoft.com/office/drawing/2014/main" id="{E90A78B0-A712-676C-9416-C2325B83B5C6}"/>
              </a:ext>
            </a:extLst>
          </p:cNvPr>
          <p:cNvCxnSpPr>
            <a:cxnSpLocks/>
          </p:cNvCxnSpPr>
          <p:nvPr/>
        </p:nvCxnSpPr>
        <p:spPr>
          <a:xfrm flipV="1">
            <a:off x="3464195" y="3801336"/>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ector recto de flecha 46">
            <a:extLst>
              <a:ext uri="{FF2B5EF4-FFF2-40B4-BE49-F238E27FC236}">
                <a16:creationId xmlns:a16="http://schemas.microsoft.com/office/drawing/2014/main" id="{7496E24A-7D97-C88F-27BB-004B2E256C95}"/>
              </a:ext>
            </a:extLst>
          </p:cNvPr>
          <p:cNvCxnSpPr>
            <a:cxnSpLocks/>
          </p:cNvCxnSpPr>
          <p:nvPr/>
        </p:nvCxnSpPr>
        <p:spPr>
          <a:xfrm flipV="1">
            <a:off x="5389689" y="3806954"/>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ector recto 48">
            <a:extLst>
              <a:ext uri="{FF2B5EF4-FFF2-40B4-BE49-F238E27FC236}">
                <a16:creationId xmlns:a16="http://schemas.microsoft.com/office/drawing/2014/main" id="{C16A65D7-58A6-FC9D-690B-D9CF020B9AE3}"/>
              </a:ext>
            </a:extLst>
          </p:cNvPr>
          <p:cNvCxnSpPr>
            <a:cxnSpLocks/>
          </p:cNvCxnSpPr>
          <p:nvPr/>
        </p:nvCxnSpPr>
        <p:spPr>
          <a:xfrm flipV="1">
            <a:off x="3471967" y="4154461"/>
            <a:ext cx="1917722" cy="446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 name="Conector recto de flecha 49">
            <a:extLst>
              <a:ext uri="{FF2B5EF4-FFF2-40B4-BE49-F238E27FC236}">
                <a16:creationId xmlns:a16="http://schemas.microsoft.com/office/drawing/2014/main" id="{AE042F55-FD5D-C618-74A0-9ECCBF7F1889}"/>
              </a:ext>
            </a:extLst>
          </p:cNvPr>
          <p:cNvCxnSpPr>
            <a:cxnSpLocks/>
          </p:cNvCxnSpPr>
          <p:nvPr/>
        </p:nvCxnSpPr>
        <p:spPr>
          <a:xfrm flipV="1">
            <a:off x="3882926" y="3798927"/>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a16="http://schemas.microsoft.com/office/drawing/2014/main" id="{920A3A50-AC23-16D8-F98E-2085F0D383A2}"/>
              </a:ext>
            </a:extLst>
          </p:cNvPr>
          <p:cNvCxnSpPr>
            <a:cxnSpLocks/>
          </p:cNvCxnSpPr>
          <p:nvPr/>
        </p:nvCxnSpPr>
        <p:spPr>
          <a:xfrm flipV="1">
            <a:off x="4314074" y="3806954"/>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a16="http://schemas.microsoft.com/office/drawing/2014/main" id="{839D94F7-3FC7-D979-B0FD-9C7F7A458F83}"/>
              </a:ext>
            </a:extLst>
          </p:cNvPr>
          <p:cNvCxnSpPr>
            <a:cxnSpLocks/>
          </p:cNvCxnSpPr>
          <p:nvPr/>
        </p:nvCxnSpPr>
        <p:spPr>
          <a:xfrm flipV="1">
            <a:off x="4703286" y="3810117"/>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ector recto de flecha 58">
            <a:extLst>
              <a:ext uri="{FF2B5EF4-FFF2-40B4-BE49-F238E27FC236}">
                <a16:creationId xmlns:a16="http://schemas.microsoft.com/office/drawing/2014/main" id="{615E7E63-2055-5CA2-596F-AA979B150168}"/>
              </a:ext>
            </a:extLst>
          </p:cNvPr>
          <p:cNvCxnSpPr>
            <a:cxnSpLocks/>
          </p:cNvCxnSpPr>
          <p:nvPr/>
        </p:nvCxnSpPr>
        <p:spPr>
          <a:xfrm flipV="1">
            <a:off x="5068816" y="3805802"/>
            <a:ext cx="0" cy="36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0" name="CuadroTexto 59">
            <a:extLst>
              <a:ext uri="{FF2B5EF4-FFF2-40B4-BE49-F238E27FC236}">
                <a16:creationId xmlns:a16="http://schemas.microsoft.com/office/drawing/2014/main" id="{3F949ABD-7EF6-04EC-7EA2-679BC0DE6CD8}"/>
              </a:ext>
            </a:extLst>
          </p:cNvPr>
          <p:cNvSpPr txBox="1"/>
          <p:nvPr/>
        </p:nvSpPr>
        <p:spPr>
          <a:xfrm>
            <a:off x="3054760" y="3824751"/>
            <a:ext cx="470443" cy="400110"/>
          </a:xfrm>
          <a:prstGeom prst="rect">
            <a:avLst/>
          </a:prstGeom>
          <a:noFill/>
        </p:spPr>
        <p:txBody>
          <a:bodyPr wrap="square" rtlCol="0">
            <a:spAutoFit/>
          </a:bodyPr>
          <a:lstStyle/>
          <a:p>
            <a:r>
              <a:rPr lang="es-CO" sz="2000" dirty="0">
                <a:latin typeface="Symbol" panose="05050102010706020507" pitchFamily="18" charset="2"/>
                <a:ea typeface="Calibri" panose="020F0502020204030204" pitchFamily="34" charset="0"/>
                <a:cs typeface="Calibri" panose="020F0502020204030204" pitchFamily="34" charset="0"/>
              </a:rPr>
              <a:t>s</a:t>
            </a:r>
            <a:endParaRPr lang="es-CO" sz="2000" baseline="-25000" dirty="0">
              <a:latin typeface="Calibri" panose="020F0502020204030204" pitchFamily="34" charset="0"/>
              <a:ea typeface="Calibri" panose="020F0502020204030204" pitchFamily="34" charset="0"/>
              <a:cs typeface="Calibri" panose="020F0502020204030204" pitchFamily="34" charset="0"/>
            </a:endParaRPr>
          </a:p>
        </p:txBody>
      </p:sp>
      <p:sp>
        <p:nvSpPr>
          <p:cNvPr id="78" name="Flecha: hacia abajo 77">
            <a:extLst>
              <a:ext uri="{FF2B5EF4-FFF2-40B4-BE49-F238E27FC236}">
                <a16:creationId xmlns:a16="http://schemas.microsoft.com/office/drawing/2014/main" id="{8079FBDC-CDDE-530D-3DFF-F92AD2DF8C7C}"/>
              </a:ext>
            </a:extLst>
          </p:cNvPr>
          <p:cNvSpPr/>
          <p:nvPr/>
        </p:nvSpPr>
        <p:spPr>
          <a:xfrm>
            <a:off x="8124103" y="2691682"/>
            <a:ext cx="153725"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9" name="CuadroTexto 78">
            <a:extLst>
              <a:ext uri="{FF2B5EF4-FFF2-40B4-BE49-F238E27FC236}">
                <a16:creationId xmlns:a16="http://schemas.microsoft.com/office/drawing/2014/main" id="{2C856003-107F-EB72-88B5-5E9CC3FD64B3}"/>
              </a:ext>
            </a:extLst>
          </p:cNvPr>
          <p:cNvSpPr txBox="1"/>
          <p:nvPr/>
        </p:nvSpPr>
        <p:spPr>
          <a:xfrm>
            <a:off x="7394438" y="2691681"/>
            <a:ext cx="760686" cy="400110"/>
          </a:xfrm>
          <a:prstGeom prst="rect">
            <a:avLst/>
          </a:prstGeom>
          <a:noFill/>
        </p:spPr>
        <p:txBody>
          <a:bodyPr wrap="square" rtlCol="0">
            <a:spAutoFit/>
          </a:bodyPr>
          <a:lstStyle/>
          <a:p>
            <a:r>
              <a:rPr lang="es-CO" sz="2000" dirty="0" err="1">
                <a:latin typeface="Symbol" panose="05050102010706020507" pitchFamily="18" charset="2"/>
                <a:ea typeface="Calibri" panose="020F0502020204030204" pitchFamily="34" charset="0"/>
                <a:cs typeface="Calibri" panose="020F0502020204030204" pitchFamily="34" charset="0"/>
              </a:rPr>
              <a:t>D</a:t>
            </a:r>
            <a:r>
              <a:rPr lang="es-CO" sz="2000" dirty="0" err="1">
                <a:latin typeface="Calibri" panose="020F0502020204030204" pitchFamily="34" charset="0"/>
                <a:ea typeface="Calibri" panose="020F0502020204030204" pitchFamily="34" charset="0"/>
                <a:cs typeface="Calibri" panose="020F0502020204030204" pitchFamily="34" charset="0"/>
              </a:rPr>
              <a:t>Pu</a:t>
            </a:r>
            <a:endParaRPr lang="es-CO"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941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825CB-4CDD-D4D4-2C40-B729FC58773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083B810-496C-0DD7-ED91-341F2A7FF2CF}"/>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BF4A970E-A26F-906A-DE64-E236E72F6EA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1A1DFD1-B6F9-E73B-70D2-A4811547E00F}"/>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9AEB9995-2204-3781-C7A7-8B80E2B276DE}"/>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Viga contrapeso</a:t>
            </a:r>
            <a:endParaRPr lang="es-CO" dirty="0"/>
          </a:p>
        </p:txBody>
      </p:sp>
      <p:pic>
        <p:nvPicPr>
          <p:cNvPr id="6" name="Imagen 5">
            <a:extLst>
              <a:ext uri="{FF2B5EF4-FFF2-40B4-BE49-F238E27FC236}">
                <a16:creationId xmlns:a16="http://schemas.microsoft.com/office/drawing/2014/main" id="{0BA750FB-1852-A321-8434-1922347627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99342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08259-7213-DAF5-9F21-680FC2604C6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35FB2C1-7CB4-ADF7-F3AA-9EAFE3F16C8A}"/>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42BA3983-2ED6-BBFA-7519-F16AEC2C99C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36B5833F-8C79-3186-7184-FA54B55561A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40559AD8-F873-3124-7D45-ED9CBC528CD5}"/>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Ejemplo</a:t>
            </a:r>
          </a:p>
        </p:txBody>
      </p:sp>
      <p:sp>
        <p:nvSpPr>
          <p:cNvPr id="17" name="CuadroTexto 16">
            <a:extLst>
              <a:ext uri="{FF2B5EF4-FFF2-40B4-BE49-F238E27FC236}">
                <a16:creationId xmlns:a16="http://schemas.microsoft.com/office/drawing/2014/main" id="{0F1B20AC-6DC8-B333-F77F-8BDFEA00716F}"/>
              </a:ext>
            </a:extLst>
          </p:cNvPr>
          <p:cNvSpPr txBox="1"/>
          <p:nvPr/>
        </p:nvSpPr>
        <p:spPr>
          <a:xfrm>
            <a:off x="304914" y="1624740"/>
            <a:ext cx="11727065" cy="1754326"/>
          </a:xfrm>
          <a:prstGeom prst="rect">
            <a:avLst/>
          </a:prstGeom>
          <a:noFill/>
        </p:spPr>
        <p:txBody>
          <a:bodyPr wrap="square">
            <a:spAutoFit/>
          </a:bodyPr>
          <a:lstStyle/>
          <a:p>
            <a:r>
              <a:rPr lang="es-CO" dirty="0"/>
              <a:t>Dimensionar y diseñar la zapata excéntrica que se requiere para cimentar una columna de 0.40x0.50. (0.50 en la dirección de la excentricidad). La capacidad admisible del terreno es de 200 kN/m2. La columna transmite una carga muerta de 400 kN y una carga viva de 120 kN. Suponer que la zapata pesa el 10% de P. Sea C=6.0m (Distancia al centro de la columna interior)</a:t>
            </a:r>
          </a:p>
          <a:p>
            <a:endParaRPr lang="es-CO" dirty="0"/>
          </a:p>
          <a:p>
            <a:endParaRPr lang="es-CO" dirty="0"/>
          </a:p>
        </p:txBody>
      </p:sp>
    </p:spTree>
    <p:extLst>
      <p:ext uri="{BB962C8B-B14F-4D97-AF65-F5344CB8AC3E}">
        <p14:creationId xmlns:p14="http://schemas.microsoft.com/office/powerpoint/2010/main" val="3971785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E8283-375C-5FFB-5A07-4D2F044D27F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4E07603-0664-3D70-4DB2-8D0731EF430F}"/>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2A5FA346-A652-80DC-33F4-1B39883813B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AD02C78B-832D-C9AC-62FC-B1A7A2F81E0E}"/>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11" name="CuadroTexto 10">
            <a:extLst>
              <a:ext uri="{FF2B5EF4-FFF2-40B4-BE49-F238E27FC236}">
                <a16:creationId xmlns:a16="http://schemas.microsoft.com/office/drawing/2014/main" id="{3EFE0EF2-23BC-8AF8-0888-3ACAE75DD3EC}"/>
              </a:ext>
            </a:extLst>
          </p:cNvPr>
          <p:cNvSpPr txBox="1"/>
          <p:nvPr/>
        </p:nvSpPr>
        <p:spPr>
          <a:xfrm>
            <a:off x="2511031" y="2972250"/>
            <a:ext cx="7169938" cy="830997"/>
          </a:xfrm>
          <a:prstGeom prst="rect">
            <a:avLst/>
          </a:prstGeom>
          <a:noFill/>
        </p:spPr>
        <p:txBody>
          <a:bodyPr wrap="square">
            <a:spAutoFit/>
          </a:bodyPr>
          <a:lstStyle/>
          <a:p>
            <a:pPr algn="ctr"/>
            <a:r>
              <a:rPr lang="es-CO" sz="4800" b="1" dirty="0"/>
              <a:t>Zapatas combinada</a:t>
            </a:r>
          </a:p>
        </p:txBody>
      </p:sp>
    </p:spTree>
    <p:extLst>
      <p:ext uri="{BB962C8B-B14F-4D97-AF65-F5344CB8AC3E}">
        <p14:creationId xmlns:p14="http://schemas.microsoft.com/office/powerpoint/2010/main" val="14127603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1C94E-3543-7CA3-1192-4A35D0D0F20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5383956-3C12-692A-649E-2972231461E2}"/>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32D96071-EC23-A60A-35D6-ED747396E21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720FD003-6C6D-802B-DD32-30D59076C726}"/>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6ECA4D73-9953-69B7-B2FF-8C0DD86A8735}"/>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combinada</a:t>
            </a:r>
          </a:p>
        </p:txBody>
      </p:sp>
      <p:sp>
        <p:nvSpPr>
          <p:cNvPr id="17" name="CuadroTexto 16">
            <a:extLst>
              <a:ext uri="{FF2B5EF4-FFF2-40B4-BE49-F238E27FC236}">
                <a16:creationId xmlns:a16="http://schemas.microsoft.com/office/drawing/2014/main" id="{E71DA6E1-26D7-9C47-4B8F-2555631A9942}"/>
              </a:ext>
            </a:extLst>
          </p:cNvPr>
          <p:cNvSpPr txBox="1"/>
          <p:nvPr/>
        </p:nvSpPr>
        <p:spPr>
          <a:xfrm>
            <a:off x="160134" y="1446420"/>
            <a:ext cx="11848986" cy="923330"/>
          </a:xfrm>
          <a:prstGeom prst="rect">
            <a:avLst/>
          </a:prstGeom>
          <a:noFill/>
        </p:spPr>
        <p:txBody>
          <a:bodyPr wrap="square">
            <a:spAutoFit/>
          </a:bodyPr>
          <a:lstStyle/>
          <a:p>
            <a:r>
              <a:rPr lang="es-CO" dirty="0"/>
              <a:t>El centro geométrico (centroide) de la zapata debe coincidir exactamente con la posición de la resultante de las cargas de las columnas. Si logran esto, la reacción del suelo será completamente uniforme, evitando rotaciones y asentamientos diferenciales.</a:t>
            </a:r>
          </a:p>
        </p:txBody>
      </p:sp>
      <p:sp>
        <p:nvSpPr>
          <p:cNvPr id="7" name="object 9">
            <a:extLst>
              <a:ext uri="{FF2B5EF4-FFF2-40B4-BE49-F238E27FC236}">
                <a16:creationId xmlns:a16="http://schemas.microsoft.com/office/drawing/2014/main" id="{19774F2D-01F8-C839-1602-DCFC53906278}"/>
              </a:ext>
            </a:extLst>
          </p:cNvPr>
          <p:cNvSpPr txBox="1"/>
          <p:nvPr/>
        </p:nvSpPr>
        <p:spPr>
          <a:xfrm>
            <a:off x="7294709" y="3540758"/>
            <a:ext cx="240292" cy="411194"/>
          </a:xfrm>
          <a:prstGeom prst="rect">
            <a:avLst/>
          </a:prstGeom>
        </p:spPr>
        <p:txBody>
          <a:bodyPr vert="horz" wrap="square" lIns="0" tIns="12700" rIns="0" bIns="0" rtlCol="0">
            <a:spAutoFit/>
          </a:bodyPr>
          <a:lstStyle/>
          <a:p>
            <a:pPr marL="12700">
              <a:lnSpc>
                <a:spcPct val="100000"/>
              </a:lnSpc>
              <a:spcBef>
                <a:spcPts val="100"/>
              </a:spcBef>
            </a:pPr>
            <a:r>
              <a:rPr sz="1200" spc="-445" dirty="0">
                <a:latin typeface="Times New Roman"/>
                <a:cs typeface="Times New Roman"/>
              </a:rPr>
              <a:t>𝜎</a:t>
            </a:r>
            <a:endParaRPr sz="1200">
              <a:latin typeface="Times New Roman"/>
              <a:cs typeface="Times New Roman"/>
            </a:endParaRPr>
          </a:p>
        </p:txBody>
      </p:sp>
      <p:sp>
        <p:nvSpPr>
          <p:cNvPr id="8" name="object 10">
            <a:extLst>
              <a:ext uri="{FF2B5EF4-FFF2-40B4-BE49-F238E27FC236}">
                <a16:creationId xmlns:a16="http://schemas.microsoft.com/office/drawing/2014/main" id="{D21F030A-42CE-57F1-4C80-0EA0AC938993}"/>
              </a:ext>
            </a:extLst>
          </p:cNvPr>
          <p:cNvSpPr txBox="1"/>
          <p:nvPr/>
        </p:nvSpPr>
        <p:spPr>
          <a:xfrm>
            <a:off x="7470008" y="2869035"/>
            <a:ext cx="1437772" cy="231474"/>
          </a:xfrm>
          <a:prstGeom prst="rect">
            <a:avLst/>
          </a:prstGeom>
        </p:spPr>
        <p:txBody>
          <a:bodyPr vert="horz" wrap="square" lIns="0" tIns="15875" rIns="0" bIns="0" rtlCol="0">
            <a:spAutoFit/>
          </a:bodyPr>
          <a:lstStyle/>
          <a:p>
            <a:pPr marL="12700">
              <a:lnSpc>
                <a:spcPct val="100000"/>
              </a:lnSpc>
              <a:spcBef>
                <a:spcPts val="125"/>
              </a:spcBef>
            </a:pPr>
            <a:r>
              <a:rPr sz="1400" dirty="0">
                <a:latin typeface="Microsoft Sans Serif"/>
                <a:cs typeface="Microsoft Sans Serif"/>
              </a:rPr>
              <a:t>Losa</a:t>
            </a:r>
            <a:r>
              <a:rPr sz="1400" spc="70" dirty="0">
                <a:latin typeface="Microsoft Sans Serif"/>
                <a:cs typeface="Microsoft Sans Serif"/>
              </a:rPr>
              <a:t> </a:t>
            </a:r>
            <a:r>
              <a:rPr sz="1400" spc="-10" dirty="0">
                <a:latin typeface="Microsoft Sans Serif"/>
                <a:cs typeface="Microsoft Sans Serif"/>
              </a:rPr>
              <a:t>maciza</a:t>
            </a:r>
            <a:endParaRPr sz="1400" dirty="0">
              <a:latin typeface="Microsoft Sans Serif"/>
              <a:cs typeface="Microsoft Sans Serif"/>
            </a:endParaRPr>
          </a:p>
        </p:txBody>
      </p:sp>
      <p:grpSp>
        <p:nvGrpSpPr>
          <p:cNvPr id="10" name="object 11">
            <a:extLst>
              <a:ext uri="{FF2B5EF4-FFF2-40B4-BE49-F238E27FC236}">
                <a16:creationId xmlns:a16="http://schemas.microsoft.com/office/drawing/2014/main" id="{2AEAB352-C801-2597-3A49-4ECF55D790BE}"/>
              </a:ext>
            </a:extLst>
          </p:cNvPr>
          <p:cNvGrpSpPr/>
          <p:nvPr/>
        </p:nvGrpSpPr>
        <p:grpSpPr>
          <a:xfrm>
            <a:off x="3757027" y="3054517"/>
            <a:ext cx="3693335" cy="2805658"/>
            <a:chOff x="1622044" y="1615561"/>
            <a:chExt cx="1766570" cy="1421130"/>
          </a:xfrm>
        </p:grpSpPr>
        <p:sp>
          <p:nvSpPr>
            <p:cNvPr id="11" name="object 12">
              <a:extLst>
                <a:ext uri="{FF2B5EF4-FFF2-40B4-BE49-F238E27FC236}">
                  <a16:creationId xmlns:a16="http://schemas.microsoft.com/office/drawing/2014/main" id="{70F4432E-E42E-893D-A381-4FE3B9383E4C}"/>
                </a:ext>
              </a:extLst>
            </p:cNvPr>
            <p:cNvSpPr/>
            <p:nvPr/>
          </p:nvSpPr>
          <p:spPr>
            <a:xfrm>
              <a:off x="3147631" y="1618101"/>
              <a:ext cx="238760" cy="189230"/>
            </a:xfrm>
            <a:custGeom>
              <a:avLst/>
              <a:gdLst/>
              <a:ahLst/>
              <a:cxnLst/>
              <a:rect l="l" t="t" r="r" b="b"/>
              <a:pathLst>
                <a:path w="238760" h="189230">
                  <a:moveTo>
                    <a:pt x="0" y="189071"/>
                  </a:moveTo>
                  <a:lnTo>
                    <a:pt x="137255" y="0"/>
                  </a:lnTo>
                  <a:lnTo>
                    <a:pt x="238315" y="0"/>
                  </a:lnTo>
                </a:path>
              </a:pathLst>
            </a:custGeom>
            <a:ln w="4762">
              <a:solidFill>
                <a:srgbClr val="000000"/>
              </a:solidFill>
            </a:ln>
          </p:spPr>
          <p:txBody>
            <a:bodyPr wrap="square" lIns="0" tIns="0" rIns="0" bIns="0" rtlCol="0"/>
            <a:lstStyle/>
            <a:p>
              <a:endParaRPr/>
            </a:p>
          </p:txBody>
        </p:sp>
        <p:sp>
          <p:nvSpPr>
            <p:cNvPr id="12" name="object 13">
              <a:extLst>
                <a:ext uri="{FF2B5EF4-FFF2-40B4-BE49-F238E27FC236}">
                  <a16:creationId xmlns:a16="http://schemas.microsoft.com/office/drawing/2014/main" id="{A9CFDFBF-031D-E40F-7DFA-0059904CDF1C}"/>
                </a:ext>
              </a:extLst>
            </p:cNvPr>
            <p:cNvSpPr/>
            <p:nvPr/>
          </p:nvSpPr>
          <p:spPr>
            <a:xfrm>
              <a:off x="3248012" y="2518119"/>
              <a:ext cx="10160" cy="516255"/>
            </a:xfrm>
            <a:custGeom>
              <a:avLst/>
              <a:gdLst/>
              <a:ahLst/>
              <a:cxnLst/>
              <a:rect l="l" t="t" r="r" b="b"/>
              <a:pathLst>
                <a:path w="10160" h="516255">
                  <a:moveTo>
                    <a:pt x="10096" y="0"/>
                  </a:moveTo>
                  <a:lnTo>
                    <a:pt x="0" y="10096"/>
                  </a:lnTo>
                  <a:lnTo>
                    <a:pt x="0" y="505688"/>
                  </a:lnTo>
                  <a:lnTo>
                    <a:pt x="10096" y="515874"/>
                  </a:lnTo>
                  <a:lnTo>
                    <a:pt x="10096" y="0"/>
                  </a:lnTo>
                  <a:close/>
                </a:path>
              </a:pathLst>
            </a:custGeom>
            <a:solidFill>
              <a:srgbClr val="000000"/>
            </a:solidFill>
          </p:spPr>
          <p:txBody>
            <a:bodyPr wrap="square" lIns="0" tIns="0" rIns="0" bIns="0" rtlCol="0"/>
            <a:lstStyle/>
            <a:p>
              <a:endParaRPr/>
            </a:p>
          </p:txBody>
        </p:sp>
        <p:sp>
          <p:nvSpPr>
            <p:cNvPr id="13" name="object 14">
              <a:extLst>
                <a:ext uri="{FF2B5EF4-FFF2-40B4-BE49-F238E27FC236}">
                  <a16:creationId xmlns:a16="http://schemas.microsoft.com/office/drawing/2014/main" id="{CD7416FA-8EE4-DEB0-164B-1A56316246D7}"/>
                </a:ext>
              </a:extLst>
            </p:cNvPr>
            <p:cNvSpPr/>
            <p:nvPr/>
          </p:nvSpPr>
          <p:spPr>
            <a:xfrm>
              <a:off x="3248024" y="2518118"/>
              <a:ext cx="10160" cy="516255"/>
            </a:xfrm>
            <a:custGeom>
              <a:avLst/>
              <a:gdLst/>
              <a:ahLst/>
              <a:cxnLst/>
              <a:rect l="l" t="t" r="r" b="b"/>
              <a:pathLst>
                <a:path w="10160" h="516255">
                  <a:moveTo>
                    <a:pt x="0" y="505681"/>
                  </a:moveTo>
                  <a:lnTo>
                    <a:pt x="10096" y="515873"/>
                  </a:lnTo>
                  <a:lnTo>
                    <a:pt x="10096" y="0"/>
                  </a:lnTo>
                  <a:lnTo>
                    <a:pt x="0" y="10096"/>
                  </a:lnTo>
                  <a:lnTo>
                    <a:pt x="0" y="505681"/>
                  </a:lnTo>
                  <a:close/>
                </a:path>
              </a:pathLst>
            </a:custGeom>
            <a:ln w="4762">
              <a:solidFill>
                <a:srgbClr val="000000"/>
              </a:solidFill>
            </a:ln>
          </p:spPr>
          <p:txBody>
            <a:bodyPr wrap="square" lIns="0" tIns="0" rIns="0" bIns="0" rtlCol="0"/>
            <a:lstStyle/>
            <a:p>
              <a:endParaRPr/>
            </a:p>
          </p:txBody>
        </p:sp>
        <p:sp>
          <p:nvSpPr>
            <p:cNvPr id="14" name="object 15">
              <a:extLst>
                <a:ext uri="{FF2B5EF4-FFF2-40B4-BE49-F238E27FC236}">
                  <a16:creationId xmlns:a16="http://schemas.microsoft.com/office/drawing/2014/main" id="{A669D98B-676E-C0DF-509B-83C970BAB067}"/>
                </a:ext>
              </a:extLst>
            </p:cNvPr>
            <p:cNvSpPr/>
            <p:nvPr/>
          </p:nvSpPr>
          <p:spPr>
            <a:xfrm>
              <a:off x="1624584" y="2518119"/>
              <a:ext cx="1633855" cy="10160"/>
            </a:xfrm>
            <a:custGeom>
              <a:avLst/>
              <a:gdLst/>
              <a:ahLst/>
              <a:cxnLst/>
              <a:rect l="l" t="t" r="r" b="b"/>
              <a:pathLst>
                <a:path w="1633854" h="10160">
                  <a:moveTo>
                    <a:pt x="1633524" y="0"/>
                  </a:moveTo>
                  <a:lnTo>
                    <a:pt x="0" y="0"/>
                  </a:lnTo>
                  <a:lnTo>
                    <a:pt x="10083" y="10096"/>
                  </a:lnTo>
                  <a:lnTo>
                    <a:pt x="1623428" y="10096"/>
                  </a:lnTo>
                  <a:lnTo>
                    <a:pt x="1633524" y="0"/>
                  </a:lnTo>
                  <a:close/>
                </a:path>
              </a:pathLst>
            </a:custGeom>
            <a:solidFill>
              <a:srgbClr val="000000"/>
            </a:solidFill>
          </p:spPr>
          <p:txBody>
            <a:bodyPr wrap="square" lIns="0" tIns="0" rIns="0" bIns="0" rtlCol="0"/>
            <a:lstStyle/>
            <a:p>
              <a:endParaRPr/>
            </a:p>
          </p:txBody>
        </p:sp>
        <p:sp>
          <p:nvSpPr>
            <p:cNvPr id="15" name="object 16">
              <a:extLst>
                <a:ext uri="{FF2B5EF4-FFF2-40B4-BE49-F238E27FC236}">
                  <a16:creationId xmlns:a16="http://schemas.microsoft.com/office/drawing/2014/main" id="{708FC8E5-6E56-D626-1110-BF1122F06EF8}"/>
                </a:ext>
              </a:extLst>
            </p:cNvPr>
            <p:cNvSpPr/>
            <p:nvPr/>
          </p:nvSpPr>
          <p:spPr>
            <a:xfrm>
              <a:off x="1624584" y="2518118"/>
              <a:ext cx="1633855" cy="10160"/>
            </a:xfrm>
            <a:custGeom>
              <a:avLst/>
              <a:gdLst/>
              <a:ahLst/>
              <a:cxnLst/>
              <a:rect l="l" t="t" r="r" b="b"/>
              <a:pathLst>
                <a:path w="1633854" h="10160">
                  <a:moveTo>
                    <a:pt x="1623440" y="10096"/>
                  </a:moveTo>
                  <a:lnTo>
                    <a:pt x="1633537" y="0"/>
                  </a:lnTo>
                  <a:lnTo>
                    <a:pt x="0" y="0"/>
                  </a:lnTo>
                  <a:lnTo>
                    <a:pt x="10096" y="10096"/>
                  </a:lnTo>
                  <a:lnTo>
                    <a:pt x="1623440" y="10096"/>
                  </a:lnTo>
                  <a:close/>
                </a:path>
              </a:pathLst>
            </a:custGeom>
            <a:ln w="4762">
              <a:solidFill>
                <a:srgbClr val="000000"/>
              </a:solidFill>
            </a:ln>
          </p:spPr>
          <p:txBody>
            <a:bodyPr wrap="square" lIns="0" tIns="0" rIns="0" bIns="0" rtlCol="0"/>
            <a:lstStyle/>
            <a:p>
              <a:endParaRPr/>
            </a:p>
          </p:txBody>
        </p:sp>
        <p:sp>
          <p:nvSpPr>
            <p:cNvPr id="16" name="object 17">
              <a:extLst>
                <a:ext uri="{FF2B5EF4-FFF2-40B4-BE49-F238E27FC236}">
                  <a16:creationId xmlns:a16="http://schemas.microsoft.com/office/drawing/2014/main" id="{1399448F-D4FD-6A91-129F-8311C5042806}"/>
                </a:ext>
              </a:extLst>
            </p:cNvPr>
            <p:cNvSpPr/>
            <p:nvPr/>
          </p:nvSpPr>
          <p:spPr>
            <a:xfrm>
              <a:off x="1624584" y="2518119"/>
              <a:ext cx="10160" cy="516255"/>
            </a:xfrm>
            <a:custGeom>
              <a:avLst/>
              <a:gdLst/>
              <a:ahLst/>
              <a:cxnLst/>
              <a:rect l="l" t="t" r="r" b="b"/>
              <a:pathLst>
                <a:path w="10160" h="516255">
                  <a:moveTo>
                    <a:pt x="10083" y="10096"/>
                  </a:moveTo>
                  <a:lnTo>
                    <a:pt x="0" y="0"/>
                  </a:lnTo>
                  <a:lnTo>
                    <a:pt x="0" y="515874"/>
                  </a:lnTo>
                  <a:lnTo>
                    <a:pt x="10083" y="505688"/>
                  </a:lnTo>
                  <a:lnTo>
                    <a:pt x="10083" y="10096"/>
                  </a:lnTo>
                  <a:close/>
                </a:path>
              </a:pathLst>
            </a:custGeom>
            <a:solidFill>
              <a:srgbClr val="000000"/>
            </a:solidFill>
          </p:spPr>
          <p:txBody>
            <a:bodyPr wrap="square" lIns="0" tIns="0" rIns="0" bIns="0" rtlCol="0"/>
            <a:lstStyle/>
            <a:p>
              <a:endParaRPr/>
            </a:p>
          </p:txBody>
        </p:sp>
        <p:sp>
          <p:nvSpPr>
            <p:cNvPr id="18" name="object 18">
              <a:extLst>
                <a:ext uri="{FF2B5EF4-FFF2-40B4-BE49-F238E27FC236}">
                  <a16:creationId xmlns:a16="http://schemas.microsoft.com/office/drawing/2014/main" id="{26FA58D5-43D0-A759-2440-7F3C3875166A}"/>
                </a:ext>
              </a:extLst>
            </p:cNvPr>
            <p:cNvSpPr/>
            <p:nvPr/>
          </p:nvSpPr>
          <p:spPr>
            <a:xfrm>
              <a:off x="1624584" y="2518118"/>
              <a:ext cx="10160" cy="516255"/>
            </a:xfrm>
            <a:custGeom>
              <a:avLst/>
              <a:gdLst/>
              <a:ahLst/>
              <a:cxnLst/>
              <a:rect l="l" t="t" r="r" b="b"/>
              <a:pathLst>
                <a:path w="10160" h="516255">
                  <a:moveTo>
                    <a:pt x="10096" y="10096"/>
                  </a:moveTo>
                  <a:lnTo>
                    <a:pt x="0" y="0"/>
                  </a:lnTo>
                  <a:lnTo>
                    <a:pt x="0" y="515873"/>
                  </a:lnTo>
                  <a:lnTo>
                    <a:pt x="10096" y="505681"/>
                  </a:lnTo>
                  <a:lnTo>
                    <a:pt x="10096" y="10096"/>
                  </a:lnTo>
                  <a:close/>
                </a:path>
              </a:pathLst>
            </a:custGeom>
            <a:ln w="4762">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C20FF8E1-1C21-517A-1CB0-8D0ABEB84EE4}"/>
                </a:ext>
              </a:extLst>
            </p:cNvPr>
            <p:cNvSpPr/>
            <p:nvPr/>
          </p:nvSpPr>
          <p:spPr>
            <a:xfrm>
              <a:off x="1624584" y="3023807"/>
              <a:ext cx="1633855" cy="10795"/>
            </a:xfrm>
            <a:custGeom>
              <a:avLst/>
              <a:gdLst/>
              <a:ahLst/>
              <a:cxnLst/>
              <a:rect l="l" t="t" r="r" b="b"/>
              <a:pathLst>
                <a:path w="1633854" h="10794">
                  <a:moveTo>
                    <a:pt x="1633524" y="10185"/>
                  </a:moveTo>
                  <a:lnTo>
                    <a:pt x="1623428" y="0"/>
                  </a:lnTo>
                  <a:lnTo>
                    <a:pt x="10083" y="0"/>
                  </a:lnTo>
                  <a:lnTo>
                    <a:pt x="0" y="10185"/>
                  </a:lnTo>
                  <a:lnTo>
                    <a:pt x="1633524" y="10185"/>
                  </a:lnTo>
                  <a:close/>
                </a:path>
              </a:pathLst>
            </a:custGeom>
            <a:solidFill>
              <a:srgbClr val="000000"/>
            </a:solidFill>
          </p:spPr>
          <p:txBody>
            <a:bodyPr wrap="square" lIns="0" tIns="0" rIns="0" bIns="0" rtlCol="0"/>
            <a:lstStyle/>
            <a:p>
              <a:endParaRPr/>
            </a:p>
          </p:txBody>
        </p:sp>
        <p:sp>
          <p:nvSpPr>
            <p:cNvPr id="20" name="object 20">
              <a:extLst>
                <a:ext uri="{FF2B5EF4-FFF2-40B4-BE49-F238E27FC236}">
                  <a16:creationId xmlns:a16="http://schemas.microsoft.com/office/drawing/2014/main" id="{E10CAFD8-F757-DAA2-8913-A91B58411238}"/>
                </a:ext>
              </a:extLst>
            </p:cNvPr>
            <p:cNvSpPr/>
            <p:nvPr/>
          </p:nvSpPr>
          <p:spPr>
            <a:xfrm>
              <a:off x="1624584" y="3023800"/>
              <a:ext cx="1633855" cy="10795"/>
            </a:xfrm>
            <a:custGeom>
              <a:avLst/>
              <a:gdLst/>
              <a:ahLst/>
              <a:cxnLst/>
              <a:rect l="l" t="t" r="r" b="b"/>
              <a:pathLst>
                <a:path w="1633854" h="10794">
                  <a:moveTo>
                    <a:pt x="10096" y="0"/>
                  </a:moveTo>
                  <a:lnTo>
                    <a:pt x="0" y="10191"/>
                  </a:lnTo>
                  <a:lnTo>
                    <a:pt x="1633537" y="10191"/>
                  </a:lnTo>
                  <a:lnTo>
                    <a:pt x="1623440" y="0"/>
                  </a:lnTo>
                  <a:lnTo>
                    <a:pt x="10096" y="0"/>
                  </a:lnTo>
                  <a:close/>
                </a:path>
              </a:pathLst>
            </a:custGeom>
            <a:ln w="4762">
              <a:solidFill>
                <a:srgbClr val="000000"/>
              </a:solidFill>
            </a:ln>
          </p:spPr>
          <p:txBody>
            <a:bodyPr wrap="square" lIns="0" tIns="0" rIns="0" bIns="0" rtlCol="0"/>
            <a:lstStyle/>
            <a:p>
              <a:endParaRPr/>
            </a:p>
          </p:txBody>
        </p:sp>
        <p:pic>
          <p:nvPicPr>
            <p:cNvPr id="21" name="object 21">
              <a:extLst>
                <a:ext uri="{FF2B5EF4-FFF2-40B4-BE49-F238E27FC236}">
                  <a16:creationId xmlns:a16="http://schemas.microsoft.com/office/drawing/2014/main" id="{D3D7C098-A594-5516-C237-A8687184A489}"/>
                </a:ext>
              </a:extLst>
            </p:cNvPr>
            <p:cNvPicPr/>
            <p:nvPr/>
          </p:nvPicPr>
          <p:blipFill>
            <a:blip r:embed="rId4" cstate="print"/>
            <a:stretch>
              <a:fillRect/>
            </a:stretch>
          </p:blipFill>
          <p:spPr>
            <a:xfrm>
              <a:off x="1932908" y="2692711"/>
              <a:ext cx="169640" cy="166687"/>
            </a:xfrm>
            <a:prstGeom prst="rect">
              <a:avLst/>
            </a:prstGeom>
          </p:spPr>
        </p:pic>
        <p:pic>
          <p:nvPicPr>
            <p:cNvPr id="22" name="object 22">
              <a:extLst>
                <a:ext uri="{FF2B5EF4-FFF2-40B4-BE49-F238E27FC236}">
                  <a16:creationId xmlns:a16="http://schemas.microsoft.com/office/drawing/2014/main" id="{704F6B40-A6C4-ED6A-382A-DE8463962447}"/>
                </a:ext>
              </a:extLst>
            </p:cNvPr>
            <p:cNvPicPr/>
            <p:nvPr/>
          </p:nvPicPr>
          <p:blipFill>
            <a:blip r:embed="rId5" cstate="print"/>
            <a:stretch>
              <a:fillRect/>
            </a:stretch>
          </p:blipFill>
          <p:spPr>
            <a:xfrm>
              <a:off x="2780061" y="2692711"/>
              <a:ext cx="169640" cy="166687"/>
            </a:xfrm>
            <a:prstGeom prst="rect">
              <a:avLst/>
            </a:prstGeom>
          </p:spPr>
        </p:pic>
      </p:grpSp>
      <p:sp>
        <p:nvSpPr>
          <p:cNvPr id="33" name="object 33">
            <a:extLst>
              <a:ext uri="{FF2B5EF4-FFF2-40B4-BE49-F238E27FC236}">
                <a16:creationId xmlns:a16="http://schemas.microsoft.com/office/drawing/2014/main" id="{1B228624-ED08-CD61-F6FE-B822089B80C2}"/>
              </a:ext>
            </a:extLst>
          </p:cNvPr>
          <p:cNvSpPr txBox="1"/>
          <p:nvPr/>
        </p:nvSpPr>
        <p:spPr>
          <a:xfrm>
            <a:off x="4295294" y="4136788"/>
            <a:ext cx="410555" cy="257763"/>
          </a:xfrm>
          <a:prstGeom prst="rect">
            <a:avLst/>
          </a:prstGeom>
        </p:spPr>
        <p:txBody>
          <a:bodyPr vert="horz" wrap="square" lIns="0" tIns="11430" rIns="0" bIns="0" rtlCol="0">
            <a:spAutoFit/>
          </a:bodyPr>
          <a:lstStyle/>
          <a:p>
            <a:pPr marL="12700">
              <a:lnSpc>
                <a:spcPct val="100000"/>
              </a:lnSpc>
              <a:spcBef>
                <a:spcPts val="90"/>
              </a:spcBef>
            </a:pPr>
            <a:r>
              <a:rPr sz="1600" spc="-25" dirty="0">
                <a:latin typeface="Aptos "/>
                <a:cs typeface="Microsoft Sans Serif"/>
              </a:rPr>
              <a:t>L</a:t>
            </a:r>
            <a:r>
              <a:rPr sz="1600" dirty="0">
                <a:latin typeface="Aptos "/>
              </a:rPr>
              <a:t>/</a:t>
            </a:r>
            <a:r>
              <a:rPr lang="es-CO" sz="1600" dirty="0">
                <a:latin typeface="Aptos "/>
              </a:rPr>
              <a:t>2</a:t>
            </a:r>
            <a:endParaRPr sz="1600" dirty="0">
              <a:latin typeface="Aptos "/>
            </a:endParaRPr>
          </a:p>
        </p:txBody>
      </p:sp>
      <p:grpSp>
        <p:nvGrpSpPr>
          <p:cNvPr id="34" name="object 34">
            <a:extLst>
              <a:ext uri="{FF2B5EF4-FFF2-40B4-BE49-F238E27FC236}">
                <a16:creationId xmlns:a16="http://schemas.microsoft.com/office/drawing/2014/main" id="{932C1942-A93D-518D-A3A2-FC5A9561752A}"/>
              </a:ext>
            </a:extLst>
          </p:cNvPr>
          <p:cNvGrpSpPr/>
          <p:nvPr/>
        </p:nvGrpSpPr>
        <p:grpSpPr>
          <a:xfrm>
            <a:off x="3762338" y="2505170"/>
            <a:ext cx="3416466" cy="1755794"/>
            <a:chOff x="1624584" y="1337304"/>
            <a:chExt cx="1634140" cy="889350"/>
          </a:xfrm>
        </p:grpSpPr>
        <p:sp>
          <p:nvSpPr>
            <p:cNvPr id="35" name="object 35">
              <a:extLst>
                <a:ext uri="{FF2B5EF4-FFF2-40B4-BE49-F238E27FC236}">
                  <a16:creationId xmlns:a16="http://schemas.microsoft.com/office/drawing/2014/main" id="{5DA910F8-E158-BF87-079C-EEF1A6A8388B}"/>
                </a:ext>
              </a:extLst>
            </p:cNvPr>
            <p:cNvSpPr/>
            <p:nvPr/>
          </p:nvSpPr>
          <p:spPr>
            <a:xfrm>
              <a:off x="1629156" y="2066634"/>
              <a:ext cx="814069" cy="160020"/>
            </a:xfrm>
            <a:custGeom>
              <a:avLst/>
              <a:gdLst/>
              <a:ahLst/>
              <a:cxnLst/>
              <a:rect l="l" t="t" r="r" b="b"/>
              <a:pathLst>
                <a:path w="814069" h="160019">
                  <a:moveTo>
                    <a:pt x="1524" y="158496"/>
                  </a:moveTo>
                  <a:lnTo>
                    <a:pt x="0" y="158496"/>
                  </a:lnTo>
                  <a:lnTo>
                    <a:pt x="0" y="160020"/>
                  </a:lnTo>
                  <a:lnTo>
                    <a:pt x="1524" y="160020"/>
                  </a:lnTo>
                  <a:lnTo>
                    <a:pt x="1524" y="158496"/>
                  </a:lnTo>
                  <a:close/>
                </a:path>
                <a:path w="814069" h="160019">
                  <a:moveTo>
                    <a:pt x="1524" y="0"/>
                  </a:moveTo>
                  <a:lnTo>
                    <a:pt x="0" y="0"/>
                  </a:lnTo>
                  <a:lnTo>
                    <a:pt x="0" y="1524"/>
                  </a:lnTo>
                  <a:lnTo>
                    <a:pt x="1524" y="1524"/>
                  </a:lnTo>
                  <a:lnTo>
                    <a:pt x="1524" y="0"/>
                  </a:lnTo>
                  <a:close/>
                </a:path>
                <a:path w="814069" h="160019">
                  <a:moveTo>
                    <a:pt x="813816" y="0"/>
                  </a:moveTo>
                  <a:lnTo>
                    <a:pt x="812292" y="0"/>
                  </a:lnTo>
                  <a:lnTo>
                    <a:pt x="812292" y="1524"/>
                  </a:lnTo>
                  <a:lnTo>
                    <a:pt x="813816" y="1524"/>
                  </a:lnTo>
                  <a:lnTo>
                    <a:pt x="813816" y="0"/>
                  </a:lnTo>
                  <a:close/>
                </a:path>
              </a:pathLst>
            </a:custGeom>
            <a:solidFill>
              <a:srgbClr val="000000"/>
            </a:solidFill>
          </p:spPr>
          <p:txBody>
            <a:bodyPr wrap="square" lIns="0" tIns="0" rIns="0" bIns="0" rtlCol="0"/>
            <a:lstStyle/>
            <a:p>
              <a:endParaRPr/>
            </a:p>
          </p:txBody>
        </p:sp>
        <p:sp>
          <p:nvSpPr>
            <p:cNvPr id="37" name="object 37">
              <a:extLst>
                <a:ext uri="{FF2B5EF4-FFF2-40B4-BE49-F238E27FC236}">
                  <a16:creationId xmlns:a16="http://schemas.microsoft.com/office/drawing/2014/main" id="{49D09DDC-D348-0EDB-D26E-B2EC520513A7}"/>
                </a:ext>
              </a:extLst>
            </p:cNvPr>
            <p:cNvSpPr/>
            <p:nvPr/>
          </p:nvSpPr>
          <p:spPr>
            <a:xfrm>
              <a:off x="2935503" y="1409891"/>
              <a:ext cx="10160" cy="379095"/>
            </a:xfrm>
            <a:custGeom>
              <a:avLst/>
              <a:gdLst/>
              <a:ahLst/>
              <a:cxnLst/>
              <a:rect l="l" t="t" r="r" b="b"/>
              <a:pathLst>
                <a:path w="10160" h="379094">
                  <a:moveTo>
                    <a:pt x="10096" y="0"/>
                  </a:moveTo>
                  <a:lnTo>
                    <a:pt x="0" y="0"/>
                  </a:lnTo>
                  <a:lnTo>
                    <a:pt x="0" y="378993"/>
                  </a:lnTo>
                  <a:lnTo>
                    <a:pt x="10096" y="368896"/>
                  </a:lnTo>
                  <a:lnTo>
                    <a:pt x="10096" y="0"/>
                  </a:lnTo>
                  <a:close/>
                </a:path>
              </a:pathLst>
            </a:custGeom>
            <a:solidFill>
              <a:srgbClr val="000000"/>
            </a:solidFill>
          </p:spPr>
          <p:txBody>
            <a:bodyPr wrap="square" lIns="0" tIns="0" rIns="0" bIns="0" rtlCol="0"/>
            <a:lstStyle/>
            <a:p>
              <a:endParaRPr/>
            </a:p>
          </p:txBody>
        </p:sp>
        <p:sp>
          <p:nvSpPr>
            <p:cNvPr id="38" name="object 38">
              <a:extLst>
                <a:ext uri="{FF2B5EF4-FFF2-40B4-BE49-F238E27FC236}">
                  <a16:creationId xmlns:a16="http://schemas.microsoft.com/office/drawing/2014/main" id="{D36D6E1A-575A-A7AE-AB56-3ECDD9625A21}"/>
                </a:ext>
              </a:extLst>
            </p:cNvPr>
            <p:cNvSpPr/>
            <p:nvPr/>
          </p:nvSpPr>
          <p:spPr>
            <a:xfrm>
              <a:off x="2935509" y="1409884"/>
              <a:ext cx="10160" cy="379095"/>
            </a:xfrm>
            <a:custGeom>
              <a:avLst/>
              <a:gdLst/>
              <a:ahLst/>
              <a:cxnLst/>
              <a:rect l="l" t="t" r="r" b="b"/>
              <a:pathLst>
                <a:path w="10160" h="379094">
                  <a:moveTo>
                    <a:pt x="10096" y="0"/>
                  </a:moveTo>
                  <a:lnTo>
                    <a:pt x="0" y="0"/>
                  </a:lnTo>
                  <a:lnTo>
                    <a:pt x="0" y="379000"/>
                  </a:lnTo>
                  <a:lnTo>
                    <a:pt x="10096" y="368903"/>
                  </a:lnTo>
                  <a:lnTo>
                    <a:pt x="10096" y="0"/>
                  </a:lnTo>
                  <a:close/>
                </a:path>
              </a:pathLst>
            </a:custGeom>
            <a:ln w="4762">
              <a:solidFill>
                <a:srgbClr val="000000"/>
              </a:solidFill>
            </a:ln>
          </p:spPr>
          <p:txBody>
            <a:bodyPr wrap="square" lIns="0" tIns="0" rIns="0" bIns="0" rtlCol="0"/>
            <a:lstStyle/>
            <a:p>
              <a:endParaRPr/>
            </a:p>
          </p:txBody>
        </p:sp>
        <p:sp>
          <p:nvSpPr>
            <p:cNvPr id="39" name="object 39">
              <a:extLst>
                <a:ext uri="{FF2B5EF4-FFF2-40B4-BE49-F238E27FC236}">
                  <a16:creationId xmlns:a16="http://schemas.microsoft.com/office/drawing/2014/main" id="{170BDB3F-7243-E05C-25C2-89A14B6421EB}"/>
                </a:ext>
              </a:extLst>
            </p:cNvPr>
            <p:cNvSpPr/>
            <p:nvPr/>
          </p:nvSpPr>
          <p:spPr>
            <a:xfrm>
              <a:off x="2935503" y="1778788"/>
              <a:ext cx="323215" cy="10160"/>
            </a:xfrm>
            <a:custGeom>
              <a:avLst/>
              <a:gdLst/>
              <a:ahLst/>
              <a:cxnLst/>
              <a:rect l="l" t="t" r="r" b="b"/>
              <a:pathLst>
                <a:path w="323214" h="10160">
                  <a:moveTo>
                    <a:pt x="322605" y="0"/>
                  </a:moveTo>
                  <a:lnTo>
                    <a:pt x="10096" y="0"/>
                  </a:lnTo>
                  <a:lnTo>
                    <a:pt x="0" y="10096"/>
                  </a:lnTo>
                  <a:lnTo>
                    <a:pt x="312508" y="10096"/>
                  </a:lnTo>
                  <a:lnTo>
                    <a:pt x="322605" y="0"/>
                  </a:lnTo>
                  <a:close/>
                </a:path>
              </a:pathLst>
            </a:custGeom>
            <a:solidFill>
              <a:srgbClr val="000000"/>
            </a:solidFill>
          </p:spPr>
          <p:txBody>
            <a:bodyPr wrap="square" lIns="0" tIns="0" rIns="0" bIns="0" rtlCol="0"/>
            <a:lstStyle/>
            <a:p>
              <a:endParaRPr/>
            </a:p>
          </p:txBody>
        </p:sp>
        <p:sp>
          <p:nvSpPr>
            <p:cNvPr id="40" name="object 40">
              <a:extLst>
                <a:ext uri="{FF2B5EF4-FFF2-40B4-BE49-F238E27FC236}">
                  <a16:creationId xmlns:a16="http://schemas.microsoft.com/office/drawing/2014/main" id="{2033582A-5CDD-8760-6728-FE5743854754}"/>
                </a:ext>
              </a:extLst>
            </p:cNvPr>
            <p:cNvSpPr/>
            <p:nvPr/>
          </p:nvSpPr>
          <p:spPr>
            <a:xfrm>
              <a:off x="2935509" y="1778788"/>
              <a:ext cx="323215" cy="10160"/>
            </a:xfrm>
            <a:custGeom>
              <a:avLst/>
              <a:gdLst/>
              <a:ahLst/>
              <a:cxnLst/>
              <a:rect l="l" t="t" r="r" b="b"/>
              <a:pathLst>
                <a:path w="323214" h="10160">
                  <a:moveTo>
                    <a:pt x="10096" y="0"/>
                  </a:moveTo>
                  <a:lnTo>
                    <a:pt x="0" y="10096"/>
                  </a:lnTo>
                  <a:lnTo>
                    <a:pt x="312515" y="10096"/>
                  </a:lnTo>
                  <a:lnTo>
                    <a:pt x="322611" y="0"/>
                  </a:lnTo>
                  <a:lnTo>
                    <a:pt x="10096" y="0"/>
                  </a:lnTo>
                  <a:close/>
                </a:path>
              </a:pathLst>
            </a:custGeom>
            <a:ln w="4762">
              <a:solidFill>
                <a:srgbClr val="000000"/>
              </a:solidFill>
            </a:ln>
          </p:spPr>
          <p:txBody>
            <a:bodyPr wrap="square" lIns="0" tIns="0" rIns="0" bIns="0" rtlCol="0"/>
            <a:lstStyle/>
            <a:p>
              <a:endParaRPr/>
            </a:p>
          </p:txBody>
        </p:sp>
        <p:sp>
          <p:nvSpPr>
            <p:cNvPr id="41" name="object 41">
              <a:extLst>
                <a:ext uri="{FF2B5EF4-FFF2-40B4-BE49-F238E27FC236}">
                  <a16:creationId xmlns:a16="http://schemas.microsoft.com/office/drawing/2014/main" id="{D03D807D-559F-6F8D-E957-06B27B9CEB5C}"/>
                </a:ext>
              </a:extLst>
            </p:cNvPr>
            <p:cNvSpPr/>
            <p:nvPr/>
          </p:nvSpPr>
          <p:spPr>
            <a:xfrm>
              <a:off x="3248012" y="1778788"/>
              <a:ext cx="10160" cy="145415"/>
            </a:xfrm>
            <a:custGeom>
              <a:avLst/>
              <a:gdLst/>
              <a:ahLst/>
              <a:cxnLst/>
              <a:rect l="l" t="t" r="r" b="b"/>
              <a:pathLst>
                <a:path w="10160" h="145414">
                  <a:moveTo>
                    <a:pt x="10096" y="0"/>
                  </a:moveTo>
                  <a:lnTo>
                    <a:pt x="0" y="10096"/>
                  </a:lnTo>
                  <a:lnTo>
                    <a:pt x="0" y="134874"/>
                  </a:lnTo>
                  <a:lnTo>
                    <a:pt x="10096" y="144970"/>
                  </a:lnTo>
                  <a:lnTo>
                    <a:pt x="10096" y="0"/>
                  </a:lnTo>
                  <a:close/>
                </a:path>
              </a:pathLst>
            </a:custGeom>
            <a:solidFill>
              <a:srgbClr val="000000"/>
            </a:solidFill>
          </p:spPr>
          <p:txBody>
            <a:bodyPr wrap="square" lIns="0" tIns="0" rIns="0" bIns="0" rtlCol="0"/>
            <a:lstStyle/>
            <a:p>
              <a:endParaRPr/>
            </a:p>
          </p:txBody>
        </p:sp>
        <p:sp>
          <p:nvSpPr>
            <p:cNvPr id="42" name="object 42">
              <a:extLst>
                <a:ext uri="{FF2B5EF4-FFF2-40B4-BE49-F238E27FC236}">
                  <a16:creationId xmlns:a16="http://schemas.microsoft.com/office/drawing/2014/main" id="{776F853F-0CA6-A654-9EE7-16EB1480C59E}"/>
                </a:ext>
              </a:extLst>
            </p:cNvPr>
            <p:cNvSpPr/>
            <p:nvPr/>
          </p:nvSpPr>
          <p:spPr>
            <a:xfrm>
              <a:off x="3248024" y="1778788"/>
              <a:ext cx="10160" cy="145415"/>
            </a:xfrm>
            <a:custGeom>
              <a:avLst/>
              <a:gdLst/>
              <a:ahLst/>
              <a:cxnLst/>
              <a:rect l="l" t="t" r="r" b="b"/>
              <a:pathLst>
                <a:path w="10160" h="145414">
                  <a:moveTo>
                    <a:pt x="10096" y="0"/>
                  </a:moveTo>
                  <a:lnTo>
                    <a:pt x="0" y="10096"/>
                  </a:lnTo>
                  <a:lnTo>
                    <a:pt x="0" y="134873"/>
                  </a:lnTo>
                  <a:lnTo>
                    <a:pt x="10096" y="144970"/>
                  </a:lnTo>
                  <a:lnTo>
                    <a:pt x="10096" y="0"/>
                  </a:lnTo>
                  <a:close/>
                </a:path>
              </a:pathLst>
            </a:custGeom>
            <a:ln w="4762">
              <a:solidFill>
                <a:srgbClr val="000000"/>
              </a:solidFill>
            </a:ln>
          </p:spPr>
          <p:txBody>
            <a:bodyPr wrap="square" lIns="0" tIns="0" rIns="0" bIns="0" rtlCol="0"/>
            <a:lstStyle/>
            <a:p>
              <a:endParaRPr/>
            </a:p>
          </p:txBody>
        </p:sp>
        <p:sp>
          <p:nvSpPr>
            <p:cNvPr id="43" name="object 43">
              <a:extLst>
                <a:ext uri="{FF2B5EF4-FFF2-40B4-BE49-F238E27FC236}">
                  <a16:creationId xmlns:a16="http://schemas.microsoft.com/office/drawing/2014/main" id="{82559AE7-EBAE-C8D9-839E-581A4068C08B}"/>
                </a:ext>
              </a:extLst>
            </p:cNvPr>
            <p:cNvSpPr/>
            <p:nvPr/>
          </p:nvSpPr>
          <p:spPr>
            <a:xfrm>
              <a:off x="2441346" y="1913662"/>
              <a:ext cx="817244" cy="10160"/>
            </a:xfrm>
            <a:custGeom>
              <a:avLst/>
              <a:gdLst/>
              <a:ahLst/>
              <a:cxnLst/>
              <a:rect l="l" t="t" r="r" b="b"/>
              <a:pathLst>
                <a:path w="817245" h="10160">
                  <a:moveTo>
                    <a:pt x="816762" y="10096"/>
                  </a:moveTo>
                  <a:lnTo>
                    <a:pt x="806665" y="0"/>
                  </a:lnTo>
                  <a:lnTo>
                    <a:pt x="0" y="0"/>
                  </a:lnTo>
                  <a:lnTo>
                    <a:pt x="0" y="10096"/>
                  </a:lnTo>
                  <a:lnTo>
                    <a:pt x="816762" y="10096"/>
                  </a:lnTo>
                  <a:close/>
                </a:path>
              </a:pathLst>
            </a:custGeom>
            <a:solidFill>
              <a:srgbClr val="000000"/>
            </a:solidFill>
          </p:spPr>
          <p:txBody>
            <a:bodyPr wrap="square" lIns="0" tIns="0" rIns="0" bIns="0" rtlCol="0"/>
            <a:lstStyle/>
            <a:p>
              <a:endParaRPr/>
            </a:p>
          </p:txBody>
        </p:sp>
        <p:sp>
          <p:nvSpPr>
            <p:cNvPr id="44" name="object 44">
              <a:extLst>
                <a:ext uri="{FF2B5EF4-FFF2-40B4-BE49-F238E27FC236}">
                  <a16:creationId xmlns:a16="http://schemas.microsoft.com/office/drawing/2014/main" id="{F81C7934-8228-B22A-60DB-BFFB5F25D136}"/>
                </a:ext>
              </a:extLst>
            </p:cNvPr>
            <p:cNvSpPr/>
            <p:nvPr/>
          </p:nvSpPr>
          <p:spPr>
            <a:xfrm>
              <a:off x="2441352" y="1913662"/>
              <a:ext cx="817244" cy="10160"/>
            </a:xfrm>
            <a:custGeom>
              <a:avLst/>
              <a:gdLst/>
              <a:ahLst/>
              <a:cxnLst/>
              <a:rect l="l" t="t" r="r" b="b"/>
              <a:pathLst>
                <a:path w="817245" h="10160">
                  <a:moveTo>
                    <a:pt x="816768" y="10096"/>
                  </a:moveTo>
                  <a:lnTo>
                    <a:pt x="806672" y="0"/>
                  </a:lnTo>
                  <a:lnTo>
                    <a:pt x="0" y="0"/>
                  </a:lnTo>
                  <a:lnTo>
                    <a:pt x="0" y="10096"/>
                  </a:lnTo>
                  <a:lnTo>
                    <a:pt x="816768" y="10096"/>
                  </a:lnTo>
                  <a:close/>
                </a:path>
              </a:pathLst>
            </a:custGeom>
            <a:ln w="4762">
              <a:solidFill>
                <a:srgbClr val="000000"/>
              </a:solidFill>
            </a:ln>
          </p:spPr>
          <p:txBody>
            <a:bodyPr wrap="square" lIns="0" tIns="0" rIns="0" bIns="0" rtlCol="0"/>
            <a:lstStyle/>
            <a:p>
              <a:endParaRPr/>
            </a:p>
          </p:txBody>
        </p:sp>
        <p:sp>
          <p:nvSpPr>
            <p:cNvPr id="45" name="object 45">
              <a:extLst>
                <a:ext uri="{FF2B5EF4-FFF2-40B4-BE49-F238E27FC236}">
                  <a16:creationId xmlns:a16="http://schemas.microsoft.com/office/drawing/2014/main" id="{E845638B-D3B4-4D88-793C-8AA40B198EDA}"/>
                </a:ext>
              </a:extLst>
            </p:cNvPr>
            <p:cNvSpPr/>
            <p:nvPr/>
          </p:nvSpPr>
          <p:spPr>
            <a:xfrm>
              <a:off x="1624584" y="1913662"/>
              <a:ext cx="817244" cy="10160"/>
            </a:xfrm>
            <a:custGeom>
              <a:avLst/>
              <a:gdLst/>
              <a:ahLst/>
              <a:cxnLst/>
              <a:rect l="l" t="t" r="r" b="b"/>
              <a:pathLst>
                <a:path w="817244" h="10160">
                  <a:moveTo>
                    <a:pt x="816762" y="0"/>
                  </a:moveTo>
                  <a:lnTo>
                    <a:pt x="10083" y="0"/>
                  </a:lnTo>
                  <a:lnTo>
                    <a:pt x="0" y="10096"/>
                  </a:lnTo>
                  <a:lnTo>
                    <a:pt x="816762" y="10096"/>
                  </a:lnTo>
                  <a:lnTo>
                    <a:pt x="816762" y="0"/>
                  </a:lnTo>
                  <a:close/>
                </a:path>
              </a:pathLst>
            </a:custGeom>
            <a:solidFill>
              <a:srgbClr val="000000"/>
            </a:solidFill>
          </p:spPr>
          <p:txBody>
            <a:bodyPr wrap="square" lIns="0" tIns="0" rIns="0" bIns="0" rtlCol="0"/>
            <a:lstStyle/>
            <a:p>
              <a:endParaRPr/>
            </a:p>
          </p:txBody>
        </p:sp>
        <p:sp>
          <p:nvSpPr>
            <p:cNvPr id="46" name="object 46">
              <a:extLst>
                <a:ext uri="{FF2B5EF4-FFF2-40B4-BE49-F238E27FC236}">
                  <a16:creationId xmlns:a16="http://schemas.microsoft.com/office/drawing/2014/main" id="{1A095E74-814B-92B0-ED0F-1F09F4306412}"/>
                </a:ext>
              </a:extLst>
            </p:cNvPr>
            <p:cNvSpPr/>
            <p:nvPr/>
          </p:nvSpPr>
          <p:spPr>
            <a:xfrm>
              <a:off x="1624584" y="1913662"/>
              <a:ext cx="817244" cy="10160"/>
            </a:xfrm>
            <a:custGeom>
              <a:avLst/>
              <a:gdLst/>
              <a:ahLst/>
              <a:cxnLst/>
              <a:rect l="l" t="t" r="r" b="b"/>
              <a:pathLst>
                <a:path w="817244" h="10160">
                  <a:moveTo>
                    <a:pt x="816768" y="10096"/>
                  </a:moveTo>
                  <a:lnTo>
                    <a:pt x="816768" y="0"/>
                  </a:lnTo>
                  <a:lnTo>
                    <a:pt x="10096" y="0"/>
                  </a:lnTo>
                  <a:lnTo>
                    <a:pt x="0" y="10096"/>
                  </a:lnTo>
                  <a:lnTo>
                    <a:pt x="816768" y="10096"/>
                  </a:lnTo>
                  <a:close/>
                </a:path>
              </a:pathLst>
            </a:custGeom>
            <a:ln w="4762">
              <a:solidFill>
                <a:srgbClr val="000000"/>
              </a:solidFill>
            </a:ln>
          </p:spPr>
          <p:txBody>
            <a:bodyPr wrap="square" lIns="0" tIns="0" rIns="0" bIns="0" rtlCol="0"/>
            <a:lstStyle/>
            <a:p>
              <a:endParaRPr/>
            </a:p>
          </p:txBody>
        </p:sp>
        <p:sp>
          <p:nvSpPr>
            <p:cNvPr id="47" name="object 47">
              <a:extLst>
                <a:ext uri="{FF2B5EF4-FFF2-40B4-BE49-F238E27FC236}">
                  <a16:creationId xmlns:a16="http://schemas.microsoft.com/office/drawing/2014/main" id="{B45FF7DA-3214-9AA2-83F7-2EF9C5AF85AF}"/>
                </a:ext>
              </a:extLst>
            </p:cNvPr>
            <p:cNvSpPr/>
            <p:nvPr/>
          </p:nvSpPr>
          <p:spPr>
            <a:xfrm>
              <a:off x="1624584" y="1778788"/>
              <a:ext cx="10160" cy="145415"/>
            </a:xfrm>
            <a:custGeom>
              <a:avLst/>
              <a:gdLst/>
              <a:ahLst/>
              <a:cxnLst/>
              <a:rect l="l" t="t" r="r" b="b"/>
              <a:pathLst>
                <a:path w="10160" h="145414">
                  <a:moveTo>
                    <a:pt x="10083" y="10096"/>
                  </a:moveTo>
                  <a:lnTo>
                    <a:pt x="0" y="0"/>
                  </a:lnTo>
                  <a:lnTo>
                    <a:pt x="0" y="144970"/>
                  </a:lnTo>
                  <a:lnTo>
                    <a:pt x="10083" y="134874"/>
                  </a:lnTo>
                  <a:lnTo>
                    <a:pt x="10083" y="10096"/>
                  </a:lnTo>
                  <a:close/>
                </a:path>
              </a:pathLst>
            </a:custGeom>
            <a:solidFill>
              <a:srgbClr val="000000"/>
            </a:solidFill>
          </p:spPr>
          <p:txBody>
            <a:bodyPr wrap="square" lIns="0" tIns="0" rIns="0" bIns="0" rtlCol="0"/>
            <a:lstStyle/>
            <a:p>
              <a:endParaRPr/>
            </a:p>
          </p:txBody>
        </p:sp>
        <p:sp>
          <p:nvSpPr>
            <p:cNvPr id="48" name="object 48">
              <a:extLst>
                <a:ext uri="{FF2B5EF4-FFF2-40B4-BE49-F238E27FC236}">
                  <a16:creationId xmlns:a16="http://schemas.microsoft.com/office/drawing/2014/main" id="{612418A9-F905-E1C6-B8AC-5B3130BE9F95}"/>
                </a:ext>
              </a:extLst>
            </p:cNvPr>
            <p:cNvSpPr/>
            <p:nvPr/>
          </p:nvSpPr>
          <p:spPr>
            <a:xfrm>
              <a:off x="1624584" y="1778788"/>
              <a:ext cx="10160" cy="145415"/>
            </a:xfrm>
            <a:custGeom>
              <a:avLst/>
              <a:gdLst/>
              <a:ahLst/>
              <a:cxnLst/>
              <a:rect l="l" t="t" r="r" b="b"/>
              <a:pathLst>
                <a:path w="10160" h="145414">
                  <a:moveTo>
                    <a:pt x="0" y="144970"/>
                  </a:moveTo>
                  <a:lnTo>
                    <a:pt x="10096" y="134873"/>
                  </a:lnTo>
                  <a:lnTo>
                    <a:pt x="10096" y="10096"/>
                  </a:lnTo>
                  <a:lnTo>
                    <a:pt x="0" y="0"/>
                  </a:lnTo>
                  <a:lnTo>
                    <a:pt x="0" y="144970"/>
                  </a:lnTo>
                  <a:close/>
                </a:path>
              </a:pathLst>
            </a:custGeom>
            <a:ln w="4762">
              <a:solidFill>
                <a:srgbClr val="000000"/>
              </a:solidFill>
            </a:ln>
          </p:spPr>
          <p:txBody>
            <a:bodyPr wrap="square" lIns="0" tIns="0" rIns="0" bIns="0" rtlCol="0"/>
            <a:lstStyle/>
            <a:p>
              <a:endParaRPr/>
            </a:p>
          </p:txBody>
        </p:sp>
        <p:sp>
          <p:nvSpPr>
            <p:cNvPr id="49" name="object 49">
              <a:extLst>
                <a:ext uri="{FF2B5EF4-FFF2-40B4-BE49-F238E27FC236}">
                  <a16:creationId xmlns:a16="http://schemas.microsoft.com/office/drawing/2014/main" id="{72A9CA1D-8CA9-E646-3F95-EEC5EFB81DE1}"/>
                </a:ext>
              </a:extLst>
            </p:cNvPr>
            <p:cNvSpPr/>
            <p:nvPr/>
          </p:nvSpPr>
          <p:spPr>
            <a:xfrm>
              <a:off x="1624584" y="1778788"/>
              <a:ext cx="322580" cy="10160"/>
            </a:xfrm>
            <a:custGeom>
              <a:avLst/>
              <a:gdLst/>
              <a:ahLst/>
              <a:cxnLst/>
              <a:rect l="l" t="t" r="r" b="b"/>
              <a:pathLst>
                <a:path w="322580" h="10160">
                  <a:moveTo>
                    <a:pt x="322516" y="10096"/>
                  </a:moveTo>
                  <a:lnTo>
                    <a:pt x="312420" y="0"/>
                  </a:lnTo>
                  <a:lnTo>
                    <a:pt x="0" y="0"/>
                  </a:lnTo>
                  <a:lnTo>
                    <a:pt x="10083" y="10096"/>
                  </a:lnTo>
                  <a:lnTo>
                    <a:pt x="322516" y="10096"/>
                  </a:lnTo>
                  <a:close/>
                </a:path>
              </a:pathLst>
            </a:custGeom>
            <a:solidFill>
              <a:srgbClr val="000000"/>
            </a:solidFill>
          </p:spPr>
          <p:txBody>
            <a:bodyPr wrap="square" lIns="0" tIns="0" rIns="0" bIns="0" rtlCol="0"/>
            <a:lstStyle/>
            <a:p>
              <a:endParaRPr/>
            </a:p>
          </p:txBody>
        </p:sp>
        <p:sp>
          <p:nvSpPr>
            <p:cNvPr id="50" name="object 50">
              <a:extLst>
                <a:ext uri="{FF2B5EF4-FFF2-40B4-BE49-F238E27FC236}">
                  <a16:creationId xmlns:a16="http://schemas.microsoft.com/office/drawing/2014/main" id="{1A617469-0C1D-7749-3A29-1730654F6582}"/>
                </a:ext>
              </a:extLst>
            </p:cNvPr>
            <p:cNvSpPr/>
            <p:nvPr/>
          </p:nvSpPr>
          <p:spPr>
            <a:xfrm>
              <a:off x="1624584" y="1778788"/>
              <a:ext cx="322580" cy="10160"/>
            </a:xfrm>
            <a:custGeom>
              <a:avLst/>
              <a:gdLst/>
              <a:ahLst/>
              <a:cxnLst/>
              <a:rect l="l" t="t" r="r" b="b"/>
              <a:pathLst>
                <a:path w="322580" h="10160">
                  <a:moveTo>
                    <a:pt x="0" y="0"/>
                  </a:moveTo>
                  <a:lnTo>
                    <a:pt x="10096" y="10096"/>
                  </a:lnTo>
                  <a:lnTo>
                    <a:pt x="322516" y="10096"/>
                  </a:lnTo>
                  <a:lnTo>
                    <a:pt x="312420" y="0"/>
                  </a:lnTo>
                  <a:lnTo>
                    <a:pt x="0" y="0"/>
                  </a:lnTo>
                  <a:close/>
                </a:path>
              </a:pathLst>
            </a:custGeom>
            <a:ln w="4762">
              <a:solidFill>
                <a:srgbClr val="000000"/>
              </a:solidFill>
            </a:ln>
          </p:spPr>
          <p:txBody>
            <a:bodyPr wrap="square" lIns="0" tIns="0" rIns="0" bIns="0" rtlCol="0"/>
            <a:lstStyle/>
            <a:p>
              <a:endParaRPr/>
            </a:p>
          </p:txBody>
        </p:sp>
        <p:sp>
          <p:nvSpPr>
            <p:cNvPr id="51" name="object 51">
              <a:extLst>
                <a:ext uri="{FF2B5EF4-FFF2-40B4-BE49-F238E27FC236}">
                  <a16:creationId xmlns:a16="http://schemas.microsoft.com/office/drawing/2014/main" id="{D51D37D2-F01D-7C7F-002F-15233B4B0501}"/>
                </a:ext>
              </a:extLst>
            </p:cNvPr>
            <p:cNvSpPr/>
            <p:nvPr/>
          </p:nvSpPr>
          <p:spPr>
            <a:xfrm>
              <a:off x="1937004" y="1409891"/>
              <a:ext cx="10160" cy="379095"/>
            </a:xfrm>
            <a:custGeom>
              <a:avLst/>
              <a:gdLst/>
              <a:ahLst/>
              <a:cxnLst/>
              <a:rect l="l" t="t" r="r" b="b"/>
              <a:pathLst>
                <a:path w="10160" h="379094">
                  <a:moveTo>
                    <a:pt x="10096" y="0"/>
                  </a:moveTo>
                  <a:lnTo>
                    <a:pt x="0" y="0"/>
                  </a:lnTo>
                  <a:lnTo>
                    <a:pt x="0" y="368896"/>
                  </a:lnTo>
                  <a:lnTo>
                    <a:pt x="10096" y="378993"/>
                  </a:lnTo>
                  <a:lnTo>
                    <a:pt x="10096" y="0"/>
                  </a:lnTo>
                  <a:close/>
                </a:path>
              </a:pathLst>
            </a:custGeom>
            <a:solidFill>
              <a:srgbClr val="000000"/>
            </a:solidFill>
          </p:spPr>
          <p:txBody>
            <a:bodyPr wrap="square" lIns="0" tIns="0" rIns="0" bIns="0" rtlCol="0"/>
            <a:lstStyle/>
            <a:p>
              <a:endParaRPr/>
            </a:p>
          </p:txBody>
        </p:sp>
        <p:sp>
          <p:nvSpPr>
            <p:cNvPr id="52" name="object 52">
              <a:extLst>
                <a:ext uri="{FF2B5EF4-FFF2-40B4-BE49-F238E27FC236}">
                  <a16:creationId xmlns:a16="http://schemas.microsoft.com/office/drawing/2014/main" id="{8C7344CF-7847-DB8A-4BC3-937B059664AE}"/>
                </a:ext>
              </a:extLst>
            </p:cNvPr>
            <p:cNvSpPr/>
            <p:nvPr/>
          </p:nvSpPr>
          <p:spPr>
            <a:xfrm>
              <a:off x="1937004" y="1409884"/>
              <a:ext cx="10160" cy="379095"/>
            </a:xfrm>
            <a:custGeom>
              <a:avLst/>
              <a:gdLst/>
              <a:ahLst/>
              <a:cxnLst/>
              <a:rect l="l" t="t" r="r" b="b"/>
              <a:pathLst>
                <a:path w="10160" h="379094">
                  <a:moveTo>
                    <a:pt x="0" y="368903"/>
                  </a:moveTo>
                  <a:lnTo>
                    <a:pt x="10096" y="379000"/>
                  </a:lnTo>
                  <a:lnTo>
                    <a:pt x="10096" y="0"/>
                  </a:lnTo>
                  <a:lnTo>
                    <a:pt x="0" y="0"/>
                  </a:lnTo>
                  <a:lnTo>
                    <a:pt x="0" y="368903"/>
                  </a:lnTo>
                  <a:close/>
                </a:path>
              </a:pathLst>
            </a:custGeom>
            <a:ln w="4762">
              <a:solidFill>
                <a:srgbClr val="000000"/>
              </a:solidFill>
            </a:ln>
          </p:spPr>
          <p:txBody>
            <a:bodyPr wrap="square" lIns="0" tIns="0" rIns="0" bIns="0" rtlCol="0"/>
            <a:lstStyle/>
            <a:p>
              <a:endParaRPr/>
            </a:p>
          </p:txBody>
        </p:sp>
        <p:pic>
          <p:nvPicPr>
            <p:cNvPr id="53" name="object 53">
              <a:extLst>
                <a:ext uri="{FF2B5EF4-FFF2-40B4-BE49-F238E27FC236}">
                  <a16:creationId xmlns:a16="http://schemas.microsoft.com/office/drawing/2014/main" id="{9929EB6F-1B9D-8AE4-E0EF-A63A21A9D2C2}"/>
                </a:ext>
              </a:extLst>
            </p:cNvPr>
            <p:cNvPicPr/>
            <p:nvPr/>
          </p:nvPicPr>
          <p:blipFill>
            <a:blip r:embed="rId6" cstate="print"/>
            <a:stretch>
              <a:fillRect/>
            </a:stretch>
          </p:blipFill>
          <p:spPr>
            <a:xfrm>
              <a:off x="1813750" y="1337304"/>
              <a:ext cx="403859" cy="145066"/>
            </a:xfrm>
            <a:prstGeom prst="rect">
              <a:avLst/>
            </a:prstGeom>
          </p:spPr>
        </p:pic>
        <p:pic>
          <p:nvPicPr>
            <p:cNvPr id="54" name="object 54">
              <a:extLst>
                <a:ext uri="{FF2B5EF4-FFF2-40B4-BE49-F238E27FC236}">
                  <a16:creationId xmlns:a16="http://schemas.microsoft.com/office/drawing/2014/main" id="{A4C1DC05-C523-A3C5-C98F-2EECA5386FCB}"/>
                </a:ext>
              </a:extLst>
            </p:cNvPr>
            <p:cNvPicPr/>
            <p:nvPr/>
          </p:nvPicPr>
          <p:blipFill>
            <a:blip r:embed="rId7" cstate="print"/>
            <a:stretch>
              <a:fillRect/>
            </a:stretch>
          </p:blipFill>
          <p:spPr>
            <a:xfrm>
              <a:off x="2665095" y="1337304"/>
              <a:ext cx="403764" cy="145066"/>
            </a:xfrm>
            <a:prstGeom prst="rect">
              <a:avLst/>
            </a:prstGeom>
          </p:spPr>
        </p:pic>
        <p:sp>
          <p:nvSpPr>
            <p:cNvPr id="55" name="object 55">
              <a:extLst>
                <a:ext uri="{FF2B5EF4-FFF2-40B4-BE49-F238E27FC236}">
                  <a16:creationId xmlns:a16="http://schemas.microsoft.com/office/drawing/2014/main" id="{7002D4EC-1532-A755-0E4C-74701754938A}"/>
                </a:ext>
              </a:extLst>
            </p:cNvPr>
            <p:cNvSpPr/>
            <p:nvPr/>
          </p:nvSpPr>
          <p:spPr>
            <a:xfrm>
              <a:off x="1991868" y="1657820"/>
              <a:ext cx="35560" cy="69850"/>
            </a:xfrm>
            <a:custGeom>
              <a:avLst/>
              <a:gdLst/>
              <a:ahLst/>
              <a:cxnLst/>
              <a:rect l="l" t="t" r="r" b="b"/>
              <a:pathLst>
                <a:path w="35560" h="69850">
                  <a:moveTo>
                    <a:pt x="17621" y="69341"/>
                  </a:moveTo>
                  <a:lnTo>
                    <a:pt x="0" y="0"/>
                  </a:lnTo>
                  <a:lnTo>
                    <a:pt x="35146" y="0"/>
                  </a:lnTo>
                  <a:lnTo>
                    <a:pt x="17621" y="69341"/>
                  </a:lnTo>
                  <a:close/>
                </a:path>
              </a:pathLst>
            </a:custGeom>
            <a:solidFill>
              <a:srgbClr val="000000"/>
            </a:solidFill>
          </p:spPr>
          <p:txBody>
            <a:bodyPr wrap="square" lIns="0" tIns="0" rIns="0" bIns="0" rtlCol="0"/>
            <a:lstStyle/>
            <a:p>
              <a:endParaRPr/>
            </a:p>
          </p:txBody>
        </p:sp>
        <p:sp>
          <p:nvSpPr>
            <p:cNvPr id="56" name="object 56">
              <a:extLst>
                <a:ext uri="{FF2B5EF4-FFF2-40B4-BE49-F238E27FC236}">
                  <a16:creationId xmlns:a16="http://schemas.microsoft.com/office/drawing/2014/main" id="{223C33BE-F09D-B3C8-FA94-8E684034650D}"/>
                </a:ext>
              </a:extLst>
            </p:cNvPr>
            <p:cNvSpPr/>
            <p:nvPr/>
          </p:nvSpPr>
          <p:spPr>
            <a:xfrm>
              <a:off x="1991868" y="1657820"/>
              <a:ext cx="35560" cy="69850"/>
            </a:xfrm>
            <a:custGeom>
              <a:avLst/>
              <a:gdLst/>
              <a:ahLst/>
              <a:cxnLst/>
              <a:rect l="l" t="t" r="r" b="b"/>
              <a:pathLst>
                <a:path w="35560" h="69850">
                  <a:moveTo>
                    <a:pt x="35146" y="0"/>
                  </a:moveTo>
                  <a:lnTo>
                    <a:pt x="17621" y="69341"/>
                  </a:lnTo>
                  <a:lnTo>
                    <a:pt x="0" y="0"/>
                  </a:lnTo>
                  <a:lnTo>
                    <a:pt x="35146" y="0"/>
                  </a:lnTo>
                  <a:close/>
                </a:path>
              </a:pathLst>
            </a:custGeom>
            <a:ln w="4762">
              <a:solidFill>
                <a:srgbClr val="000000"/>
              </a:solidFill>
            </a:ln>
          </p:spPr>
          <p:txBody>
            <a:bodyPr wrap="square" lIns="0" tIns="0" rIns="0" bIns="0" rtlCol="0"/>
            <a:lstStyle/>
            <a:p>
              <a:endParaRPr/>
            </a:p>
          </p:txBody>
        </p:sp>
        <p:sp>
          <p:nvSpPr>
            <p:cNvPr id="57" name="object 57">
              <a:extLst>
                <a:ext uri="{FF2B5EF4-FFF2-40B4-BE49-F238E27FC236}">
                  <a16:creationId xmlns:a16="http://schemas.microsoft.com/office/drawing/2014/main" id="{3733D8A2-A9CD-41E3-C695-5C456F7C2CE1}"/>
                </a:ext>
              </a:extLst>
            </p:cNvPr>
            <p:cNvSpPr/>
            <p:nvPr/>
          </p:nvSpPr>
          <p:spPr>
            <a:xfrm>
              <a:off x="2006727" y="1524280"/>
              <a:ext cx="5715" cy="133985"/>
            </a:xfrm>
            <a:custGeom>
              <a:avLst/>
              <a:gdLst/>
              <a:ahLst/>
              <a:cxnLst/>
              <a:rect l="l" t="t" r="r" b="b"/>
              <a:pathLst>
                <a:path w="5714" h="133985">
                  <a:moveTo>
                    <a:pt x="5334" y="0"/>
                  </a:moveTo>
                  <a:lnTo>
                    <a:pt x="0" y="0"/>
                  </a:lnTo>
                  <a:lnTo>
                    <a:pt x="0" y="133540"/>
                  </a:lnTo>
                  <a:lnTo>
                    <a:pt x="5334" y="133540"/>
                  </a:lnTo>
                  <a:lnTo>
                    <a:pt x="5334" y="0"/>
                  </a:lnTo>
                  <a:close/>
                </a:path>
              </a:pathLst>
            </a:custGeom>
            <a:solidFill>
              <a:srgbClr val="000000"/>
            </a:solidFill>
          </p:spPr>
          <p:txBody>
            <a:bodyPr wrap="square" lIns="0" tIns="0" rIns="0" bIns="0" rtlCol="0"/>
            <a:lstStyle/>
            <a:p>
              <a:endParaRPr/>
            </a:p>
          </p:txBody>
        </p:sp>
        <p:sp>
          <p:nvSpPr>
            <p:cNvPr id="58" name="object 58">
              <a:extLst>
                <a:ext uri="{FF2B5EF4-FFF2-40B4-BE49-F238E27FC236}">
                  <a16:creationId xmlns:a16="http://schemas.microsoft.com/office/drawing/2014/main" id="{EB480A35-02B1-347B-B464-EF034C2F8DC4}"/>
                </a:ext>
              </a:extLst>
            </p:cNvPr>
            <p:cNvSpPr/>
            <p:nvPr/>
          </p:nvSpPr>
          <p:spPr>
            <a:xfrm>
              <a:off x="2006727" y="1524280"/>
              <a:ext cx="5715" cy="133985"/>
            </a:xfrm>
            <a:custGeom>
              <a:avLst/>
              <a:gdLst/>
              <a:ahLst/>
              <a:cxnLst/>
              <a:rect l="l" t="t" r="r" b="b"/>
              <a:pathLst>
                <a:path w="5714" h="133985">
                  <a:moveTo>
                    <a:pt x="0" y="133540"/>
                  </a:moveTo>
                  <a:lnTo>
                    <a:pt x="5333" y="133540"/>
                  </a:lnTo>
                  <a:lnTo>
                    <a:pt x="5333" y="0"/>
                  </a:lnTo>
                  <a:lnTo>
                    <a:pt x="0" y="0"/>
                  </a:lnTo>
                  <a:lnTo>
                    <a:pt x="0" y="133540"/>
                  </a:lnTo>
                  <a:close/>
                </a:path>
              </a:pathLst>
            </a:custGeom>
            <a:ln w="4762">
              <a:solidFill>
                <a:srgbClr val="000000"/>
              </a:solidFill>
            </a:ln>
          </p:spPr>
          <p:txBody>
            <a:bodyPr wrap="square" lIns="0" tIns="0" rIns="0" bIns="0" rtlCol="0"/>
            <a:lstStyle/>
            <a:p>
              <a:endParaRPr/>
            </a:p>
          </p:txBody>
        </p:sp>
        <p:sp>
          <p:nvSpPr>
            <p:cNvPr id="59" name="object 59">
              <a:extLst>
                <a:ext uri="{FF2B5EF4-FFF2-40B4-BE49-F238E27FC236}">
                  <a16:creationId xmlns:a16="http://schemas.microsoft.com/office/drawing/2014/main" id="{F399E337-7FDB-7B6B-D27C-55638393CB0E}"/>
                </a:ext>
              </a:extLst>
            </p:cNvPr>
            <p:cNvSpPr/>
            <p:nvPr/>
          </p:nvSpPr>
          <p:spPr>
            <a:xfrm>
              <a:off x="2855404" y="1657820"/>
              <a:ext cx="35560" cy="69850"/>
            </a:xfrm>
            <a:custGeom>
              <a:avLst/>
              <a:gdLst/>
              <a:ahLst/>
              <a:cxnLst/>
              <a:rect l="l" t="t" r="r" b="b"/>
              <a:pathLst>
                <a:path w="35560" h="69850">
                  <a:moveTo>
                    <a:pt x="17526" y="69341"/>
                  </a:moveTo>
                  <a:lnTo>
                    <a:pt x="0" y="0"/>
                  </a:lnTo>
                  <a:lnTo>
                    <a:pt x="35052" y="0"/>
                  </a:lnTo>
                  <a:lnTo>
                    <a:pt x="17526" y="69341"/>
                  </a:lnTo>
                  <a:close/>
                </a:path>
              </a:pathLst>
            </a:custGeom>
            <a:solidFill>
              <a:srgbClr val="000000"/>
            </a:solidFill>
          </p:spPr>
          <p:txBody>
            <a:bodyPr wrap="square" lIns="0" tIns="0" rIns="0" bIns="0" rtlCol="0"/>
            <a:lstStyle/>
            <a:p>
              <a:endParaRPr/>
            </a:p>
          </p:txBody>
        </p:sp>
        <p:sp>
          <p:nvSpPr>
            <p:cNvPr id="60" name="object 60">
              <a:extLst>
                <a:ext uri="{FF2B5EF4-FFF2-40B4-BE49-F238E27FC236}">
                  <a16:creationId xmlns:a16="http://schemas.microsoft.com/office/drawing/2014/main" id="{F871A281-1416-6CF0-995E-B5DA90BAEBAC}"/>
                </a:ext>
              </a:extLst>
            </p:cNvPr>
            <p:cNvSpPr/>
            <p:nvPr/>
          </p:nvSpPr>
          <p:spPr>
            <a:xfrm>
              <a:off x="2855404" y="1657820"/>
              <a:ext cx="35560" cy="69850"/>
            </a:xfrm>
            <a:custGeom>
              <a:avLst/>
              <a:gdLst/>
              <a:ahLst/>
              <a:cxnLst/>
              <a:rect l="l" t="t" r="r" b="b"/>
              <a:pathLst>
                <a:path w="35560" h="69850">
                  <a:moveTo>
                    <a:pt x="0" y="0"/>
                  </a:moveTo>
                  <a:lnTo>
                    <a:pt x="17526" y="69341"/>
                  </a:lnTo>
                  <a:lnTo>
                    <a:pt x="35052" y="0"/>
                  </a:lnTo>
                  <a:lnTo>
                    <a:pt x="0" y="0"/>
                  </a:lnTo>
                  <a:close/>
                </a:path>
              </a:pathLst>
            </a:custGeom>
            <a:ln w="4762">
              <a:solidFill>
                <a:srgbClr val="000000"/>
              </a:solidFill>
            </a:ln>
          </p:spPr>
          <p:txBody>
            <a:bodyPr wrap="square" lIns="0" tIns="0" rIns="0" bIns="0" rtlCol="0"/>
            <a:lstStyle/>
            <a:p>
              <a:endParaRPr/>
            </a:p>
          </p:txBody>
        </p:sp>
        <p:sp>
          <p:nvSpPr>
            <p:cNvPr id="61" name="object 61">
              <a:extLst>
                <a:ext uri="{FF2B5EF4-FFF2-40B4-BE49-F238E27FC236}">
                  <a16:creationId xmlns:a16="http://schemas.microsoft.com/office/drawing/2014/main" id="{A80A93BC-7672-57D9-365C-AF257621DF04}"/>
                </a:ext>
              </a:extLst>
            </p:cNvPr>
            <p:cNvSpPr/>
            <p:nvPr/>
          </p:nvSpPr>
          <p:spPr>
            <a:xfrm>
              <a:off x="2870162" y="1524280"/>
              <a:ext cx="5715" cy="133985"/>
            </a:xfrm>
            <a:custGeom>
              <a:avLst/>
              <a:gdLst/>
              <a:ahLst/>
              <a:cxnLst/>
              <a:rect l="l" t="t" r="r" b="b"/>
              <a:pathLst>
                <a:path w="5714" h="133985">
                  <a:moveTo>
                    <a:pt x="5435" y="0"/>
                  </a:moveTo>
                  <a:lnTo>
                    <a:pt x="0" y="0"/>
                  </a:lnTo>
                  <a:lnTo>
                    <a:pt x="0" y="133540"/>
                  </a:lnTo>
                  <a:lnTo>
                    <a:pt x="5435" y="133540"/>
                  </a:lnTo>
                  <a:lnTo>
                    <a:pt x="5435" y="0"/>
                  </a:lnTo>
                  <a:close/>
                </a:path>
              </a:pathLst>
            </a:custGeom>
            <a:solidFill>
              <a:srgbClr val="000000"/>
            </a:solidFill>
          </p:spPr>
          <p:txBody>
            <a:bodyPr wrap="square" lIns="0" tIns="0" rIns="0" bIns="0" rtlCol="0"/>
            <a:lstStyle/>
            <a:p>
              <a:endParaRPr/>
            </a:p>
          </p:txBody>
        </p:sp>
      </p:grpSp>
      <p:sp>
        <p:nvSpPr>
          <p:cNvPr id="62" name="object 62">
            <a:extLst>
              <a:ext uri="{FF2B5EF4-FFF2-40B4-BE49-F238E27FC236}">
                <a16:creationId xmlns:a16="http://schemas.microsoft.com/office/drawing/2014/main" id="{128ED677-71A2-4B8D-FD84-5BE1F4EE9FE6}"/>
              </a:ext>
            </a:extLst>
          </p:cNvPr>
          <p:cNvSpPr txBox="1"/>
          <p:nvPr/>
        </p:nvSpPr>
        <p:spPr>
          <a:xfrm>
            <a:off x="4785104" y="2764594"/>
            <a:ext cx="2132098" cy="228909"/>
          </a:xfrm>
          <a:prstGeom prst="rect">
            <a:avLst/>
          </a:prstGeom>
        </p:spPr>
        <p:txBody>
          <a:bodyPr vert="horz" wrap="square" lIns="0" tIns="13335" rIns="0" bIns="0" rtlCol="0">
            <a:spAutoFit/>
          </a:bodyPr>
          <a:lstStyle/>
          <a:p>
            <a:pPr marL="12700">
              <a:lnSpc>
                <a:spcPct val="100000"/>
              </a:lnSpc>
              <a:spcBef>
                <a:spcPts val="105"/>
              </a:spcBef>
              <a:tabLst>
                <a:tab pos="850265" algn="l"/>
              </a:tabLst>
            </a:pPr>
            <a:r>
              <a:rPr sz="1400" spc="-25" dirty="0">
                <a:latin typeface="Microsoft Sans Serif"/>
                <a:cs typeface="Microsoft Sans Serif"/>
              </a:rPr>
              <a:t>P1</a:t>
            </a:r>
            <a:r>
              <a:rPr sz="1400" dirty="0">
                <a:latin typeface="Microsoft Sans Serif"/>
                <a:cs typeface="Microsoft Sans Serif"/>
              </a:rPr>
              <a:t>	</a:t>
            </a:r>
            <a:r>
              <a:rPr lang="es-419" sz="1400" dirty="0">
                <a:latin typeface="Microsoft Sans Serif"/>
                <a:cs typeface="Microsoft Sans Serif"/>
              </a:rPr>
              <a:t>		</a:t>
            </a:r>
            <a:r>
              <a:rPr sz="1400" spc="-25" dirty="0">
                <a:latin typeface="Microsoft Sans Serif"/>
                <a:cs typeface="Microsoft Sans Serif"/>
              </a:rPr>
              <a:t>P2</a:t>
            </a:r>
            <a:endParaRPr sz="1400" dirty="0">
              <a:latin typeface="Microsoft Sans Serif"/>
              <a:cs typeface="Microsoft Sans Serif"/>
            </a:endParaRPr>
          </a:p>
        </p:txBody>
      </p:sp>
      <p:grpSp>
        <p:nvGrpSpPr>
          <p:cNvPr id="63" name="object 63">
            <a:extLst>
              <a:ext uri="{FF2B5EF4-FFF2-40B4-BE49-F238E27FC236}">
                <a16:creationId xmlns:a16="http://schemas.microsoft.com/office/drawing/2014/main" id="{93FEBC6F-651F-64D6-D1BA-C86AB144F8E0}"/>
              </a:ext>
            </a:extLst>
          </p:cNvPr>
          <p:cNvGrpSpPr/>
          <p:nvPr/>
        </p:nvGrpSpPr>
        <p:grpSpPr>
          <a:xfrm>
            <a:off x="5409667" y="2611854"/>
            <a:ext cx="974446" cy="700788"/>
            <a:chOff x="2412523" y="1391342"/>
            <a:chExt cx="466090" cy="354965"/>
          </a:xfrm>
        </p:grpSpPr>
        <p:sp>
          <p:nvSpPr>
            <p:cNvPr id="64" name="object 64">
              <a:extLst>
                <a:ext uri="{FF2B5EF4-FFF2-40B4-BE49-F238E27FC236}">
                  <a16:creationId xmlns:a16="http://schemas.microsoft.com/office/drawing/2014/main" id="{F1F330DE-223B-33C1-C912-1444B4618D36}"/>
                </a:ext>
              </a:extLst>
            </p:cNvPr>
            <p:cNvSpPr/>
            <p:nvPr/>
          </p:nvSpPr>
          <p:spPr>
            <a:xfrm>
              <a:off x="2870168" y="1524280"/>
              <a:ext cx="5715" cy="133985"/>
            </a:xfrm>
            <a:custGeom>
              <a:avLst/>
              <a:gdLst/>
              <a:ahLst/>
              <a:cxnLst/>
              <a:rect l="l" t="t" r="r" b="b"/>
              <a:pathLst>
                <a:path w="5714" h="133985">
                  <a:moveTo>
                    <a:pt x="0" y="133540"/>
                  </a:moveTo>
                  <a:lnTo>
                    <a:pt x="5429" y="133540"/>
                  </a:lnTo>
                  <a:lnTo>
                    <a:pt x="5429" y="0"/>
                  </a:lnTo>
                  <a:lnTo>
                    <a:pt x="0" y="0"/>
                  </a:lnTo>
                  <a:lnTo>
                    <a:pt x="0" y="133540"/>
                  </a:lnTo>
                  <a:close/>
                </a:path>
              </a:pathLst>
            </a:custGeom>
            <a:ln w="4762">
              <a:solidFill>
                <a:srgbClr val="000000"/>
              </a:solidFill>
            </a:ln>
          </p:spPr>
          <p:txBody>
            <a:bodyPr wrap="square" lIns="0" tIns="0" rIns="0" bIns="0" rtlCol="0"/>
            <a:lstStyle/>
            <a:p>
              <a:endParaRPr/>
            </a:p>
          </p:txBody>
        </p:sp>
        <p:sp>
          <p:nvSpPr>
            <p:cNvPr id="65" name="object 65">
              <a:extLst>
                <a:ext uri="{FF2B5EF4-FFF2-40B4-BE49-F238E27FC236}">
                  <a16:creationId xmlns:a16="http://schemas.microsoft.com/office/drawing/2014/main" id="{0483E5CD-934F-D75E-5972-EA50FFCFA650}"/>
                </a:ext>
              </a:extLst>
            </p:cNvPr>
            <p:cNvSpPr/>
            <p:nvPr/>
          </p:nvSpPr>
          <p:spPr>
            <a:xfrm>
              <a:off x="2415063" y="1647057"/>
              <a:ext cx="52705" cy="96520"/>
            </a:xfrm>
            <a:custGeom>
              <a:avLst/>
              <a:gdLst/>
              <a:ahLst/>
              <a:cxnLst/>
              <a:rect l="l" t="t" r="r" b="b"/>
              <a:pathLst>
                <a:path w="52705" h="96519">
                  <a:moveTo>
                    <a:pt x="26288" y="96297"/>
                  </a:moveTo>
                  <a:lnTo>
                    <a:pt x="0" y="0"/>
                  </a:lnTo>
                  <a:lnTo>
                    <a:pt x="52577" y="0"/>
                  </a:lnTo>
                  <a:lnTo>
                    <a:pt x="26288" y="96297"/>
                  </a:lnTo>
                  <a:close/>
                </a:path>
              </a:pathLst>
            </a:custGeom>
            <a:solidFill>
              <a:srgbClr val="FF0000"/>
            </a:solidFill>
          </p:spPr>
          <p:txBody>
            <a:bodyPr wrap="square" lIns="0" tIns="0" rIns="0" bIns="0" rtlCol="0"/>
            <a:lstStyle/>
            <a:p>
              <a:endParaRPr/>
            </a:p>
          </p:txBody>
        </p:sp>
        <p:sp>
          <p:nvSpPr>
            <p:cNvPr id="66" name="object 66">
              <a:extLst>
                <a:ext uri="{FF2B5EF4-FFF2-40B4-BE49-F238E27FC236}">
                  <a16:creationId xmlns:a16="http://schemas.microsoft.com/office/drawing/2014/main" id="{4C0470CF-1258-EC19-54D4-B49035577FB4}"/>
                </a:ext>
              </a:extLst>
            </p:cNvPr>
            <p:cNvSpPr/>
            <p:nvPr/>
          </p:nvSpPr>
          <p:spPr>
            <a:xfrm>
              <a:off x="2415063" y="1393882"/>
              <a:ext cx="52705" cy="349885"/>
            </a:xfrm>
            <a:custGeom>
              <a:avLst/>
              <a:gdLst/>
              <a:ahLst/>
              <a:cxnLst/>
              <a:rect l="l" t="t" r="r" b="b"/>
              <a:pathLst>
                <a:path w="52705" h="349885">
                  <a:moveTo>
                    <a:pt x="52577" y="253174"/>
                  </a:moveTo>
                  <a:lnTo>
                    <a:pt x="26288" y="349472"/>
                  </a:lnTo>
                  <a:lnTo>
                    <a:pt x="0" y="253174"/>
                  </a:lnTo>
                  <a:lnTo>
                    <a:pt x="52577" y="253174"/>
                  </a:lnTo>
                  <a:close/>
                </a:path>
                <a:path w="52705" h="349885">
                  <a:moveTo>
                    <a:pt x="23717" y="253174"/>
                  </a:moveTo>
                  <a:lnTo>
                    <a:pt x="28765" y="253174"/>
                  </a:lnTo>
                  <a:lnTo>
                    <a:pt x="28765" y="189738"/>
                  </a:lnTo>
                  <a:lnTo>
                    <a:pt x="23717" y="189738"/>
                  </a:lnTo>
                  <a:lnTo>
                    <a:pt x="23717" y="253174"/>
                  </a:lnTo>
                  <a:close/>
                </a:path>
                <a:path w="52705" h="349885">
                  <a:moveTo>
                    <a:pt x="23717" y="158210"/>
                  </a:moveTo>
                  <a:lnTo>
                    <a:pt x="28765" y="158210"/>
                  </a:lnTo>
                  <a:lnTo>
                    <a:pt x="28765" y="95059"/>
                  </a:lnTo>
                  <a:lnTo>
                    <a:pt x="23717" y="95059"/>
                  </a:lnTo>
                  <a:lnTo>
                    <a:pt x="23717" y="158210"/>
                  </a:lnTo>
                  <a:close/>
                </a:path>
                <a:path w="52705" h="349885">
                  <a:moveTo>
                    <a:pt x="23717" y="63436"/>
                  </a:moveTo>
                  <a:lnTo>
                    <a:pt x="28765" y="63436"/>
                  </a:lnTo>
                  <a:lnTo>
                    <a:pt x="28765" y="0"/>
                  </a:lnTo>
                  <a:lnTo>
                    <a:pt x="23717" y="0"/>
                  </a:lnTo>
                  <a:lnTo>
                    <a:pt x="23717" y="63436"/>
                  </a:lnTo>
                  <a:close/>
                </a:path>
              </a:pathLst>
            </a:custGeom>
            <a:ln w="4762">
              <a:solidFill>
                <a:srgbClr val="FF0000"/>
              </a:solidFill>
            </a:ln>
          </p:spPr>
          <p:txBody>
            <a:bodyPr wrap="square" lIns="0" tIns="0" rIns="0" bIns="0" rtlCol="0"/>
            <a:lstStyle/>
            <a:p>
              <a:endParaRPr/>
            </a:p>
          </p:txBody>
        </p:sp>
        <p:sp>
          <p:nvSpPr>
            <p:cNvPr id="67" name="object 67">
              <a:extLst>
                <a:ext uri="{FF2B5EF4-FFF2-40B4-BE49-F238E27FC236}">
                  <a16:creationId xmlns:a16="http://schemas.microsoft.com/office/drawing/2014/main" id="{3FA65334-42FC-FE1C-6DC9-B0EB7742F5E4}"/>
                </a:ext>
              </a:extLst>
            </p:cNvPr>
            <p:cNvSpPr/>
            <p:nvPr/>
          </p:nvSpPr>
          <p:spPr>
            <a:xfrm>
              <a:off x="2438781" y="1393882"/>
              <a:ext cx="5080" cy="0"/>
            </a:xfrm>
            <a:custGeom>
              <a:avLst/>
              <a:gdLst/>
              <a:ahLst/>
              <a:cxnLst/>
              <a:rect l="l" t="t" r="r" b="b"/>
              <a:pathLst>
                <a:path w="5080">
                  <a:moveTo>
                    <a:pt x="5048" y="0"/>
                  </a:moveTo>
                  <a:lnTo>
                    <a:pt x="0" y="0"/>
                  </a:lnTo>
                  <a:lnTo>
                    <a:pt x="5048" y="0"/>
                  </a:lnTo>
                  <a:close/>
                </a:path>
              </a:pathLst>
            </a:custGeom>
            <a:solidFill>
              <a:srgbClr val="FF0000"/>
            </a:solidFill>
          </p:spPr>
          <p:txBody>
            <a:bodyPr wrap="square" lIns="0" tIns="0" rIns="0" bIns="0" rtlCol="0"/>
            <a:lstStyle/>
            <a:p>
              <a:endParaRPr/>
            </a:p>
          </p:txBody>
        </p:sp>
      </p:grpSp>
      <p:sp>
        <p:nvSpPr>
          <p:cNvPr id="69" name="object 70">
            <a:extLst>
              <a:ext uri="{FF2B5EF4-FFF2-40B4-BE49-F238E27FC236}">
                <a16:creationId xmlns:a16="http://schemas.microsoft.com/office/drawing/2014/main" id="{35D63020-89FD-5F54-F6A6-8BA4BC1E606C}"/>
              </a:ext>
            </a:extLst>
          </p:cNvPr>
          <p:cNvSpPr/>
          <p:nvPr/>
        </p:nvSpPr>
        <p:spPr>
          <a:xfrm>
            <a:off x="5464561" y="2616869"/>
            <a:ext cx="10621" cy="0"/>
          </a:xfrm>
          <a:custGeom>
            <a:avLst/>
            <a:gdLst/>
            <a:ahLst/>
            <a:cxnLst/>
            <a:rect l="l" t="t" r="r" b="b"/>
            <a:pathLst>
              <a:path w="5080">
                <a:moveTo>
                  <a:pt x="0" y="0"/>
                </a:moveTo>
                <a:lnTo>
                  <a:pt x="5048" y="0"/>
                </a:lnTo>
                <a:lnTo>
                  <a:pt x="0" y="0"/>
                </a:lnTo>
                <a:close/>
              </a:path>
            </a:pathLst>
          </a:custGeom>
          <a:ln w="4762">
            <a:solidFill>
              <a:srgbClr val="FF0000"/>
            </a:solidFill>
          </a:ln>
        </p:spPr>
        <p:txBody>
          <a:bodyPr wrap="square" lIns="0" tIns="0" rIns="0" bIns="0" rtlCol="0"/>
          <a:lstStyle/>
          <a:p>
            <a:endParaRPr/>
          </a:p>
        </p:txBody>
      </p:sp>
      <p:sp>
        <p:nvSpPr>
          <p:cNvPr id="70" name="object 71">
            <a:extLst>
              <a:ext uri="{FF2B5EF4-FFF2-40B4-BE49-F238E27FC236}">
                <a16:creationId xmlns:a16="http://schemas.microsoft.com/office/drawing/2014/main" id="{86924444-0424-B986-C2DE-CFC5A3CC250B}"/>
              </a:ext>
            </a:extLst>
          </p:cNvPr>
          <p:cNvSpPr/>
          <p:nvPr/>
        </p:nvSpPr>
        <p:spPr>
          <a:xfrm>
            <a:off x="3736049" y="3653008"/>
            <a:ext cx="74345" cy="94023"/>
          </a:xfrm>
          <a:custGeom>
            <a:avLst/>
            <a:gdLst/>
            <a:ahLst/>
            <a:cxnLst/>
            <a:rect l="l" t="t" r="r" b="b"/>
            <a:pathLst>
              <a:path w="35560" h="47625">
                <a:moveTo>
                  <a:pt x="35147" y="47529"/>
                </a:moveTo>
                <a:lnTo>
                  <a:pt x="0" y="47529"/>
                </a:lnTo>
                <a:lnTo>
                  <a:pt x="17526" y="0"/>
                </a:lnTo>
                <a:lnTo>
                  <a:pt x="35147" y="47529"/>
                </a:lnTo>
                <a:close/>
              </a:path>
            </a:pathLst>
          </a:custGeom>
          <a:solidFill>
            <a:srgbClr val="FF0000"/>
          </a:solidFill>
        </p:spPr>
        <p:txBody>
          <a:bodyPr wrap="square" lIns="0" tIns="0" rIns="0" bIns="0" rtlCol="0"/>
          <a:lstStyle/>
          <a:p>
            <a:endParaRPr/>
          </a:p>
        </p:txBody>
      </p:sp>
      <p:sp>
        <p:nvSpPr>
          <p:cNvPr id="71" name="object 72">
            <a:extLst>
              <a:ext uri="{FF2B5EF4-FFF2-40B4-BE49-F238E27FC236}">
                <a16:creationId xmlns:a16="http://schemas.microsoft.com/office/drawing/2014/main" id="{B8349692-AE48-EA6A-EE37-001EFDF5B36E}"/>
              </a:ext>
            </a:extLst>
          </p:cNvPr>
          <p:cNvSpPr/>
          <p:nvPr/>
        </p:nvSpPr>
        <p:spPr>
          <a:xfrm>
            <a:off x="3736049" y="3653008"/>
            <a:ext cx="74345" cy="94023"/>
          </a:xfrm>
          <a:custGeom>
            <a:avLst/>
            <a:gdLst/>
            <a:ahLst/>
            <a:cxnLst/>
            <a:rect l="l" t="t" r="r" b="b"/>
            <a:pathLst>
              <a:path w="35560" h="47625">
                <a:moveTo>
                  <a:pt x="35147" y="47529"/>
                </a:moveTo>
                <a:lnTo>
                  <a:pt x="17526" y="0"/>
                </a:lnTo>
                <a:lnTo>
                  <a:pt x="0" y="47529"/>
                </a:lnTo>
                <a:lnTo>
                  <a:pt x="35147" y="47529"/>
                </a:lnTo>
                <a:close/>
              </a:path>
            </a:pathLst>
          </a:custGeom>
          <a:ln w="4762">
            <a:solidFill>
              <a:srgbClr val="FF0000"/>
            </a:solidFill>
          </a:ln>
        </p:spPr>
        <p:txBody>
          <a:bodyPr wrap="square" lIns="0" tIns="0" rIns="0" bIns="0" rtlCol="0"/>
          <a:lstStyle/>
          <a:p>
            <a:endParaRPr/>
          </a:p>
        </p:txBody>
      </p:sp>
      <p:sp>
        <p:nvSpPr>
          <p:cNvPr id="72" name="object 73">
            <a:extLst>
              <a:ext uri="{FF2B5EF4-FFF2-40B4-BE49-F238E27FC236}">
                <a16:creationId xmlns:a16="http://schemas.microsoft.com/office/drawing/2014/main" id="{3E20C401-D10C-AB3F-BA27-007ABAE2D71C}"/>
              </a:ext>
            </a:extLst>
          </p:cNvPr>
          <p:cNvSpPr/>
          <p:nvPr/>
        </p:nvSpPr>
        <p:spPr>
          <a:xfrm>
            <a:off x="3769080" y="3746843"/>
            <a:ext cx="7965" cy="200583"/>
          </a:xfrm>
          <a:custGeom>
            <a:avLst/>
            <a:gdLst/>
            <a:ahLst/>
            <a:cxnLst/>
            <a:rect l="l" t="t" r="r" b="b"/>
            <a:pathLst>
              <a:path w="3810" h="101600">
                <a:moveTo>
                  <a:pt x="3429" y="0"/>
                </a:moveTo>
                <a:lnTo>
                  <a:pt x="0" y="0"/>
                </a:lnTo>
                <a:lnTo>
                  <a:pt x="0" y="101346"/>
                </a:lnTo>
                <a:lnTo>
                  <a:pt x="3429" y="97917"/>
                </a:lnTo>
                <a:lnTo>
                  <a:pt x="3429" y="0"/>
                </a:lnTo>
                <a:close/>
              </a:path>
            </a:pathLst>
          </a:custGeom>
          <a:solidFill>
            <a:srgbClr val="FF0000"/>
          </a:solidFill>
        </p:spPr>
        <p:txBody>
          <a:bodyPr wrap="square" lIns="0" tIns="0" rIns="0" bIns="0" rtlCol="0"/>
          <a:lstStyle/>
          <a:p>
            <a:endParaRPr/>
          </a:p>
        </p:txBody>
      </p:sp>
      <p:sp>
        <p:nvSpPr>
          <p:cNvPr id="73" name="object 74">
            <a:extLst>
              <a:ext uri="{FF2B5EF4-FFF2-40B4-BE49-F238E27FC236}">
                <a16:creationId xmlns:a16="http://schemas.microsoft.com/office/drawing/2014/main" id="{7963B0C4-52D9-3D0B-6B6A-FEE0ED3511D8}"/>
              </a:ext>
            </a:extLst>
          </p:cNvPr>
          <p:cNvSpPr/>
          <p:nvPr/>
        </p:nvSpPr>
        <p:spPr>
          <a:xfrm>
            <a:off x="3769107" y="3746843"/>
            <a:ext cx="7965" cy="200583"/>
          </a:xfrm>
          <a:custGeom>
            <a:avLst/>
            <a:gdLst/>
            <a:ahLst/>
            <a:cxnLst/>
            <a:rect l="l" t="t" r="r" b="b"/>
            <a:pathLst>
              <a:path w="3810" h="101600">
                <a:moveTo>
                  <a:pt x="3429" y="0"/>
                </a:moveTo>
                <a:lnTo>
                  <a:pt x="0" y="0"/>
                </a:lnTo>
                <a:lnTo>
                  <a:pt x="0" y="101346"/>
                </a:lnTo>
                <a:lnTo>
                  <a:pt x="3429" y="97916"/>
                </a:lnTo>
                <a:lnTo>
                  <a:pt x="3429" y="0"/>
                </a:lnTo>
                <a:close/>
              </a:path>
            </a:pathLst>
          </a:custGeom>
          <a:ln w="4762">
            <a:solidFill>
              <a:srgbClr val="FF0000"/>
            </a:solidFill>
          </a:ln>
        </p:spPr>
        <p:txBody>
          <a:bodyPr wrap="square" lIns="0" tIns="0" rIns="0" bIns="0" rtlCol="0"/>
          <a:lstStyle/>
          <a:p>
            <a:endParaRPr/>
          </a:p>
        </p:txBody>
      </p:sp>
      <p:sp>
        <p:nvSpPr>
          <p:cNvPr id="74" name="object 75">
            <a:extLst>
              <a:ext uri="{FF2B5EF4-FFF2-40B4-BE49-F238E27FC236}">
                <a16:creationId xmlns:a16="http://schemas.microsoft.com/office/drawing/2014/main" id="{7A1F19A4-94AB-6FA4-83C3-00CE26257601}"/>
              </a:ext>
            </a:extLst>
          </p:cNvPr>
          <p:cNvSpPr/>
          <p:nvPr/>
        </p:nvSpPr>
        <p:spPr>
          <a:xfrm>
            <a:off x="3769080" y="3940156"/>
            <a:ext cx="3402594" cy="7522"/>
          </a:xfrm>
          <a:custGeom>
            <a:avLst/>
            <a:gdLst/>
            <a:ahLst/>
            <a:cxnLst/>
            <a:rect l="l" t="t" r="r" b="b"/>
            <a:pathLst>
              <a:path w="1627504" h="3810">
                <a:moveTo>
                  <a:pt x="1626971" y="3429"/>
                </a:moveTo>
                <a:lnTo>
                  <a:pt x="1623542" y="0"/>
                </a:lnTo>
                <a:lnTo>
                  <a:pt x="3429" y="0"/>
                </a:lnTo>
                <a:lnTo>
                  <a:pt x="0" y="3429"/>
                </a:lnTo>
                <a:lnTo>
                  <a:pt x="1626971" y="3429"/>
                </a:lnTo>
                <a:close/>
              </a:path>
            </a:pathLst>
          </a:custGeom>
          <a:solidFill>
            <a:srgbClr val="FF0000"/>
          </a:solidFill>
        </p:spPr>
        <p:txBody>
          <a:bodyPr wrap="square" lIns="0" tIns="0" rIns="0" bIns="0" rtlCol="0"/>
          <a:lstStyle/>
          <a:p>
            <a:endParaRPr/>
          </a:p>
        </p:txBody>
      </p:sp>
      <p:sp>
        <p:nvSpPr>
          <p:cNvPr id="75" name="object 76">
            <a:extLst>
              <a:ext uri="{FF2B5EF4-FFF2-40B4-BE49-F238E27FC236}">
                <a16:creationId xmlns:a16="http://schemas.microsoft.com/office/drawing/2014/main" id="{978FC050-4D44-1F12-6E5D-6ABCE5694A90}"/>
              </a:ext>
            </a:extLst>
          </p:cNvPr>
          <p:cNvSpPr/>
          <p:nvPr/>
        </p:nvSpPr>
        <p:spPr>
          <a:xfrm>
            <a:off x="3769107" y="3940154"/>
            <a:ext cx="3402594" cy="7522"/>
          </a:xfrm>
          <a:custGeom>
            <a:avLst/>
            <a:gdLst/>
            <a:ahLst/>
            <a:cxnLst/>
            <a:rect l="l" t="t" r="r" b="b"/>
            <a:pathLst>
              <a:path w="1627504" h="3810">
                <a:moveTo>
                  <a:pt x="3429" y="0"/>
                </a:moveTo>
                <a:lnTo>
                  <a:pt x="0" y="3429"/>
                </a:lnTo>
                <a:lnTo>
                  <a:pt x="1626965" y="3429"/>
                </a:lnTo>
                <a:lnTo>
                  <a:pt x="1623536" y="0"/>
                </a:lnTo>
                <a:lnTo>
                  <a:pt x="3429" y="0"/>
                </a:lnTo>
                <a:close/>
              </a:path>
            </a:pathLst>
          </a:custGeom>
          <a:ln w="4762">
            <a:solidFill>
              <a:srgbClr val="FF0000"/>
            </a:solidFill>
          </a:ln>
        </p:spPr>
        <p:txBody>
          <a:bodyPr wrap="square" lIns="0" tIns="0" rIns="0" bIns="0" rtlCol="0"/>
          <a:lstStyle/>
          <a:p>
            <a:endParaRPr/>
          </a:p>
        </p:txBody>
      </p:sp>
      <p:sp>
        <p:nvSpPr>
          <p:cNvPr id="76" name="object 77">
            <a:extLst>
              <a:ext uri="{FF2B5EF4-FFF2-40B4-BE49-F238E27FC236}">
                <a16:creationId xmlns:a16="http://schemas.microsoft.com/office/drawing/2014/main" id="{F4B5B180-1465-B603-8A69-8C8ADB8DC059}"/>
              </a:ext>
            </a:extLst>
          </p:cNvPr>
          <p:cNvSpPr/>
          <p:nvPr/>
        </p:nvSpPr>
        <p:spPr>
          <a:xfrm>
            <a:off x="7163390" y="3746843"/>
            <a:ext cx="7965" cy="200583"/>
          </a:xfrm>
          <a:custGeom>
            <a:avLst/>
            <a:gdLst/>
            <a:ahLst/>
            <a:cxnLst/>
            <a:rect l="l" t="t" r="r" b="b"/>
            <a:pathLst>
              <a:path w="3810" h="101600">
                <a:moveTo>
                  <a:pt x="3429" y="0"/>
                </a:moveTo>
                <a:lnTo>
                  <a:pt x="0" y="0"/>
                </a:lnTo>
                <a:lnTo>
                  <a:pt x="0" y="97917"/>
                </a:lnTo>
                <a:lnTo>
                  <a:pt x="3429" y="101346"/>
                </a:lnTo>
                <a:lnTo>
                  <a:pt x="3429" y="0"/>
                </a:lnTo>
                <a:close/>
              </a:path>
            </a:pathLst>
          </a:custGeom>
          <a:solidFill>
            <a:srgbClr val="FF0000"/>
          </a:solidFill>
        </p:spPr>
        <p:txBody>
          <a:bodyPr wrap="square" lIns="0" tIns="0" rIns="0" bIns="0" rtlCol="0"/>
          <a:lstStyle/>
          <a:p>
            <a:endParaRPr/>
          </a:p>
        </p:txBody>
      </p:sp>
      <p:sp>
        <p:nvSpPr>
          <p:cNvPr id="77" name="object 78">
            <a:extLst>
              <a:ext uri="{FF2B5EF4-FFF2-40B4-BE49-F238E27FC236}">
                <a16:creationId xmlns:a16="http://schemas.microsoft.com/office/drawing/2014/main" id="{FF7DC342-8C78-4727-E40B-0BC5C500C008}"/>
              </a:ext>
            </a:extLst>
          </p:cNvPr>
          <p:cNvSpPr/>
          <p:nvPr/>
        </p:nvSpPr>
        <p:spPr>
          <a:xfrm>
            <a:off x="7163403" y="3746843"/>
            <a:ext cx="7965" cy="200583"/>
          </a:xfrm>
          <a:custGeom>
            <a:avLst/>
            <a:gdLst/>
            <a:ahLst/>
            <a:cxnLst/>
            <a:rect l="l" t="t" r="r" b="b"/>
            <a:pathLst>
              <a:path w="3810" h="101600">
                <a:moveTo>
                  <a:pt x="0" y="97916"/>
                </a:moveTo>
                <a:lnTo>
                  <a:pt x="3429" y="101346"/>
                </a:lnTo>
                <a:lnTo>
                  <a:pt x="3429" y="0"/>
                </a:lnTo>
                <a:lnTo>
                  <a:pt x="0" y="0"/>
                </a:lnTo>
                <a:lnTo>
                  <a:pt x="0" y="97916"/>
                </a:lnTo>
                <a:close/>
              </a:path>
            </a:pathLst>
          </a:custGeom>
          <a:ln w="4762">
            <a:solidFill>
              <a:srgbClr val="FF0000"/>
            </a:solidFill>
          </a:ln>
        </p:spPr>
        <p:txBody>
          <a:bodyPr wrap="square" lIns="0" tIns="0" rIns="0" bIns="0" rtlCol="0"/>
          <a:lstStyle/>
          <a:p>
            <a:endParaRPr/>
          </a:p>
        </p:txBody>
      </p:sp>
      <p:sp>
        <p:nvSpPr>
          <p:cNvPr id="78" name="object 79">
            <a:extLst>
              <a:ext uri="{FF2B5EF4-FFF2-40B4-BE49-F238E27FC236}">
                <a16:creationId xmlns:a16="http://schemas.microsoft.com/office/drawing/2014/main" id="{DA52A17F-229A-C915-C3D7-638C66C5FE5D}"/>
              </a:ext>
            </a:extLst>
          </p:cNvPr>
          <p:cNvSpPr/>
          <p:nvPr/>
        </p:nvSpPr>
        <p:spPr>
          <a:xfrm>
            <a:off x="6221471" y="2648474"/>
            <a:ext cx="21241" cy="748426"/>
          </a:xfrm>
          <a:custGeom>
            <a:avLst/>
            <a:gdLst/>
            <a:ahLst/>
            <a:cxnLst/>
            <a:rect l="l" t="t" r="r" b="b"/>
            <a:pathLst>
              <a:path w="10160" h="379094">
                <a:moveTo>
                  <a:pt x="10096" y="0"/>
                </a:moveTo>
                <a:lnTo>
                  <a:pt x="0" y="0"/>
                </a:lnTo>
                <a:lnTo>
                  <a:pt x="0" y="368896"/>
                </a:lnTo>
                <a:lnTo>
                  <a:pt x="10096" y="378993"/>
                </a:lnTo>
                <a:lnTo>
                  <a:pt x="10096" y="0"/>
                </a:lnTo>
                <a:close/>
              </a:path>
            </a:pathLst>
          </a:custGeom>
          <a:solidFill>
            <a:srgbClr val="000000"/>
          </a:solidFill>
        </p:spPr>
        <p:txBody>
          <a:bodyPr wrap="square" lIns="0" tIns="0" rIns="0" bIns="0" rtlCol="0"/>
          <a:lstStyle/>
          <a:p>
            <a:endParaRPr/>
          </a:p>
        </p:txBody>
      </p:sp>
      <p:sp>
        <p:nvSpPr>
          <p:cNvPr id="79" name="object 80">
            <a:extLst>
              <a:ext uri="{FF2B5EF4-FFF2-40B4-BE49-F238E27FC236}">
                <a16:creationId xmlns:a16="http://schemas.microsoft.com/office/drawing/2014/main" id="{6050CF5F-1C36-212B-ADD3-A7472523DFCD}"/>
              </a:ext>
            </a:extLst>
          </p:cNvPr>
          <p:cNvSpPr/>
          <p:nvPr/>
        </p:nvSpPr>
        <p:spPr>
          <a:xfrm>
            <a:off x="6221484" y="2648461"/>
            <a:ext cx="21241" cy="748426"/>
          </a:xfrm>
          <a:custGeom>
            <a:avLst/>
            <a:gdLst/>
            <a:ahLst/>
            <a:cxnLst/>
            <a:rect l="l" t="t" r="r" b="b"/>
            <a:pathLst>
              <a:path w="10160" h="379094">
                <a:moveTo>
                  <a:pt x="10096" y="0"/>
                </a:moveTo>
                <a:lnTo>
                  <a:pt x="0" y="0"/>
                </a:lnTo>
                <a:lnTo>
                  <a:pt x="0" y="368903"/>
                </a:lnTo>
                <a:lnTo>
                  <a:pt x="10096" y="379000"/>
                </a:lnTo>
                <a:lnTo>
                  <a:pt x="10096" y="0"/>
                </a:lnTo>
                <a:close/>
              </a:path>
            </a:pathLst>
          </a:custGeom>
          <a:ln w="4762">
            <a:solidFill>
              <a:srgbClr val="000000"/>
            </a:solidFill>
          </a:ln>
        </p:spPr>
        <p:txBody>
          <a:bodyPr wrap="square" lIns="0" tIns="0" rIns="0" bIns="0" rtlCol="0"/>
          <a:lstStyle/>
          <a:p>
            <a:endParaRPr/>
          </a:p>
        </p:txBody>
      </p:sp>
      <p:sp>
        <p:nvSpPr>
          <p:cNvPr id="80" name="object 81">
            <a:extLst>
              <a:ext uri="{FF2B5EF4-FFF2-40B4-BE49-F238E27FC236}">
                <a16:creationId xmlns:a16="http://schemas.microsoft.com/office/drawing/2014/main" id="{95A36C02-E1A7-1EAF-70E2-FA3CE3A2E680}"/>
              </a:ext>
            </a:extLst>
          </p:cNvPr>
          <p:cNvSpPr/>
          <p:nvPr/>
        </p:nvSpPr>
        <p:spPr>
          <a:xfrm>
            <a:off x="5469926" y="3376767"/>
            <a:ext cx="772653" cy="20058"/>
          </a:xfrm>
          <a:custGeom>
            <a:avLst/>
            <a:gdLst/>
            <a:ahLst/>
            <a:cxnLst/>
            <a:rect l="l" t="t" r="r" b="b"/>
            <a:pathLst>
              <a:path w="369569" h="10160">
                <a:moveTo>
                  <a:pt x="369570" y="10096"/>
                </a:moveTo>
                <a:lnTo>
                  <a:pt x="359473" y="0"/>
                </a:lnTo>
                <a:lnTo>
                  <a:pt x="0" y="0"/>
                </a:lnTo>
                <a:lnTo>
                  <a:pt x="0" y="10096"/>
                </a:lnTo>
                <a:lnTo>
                  <a:pt x="369570" y="10096"/>
                </a:lnTo>
                <a:close/>
              </a:path>
            </a:pathLst>
          </a:custGeom>
          <a:solidFill>
            <a:srgbClr val="000000"/>
          </a:solidFill>
        </p:spPr>
        <p:txBody>
          <a:bodyPr wrap="square" lIns="0" tIns="0" rIns="0" bIns="0" rtlCol="0"/>
          <a:lstStyle/>
          <a:p>
            <a:endParaRPr/>
          </a:p>
        </p:txBody>
      </p:sp>
      <p:sp>
        <p:nvSpPr>
          <p:cNvPr id="81" name="object 82">
            <a:extLst>
              <a:ext uri="{FF2B5EF4-FFF2-40B4-BE49-F238E27FC236}">
                <a16:creationId xmlns:a16="http://schemas.microsoft.com/office/drawing/2014/main" id="{325E4D76-19EE-3CE6-10E0-07191353013D}"/>
              </a:ext>
            </a:extLst>
          </p:cNvPr>
          <p:cNvSpPr/>
          <p:nvPr/>
        </p:nvSpPr>
        <p:spPr>
          <a:xfrm>
            <a:off x="5469938" y="3376767"/>
            <a:ext cx="772653" cy="20058"/>
          </a:xfrm>
          <a:custGeom>
            <a:avLst/>
            <a:gdLst/>
            <a:ahLst/>
            <a:cxnLst/>
            <a:rect l="l" t="t" r="r" b="b"/>
            <a:pathLst>
              <a:path w="369569" h="10160">
                <a:moveTo>
                  <a:pt x="369570" y="10096"/>
                </a:moveTo>
                <a:lnTo>
                  <a:pt x="359473" y="0"/>
                </a:lnTo>
                <a:lnTo>
                  <a:pt x="0" y="0"/>
                </a:lnTo>
                <a:lnTo>
                  <a:pt x="0" y="10096"/>
                </a:lnTo>
                <a:lnTo>
                  <a:pt x="369570" y="10096"/>
                </a:lnTo>
                <a:close/>
              </a:path>
            </a:pathLst>
          </a:custGeom>
          <a:ln w="4762">
            <a:solidFill>
              <a:srgbClr val="000000"/>
            </a:solidFill>
          </a:ln>
        </p:spPr>
        <p:txBody>
          <a:bodyPr wrap="square" lIns="0" tIns="0" rIns="0" bIns="0" rtlCol="0"/>
          <a:lstStyle/>
          <a:p>
            <a:endParaRPr/>
          </a:p>
        </p:txBody>
      </p:sp>
      <p:sp>
        <p:nvSpPr>
          <p:cNvPr id="82" name="object 83">
            <a:extLst>
              <a:ext uri="{FF2B5EF4-FFF2-40B4-BE49-F238E27FC236}">
                <a16:creationId xmlns:a16="http://schemas.microsoft.com/office/drawing/2014/main" id="{6B279B40-6EF3-5FFA-F641-5AE5DADDFF37}"/>
              </a:ext>
            </a:extLst>
          </p:cNvPr>
          <p:cNvSpPr/>
          <p:nvPr/>
        </p:nvSpPr>
        <p:spPr>
          <a:xfrm>
            <a:off x="4697273" y="3376767"/>
            <a:ext cx="772653" cy="20058"/>
          </a:xfrm>
          <a:custGeom>
            <a:avLst/>
            <a:gdLst/>
            <a:ahLst/>
            <a:cxnLst/>
            <a:rect l="l" t="t" r="r" b="b"/>
            <a:pathLst>
              <a:path w="369569" h="10160">
                <a:moveTo>
                  <a:pt x="369570" y="0"/>
                </a:moveTo>
                <a:lnTo>
                  <a:pt x="10096" y="0"/>
                </a:lnTo>
                <a:lnTo>
                  <a:pt x="0" y="10096"/>
                </a:lnTo>
                <a:lnTo>
                  <a:pt x="369570" y="10096"/>
                </a:lnTo>
                <a:lnTo>
                  <a:pt x="369570" y="0"/>
                </a:lnTo>
                <a:close/>
              </a:path>
            </a:pathLst>
          </a:custGeom>
          <a:solidFill>
            <a:srgbClr val="000000"/>
          </a:solidFill>
        </p:spPr>
        <p:txBody>
          <a:bodyPr wrap="square" lIns="0" tIns="0" rIns="0" bIns="0" rtlCol="0"/>
          <a:lstStyle/>
          <a:p>
            <a:endParaRPr/>
          </a:p>
        </p:txBody>
      </p:sp>
      <p:sp>
        <p:nvSpPr>
          <p:cNvPr id="83" name="object 84">
            <a:extLst>
              <a:ext uri="{FF2B5EF4-FFF2-40B4-BE49-F238E27FC236}">
                <a16:creationId xmlns:a16="http://schemas.microsoft.com/office/drawing/2014/main" id="{5604C0F2-731C-B96D-CE68-F6DB33FB80F2}"/>
              </a:ext>
            </a:extLst>
          </p:cNvPr>
          <p:cNvSpPr/>
          <p:nvPr/>
        </p:nvSpPr>
        <p:spPr>
          <a:xfrm>
            <a:off x="4697286" y="3376767"/>
            <a:ext cx="772653" cy="20058"/>
          </a:xfrm>
          <a:custGeom>
            <a:avLst/>
            <a:gdLst/>
            <a:ahLst/>
            <a:cxnLst/>
            <a:rect l="l" t="t" r="r" b="b"/>
            <a:pathLst>
              <a:path w="369569" h="10160">
                <a:moveTo>
                  <a:pt x="369569" y="10096"/>
                </a:moveTo>
                <a:lnTo>
                  <a:pt x="369569" y="0"/>
                </a:lnTo>
                <a:lnTo>
                  <a:pt x="10096" y="0"/>
                </a:lnTo>
                <a:lnTo>
                  <a:pt x="0" y="10096"/>
                </a:lnTo>
                <a:lnTo>
                  <a:pt x="369569" y="10096"/>
                </a:lnTo>
                <a:close/>
              </a:path>
            </a:pathLst>
          </a:custGeom>
          <a:ln w="4762">
            <a:solidFill>
              <a:srgbClr val="000000"/>
            </a:solidFill>
          </a:ln>
        </p:spPr>
        <p:txBody>
          <a:bodyPr wrap="square" lIns="0" tIns="0" rIns="0" bIns="0" rtlCol="0"/>
          <a:lstStyle/>
          <a:p>
            <a:endParaRPr/>
          </a:p>
        </p:txBody>
      </p:sp>
      <p:sp>
        <p:nvSpPr>
          <p:cNvPr id="84" name="object 85">
            <a:extLst>
              <a:ext uri="{FF2B5EF4-FFF2-40B4-BE49-F238E27FC236}">
                <a16:creationId xmlns:a16="http://schemas.microsoft.com/office/drawing/2014/main" id="{A70D128A-441E-7265-3163-3CEF1EFAC168}"/>
              </a:ext>
            </a:extLst>
          </p:cNvPr>
          <p:cNvSpPr/>
          <p:nvPr/>
        </p:nvSpPr>
        <p:spPr>
          <a:xfrm>
            <a:off x="4697273" y="2648474"/>
            <a:ext cx="21241" cy="748426"/>
          </a:xfrm>
          <a:custGeom>
            <a:avLst/>
            <a:gdLst/>
            <a:ahLst/>
            <a:cxnLst/>
            <a:rect l="l" t="t" r="r" b="b"/>
            <a:pathLst>
              <a:path w="10160" h="379094">
                <a:moveTo>
                  <a:pt x="10096" y="0"/>
                </a:moveTo>
                <a:lnTo>
                  <a:pt x="0" y="0"/>
                </a:lnTo>
                <a:lnTo>
                  <a:pt x="0" y="378993"/>
                </a:lnTo>
                <a:lnTo>
                  <a:pt x="10096" y="368896"/>
                </a:lnTo>
                <a:lnTo>
                  <a:pt x="10096" y="0"/>
                </a:lnTo>
                <a:close/>
              </a:path>
            </a:pathLst>
          </a:custGeom>
          <a:solidFill>
            <a:srgbClr val="000000"/>
          </a:solidFill>
        </p:spPr>
        <p:txBody>
          <a:bodyPr wrap="square" lIns="0" tIns="0" rIns="0" bIns="0" rtlCol="0"/>
          <a:lstStyle/>
          <a:p>
            <a:endParaRPr/>
          </a:p>
        </p:txBody>
      </p:sp>
      <p:sp>
        <p:nvSpPr>
          <p:cNvPr id="85" name="object 86">
            <a:extLst>
              <a:ext uri="{FF2B5EF4-FFF2-40B4-BE49-F238E27FC236}">
                <a16:creationId xmlns:a16="http://schemas.microsoft.com/office/drawing/2014/main" id="{3595729E-01F2-A331-E67C-ADC43C8A409E}"/>
              </a:ext>
            </a:extLst>
          </p:cNvPr>
          <p:cNvSpPr/>
          <p:nvPr/>
        </p:nvSpPr>
        <p:spPr>
          <a:xfrm>
            <a:off x="4697286" y="2648461"/>
            <a:ext cx="21241" cy="748426"/>
          </a:xfrm>
          <a:custGeom>
            <a:avLst/>
            <a:gdLst/>
            <a:ahLst/>
            <a:cxnLst/>
            <a:rect l="l" t="t" r="r" b="b"/>
            <a:pathLst>
              <a:path w="10160" h="379094">
                <a:moveTo>
                  <a:pt x="0" y="379000"/>
                </a:moveTo>
                <a:lnTo>
                  <a:pt x="10096" y="368903"/>
                </a:lnTo>
                <a:lnTo>
                  <a:pt x="10096" y="0"/>
                </a:lnTo>
                <a:lnTo>
                  <a:pt x="0" y="0"/>
                </a:lnTo>
                <a:lnTo>
                  <a:pt x="0" y="379000"/>
                </a:lnTo>
                <a:close/>
              </a:path>
            </a:pathLst>
          </a:custGeom>
          <a:ln w="4762">
            <a:solidFill>
              <a:srgbClr val="000000"/>
            </a:solidFill>
          </a:ln>
        </p:spPr>
        <p:txBody>
          <a:bodyPr wrap="square" lIns="0" tIns="0" rIns="0" bIns="0" rtlCol="0"/>
          <a:lstStyle/>
          <a:p>
            <a:endParaRPr/>
          </a:p>
        </p:txBody>
      </p:sp>
      <p:sp>
        <p:nvSpPr>
          <p:cNvPr id="86" name="object 87">
            <a:extLst>
              <a:ext uri="{FF2B5EF4-FFF2-40B4-BE49-F238E27FC236}">
                <a16:creationId xmlns:a16="http://schemas.microsoft.com/office/drawing/2014/main" id="{4A0A482E-9DE2-76FE-788C-94FD48C1615B}"/>
              </a:ext>
            </a:extLst>
          </p:cNvPr>
          <p:cNvSpPr/>
          <p:nvPr/>
        </p:nvSpPr>
        <p:spPr>
          <a:xfrm>
            <a:off x="4220949" y="3653008"/>
            <a:ext cx="74345" cy="94023"/>
          </a:xfrm>
          <a:custGeom>
            <a:avLst/>
            <a:gdLst/>
            <a:ahLst/>
            <a:cxnLst/>
            <a:rect l="l" t="t" r="r" b="b"/>
            <a:pathLst>
              <a:path w="35560" h="47625">
                <a:moveTo>
                  <a:pt x="35146" y="47529"/>
                </a:moveTo>
                <a:lnTo>
                  <a:pt x="0" y="47529"/>
                </a:lnTo>
                <a:lnTo>
                  <a:pt x="17525" y="0"/>
                </a:lnTo>
                <a:lnTo>
                  <a:pt x="35146" y="47529"/>
                </a:lnTo>
                <a:close/>
              </a:path>
            </a:pathLst>
          </a:custGeom>
          <a:solidFill>
            <a:srgbClr val="FF0000"/>
          </a:solidFill>
        </p:spPr>
        <p:txBody>
          <a:bodyPr wrap="square" lIns="0" tIns="0" rIns="0" bIns="0" rtlCol="0"/>
          <a:lstStyle/>
          <a:p>
            <a:endParaRPr/>
          </a:p>
        </p:txBody>
      </p:sp>
      <p:sp>
        <p:nvSpPr>
          <p:cNvPr id="87" name="object 88">
            <a:extLst>
              <a:ext uri="{FF2B5EF4-FFF2-40B4-BE49-F238E27FC236}">
                <a16:creationId xmlns:a16="http://schemas.microsoft.com/office/drawing/2014/main" id="{06363F94-8AC9-664B-A9B2-7EF2B1A1C2FF}"/>
              </a:ext>
            </a:extLst>
          </p:cNvPr>
          <p:cNvSpPr/>
          <p:nvPr/>
        </p:nvSpPr>
        <p:spPr>
          <a:xfrm>
            <a:off x="4220949" y="3653008"/>
            <a:ext cx="74345" cy="94023"/>
          </a:xfrm>
          <a:custGeom>
            <a:avLst/>
            <a:gdLst/>
            <a:ahLst/>
            <a:cxnLst/>
            <a:rect l="l" t="t" r="r" b="b"/>
            <a:pathLst>
              <a:path w="35560" h="47625">
                <a:moveTo>
                  <a:pt x="35146" y="47529"/>
                </a:moveTo>
                <a:lnTo>
                  <a:pt x="17525" y="0"/>
                </a:lnTo>
                <a:lnTo>
                  <a:pt x="0" y="47529"/>
                </a:lnTo>
                <a:lnTo>
                  <a:pt x="35146" y="47529"/>
                </a:lnTo>
                <a:close/>
              </a:path>
            </a:pathLst>
          </a:custGeom>
          <a:ln w="4762">
            <a:solidFill>
              <a:srgbClr val="FF0000"/>
            </a:solidFill>
          </a:ln>
        </p:spPr>
        <p:txBody>
          <a:bodyPr wrap="square" lIns="0" tIns="0" rIns="0" bIns="0" rtlCol="0"/>
          <a:lstStyle/>
          <a:p>
            <a:endParaRPr/>
          </a:p>
        </p:txBody>
      </p:sp>
      <p:sp>
        <p:nvSpPr>
          <p:cNvPr id="88" name="object 89">
            <a:extLst>
              <a:ext uri="{FF2B5EF4-FFF2-40B4-BE49-F238E27FC236}">
                <a16:creationId xmlns:a16="http://schemas.microsoft.com/office/drawing/2014/main" id="{E667FE48-2111-6A94-438B-15B03F339412}"/>
              </a:ext>
            </a:extLst>
          </p:cNvPr>
          <p:cNvSpPr/>
          <p:nvPr/>
        </p:nvSpPr>
        <p:spPr>
          <a:xfrm>
            <a:off x="4253994" y="3746843"/>
            <a:ext cx="7965" cy="196822"/>
          </a:xfrm>
          <a:custGeom>
            <a:avLst/>
            <a:gdLst/>
            <a:ahLst/>
            <a:cxnLst/>
            <a:rect l="l" t="t" r="r" b="b"/>
            <a:pathLst>
              <a:path w="3810" h="99694">
                <a:moveTo>
                  <a:pt x="3429" y="0"/>
                </a:moveTo>
                <a:lnTo>
                  <a:pt x="0" y="0"/>
                </a:lnTo>
                <a:lnTo>
                  <a:pt x="0" y="99631"/>
                </a:lnTo>
                <a:lnTo>
                  <a:pt x="3429" y="99631"/>
                </a:lnTo>
                <a:lnTo>
                  <a:pt x="3429" y="0"/>
                </a:lnTo>
                <a:close/>
              </a:path>
            </a:pathLst>
          </a:custGeom>
          <a:solidFill>
            <a:srgbClr val="FF0000"/>
          </a:solidFill>
        </p:spPr>
        <p:txBody>
          <a:bodyPr wrap="square" lIns="0" tIns="0" rIns="0" bIns="0" rtlCol="0"/>
          <a:lstStyle/>
          <a:p>
            <a:endParaRPr/>
          </a:p>
        </p:txBody>
      </p:sp>
      <p:sp>
        <p:nvSpPr>
          <p:cNvPr id="89" name="object 90">
            <a:extLst>
              <a:ext uri="{FF2B5EF4-FFF2-40B4-BE49-F238E27FC236}">
                <a16:creationId xmlns:a16="http://schemas.microsoft.com/office/drawing/2014/main" id="{C47DD19F-1859-D650-AF41-314AEC006830}"/>
              </a:ext>
            </a:extLst>
          </p:cNvPr>
          <p:cNvSpPr/>
          <p:nvPr/>
        </p:nvSpPr>
        <p:spPr>
          <a:xfrm>
            <a:off x="4254007" y="3746843"/>
            <a:ext cx="7965" cy="196822"/>
          </a:xfrm>
          <a:custGeom>
            <a:avLst/>
            <a:gdLst/>
            <a:ahLst/>
            <a:cxnLst/>
            <a:rect l="l" t="t" r="r" b="b"/>
            <a:pathLst>
              <a:path w="3810" h="99694">
                <a:moveTo>
                  <a:pt x="3429" y="0"/>
                </a:moveTo>
                <a:lnTo>
                  <a:pt x="0" y="0"/>
                </a:lnTo>
                <a:lnTo>
                  <a:pt x="0" y="99631"/>
                </a:lnTo>
                <a:lnTo>
                  <a:pt x="3429" y="99631"/>
                </a:lnTo>
                <a:lnTo>
                  <a:pt x="3429" y="0"/>
                </a:lnTo>
                <a:close/>
              </a:path>
            </a:pathLst>
          </a:custGeom>
          <a:ln w="4762">
            <a:solidFill>
              <a:srgbClr val="FF0000"/>
            </a:solidFill>
          </a:ln>
        </p:spPr>
        <p:txBody>
          <a:bodyPr wrap="square" lIns="0" tIns="0" rIns="0" bIns="0" rtlCol="0"/>
          <a:lstStyle/>
          <a:p>
            <a:endParaRPr/>
          </a:p>
        </p:txBody>
      </p:sp>
      <p:sp>
        <p:nvSpPr>
          <p:cNvPr id="90" name="object 91">
            <a:extLst>
              <a:ext uri="{FF2B5EF4-FFF2-40B4-BE49-F238E27FC236}">
                <a16:creationId xmlns:a16="http://schemas.microsoft.com/office/drawing/2014/main" id="{DA66E8BB-52F7-B872-DC5F-2A733130F1B1}"/>
              </a:ext>
            </a:extLst>
          </p:cNvPr>
          <p:cNvSpPr/>
          <p:nvPr/>
        </p:nvSpPr>
        <p:spPr>
          <a:xfrm>
            <a:off x="4705849" y="3653008"/>
            <a:ext cx="74345" cy="94023"/>
          </a:xfrm>
          <a:custGeom>
            <a:avLst/>
            <a:gdLst/>
            <a:ahLst/>
            <a:cxnLst/>
            <a:rect l="l" t="t" r="r" b="b"/>
            <a:pathLst>
              <a:path w="35560" h="47625">
                <a:moveTo>
                  <a:pt x="35052" y="47529"/>
                </a:moveTo>
                <a:lnTo>
                  <a:pt x="0" y="47529"/>
                </a:lnTo>
                <a:lnTo>
                  <a:pt x="17525" y="0"/>
                </a:lnTo>
                <a:lnTo>
                  <a:pt x="35052" y="47529"/>
                </a:lnTo>
                <a:close/>
              </a:path>
            </a:pathLst>
          </a:custGeom>
          <a:solidFill>
            <a:srgbClr val="FF0000"/>
          </a:solidFill>
        </p:spPr>
        <p:txBody>
          <a:bodyPr wrap="square" lIns="0" tIns="0" rIns="0" bIns="0" rtlCol="0"/>
          <a:lstStyle/>
          <a:p>
            <a:endParaRPr/>
          </a:p>
        </p:txBody>
      </p:sp>
      <p:sp>
        <p:nvSpPr>
          <p:cNvPr id="91" name="object 92">
            <a:extLst>
              <a:ext uri="{FF2B5EF4-FFF2-40B4-BE49-F238E27FC236}">
                <a16:creationId xmlns:a16="http://schemas.microsoft.com/office/drawing/2014/main" id="{D9E8D5D9-B18F-2ED8-4A74-7EFCAEC528B5}"/>
              </a:ext>
            </a:extLst>
          </p:cNvPr>
          <p:cNvSpPr/>
          <p:nvPr/>
        </p:nvSpPr>
        <p:spPr>
          <a:xfrm>
            <a:off x="4705849" y="3653008"/>
            <a:ext cx="74345" cy="94023"/>
          </a:xfrm>
          <a:custGeom>
            <a:avLst/>
            <a:gdLst/>
            <a:ahLst/>
            <a:cxnLst/>
            <a:rect l="l" t="t" r="r" b="b"/>
            <a:pathLst>
              <a:path w="35560" h="47625">
                <a:moveTo>
                  <a:pt x="35052" y="47529"/>
                </a:moveTo>
                <a:lnTo>
                  <a:pt x="17525" y="0"/>
                </a:lnTo>
                <a:lnTo>
                  <a:pt x="0" y="47529"/>
                </a:lnTo>
                <a:lnTo>
                  <a:pt x="35052" y="47529"/>
                </a:lnTo>
                <a:close/>
              </a:path>
            </a:pathLst>
          </a:custGeom>
          <a:ln w="4762">
            <a:solidFill>
              <a:srgbClr val="FF0000"/>
            </a:solidFill>
          </a:ln>
        </p:spPr>
        <p:txBody>
          <a:bodyPr wrap="square" lIns="0" tIns="0" rIns="0" bIns="0" rtlCol="0"/>
          <a:lstStyle/>
          <a:p>
            <a:endParaRPr/>
          </a:p>
        </p:txBody>
      </p:sp>
      <p:sp>
        <p:nvSpPr>
          <p:cNvPr id="92" name="object 93">
            <a:extLst>
              <a:ext uri="{FF2B5EF4-FFF2-40B4-BE49-F238E27FC236}">
                <a16:creationId xmlns:a16="http://schemas.microsoft.com/office/drawing/2014/main" id="{8009F609-4D26-BB7A-1A8B-7D12AF631DA8}"/>
              </a:ext>
            </a:extLst>
          </p:cNvPr>
          <p:cNvSpPr/>
          <p:nvPr/>
        </p:nvSpPr>
        <p:spPr>
          <a:xfrm>
            <a:off x="4739093" y="3746843"/>
            <a:ext cx="7965" cy="196822"/>
          </a:xfrm>
          <a:custGeom>
            <a:avLst/>
            <a:gdLst/>
            <a:ahLst/>
            <a:cxnLst/>
            <a:rect l="l" t="t" r="r" b="b"/>
            <a:pathLst>
              <a:path w="3810" h="99694">
                <a:moveTo>
                  <a:pt x="3340" y="0"/>
                </a:moveTo>
                <a:lnTo>
                  <a:pt x="0" y="0"/>
                </a:lnTo>
                <a:lnTo>
                  <a:pt x="0" y="99631"/>
                </a:lnTo>
                <a:lnTo>
                  <a:pt x="3340" y="99631"/>
                </a:lnTo>
                <a:lnTo>
                  <a:pt x="3340" y="0"/>
                </a:lnTo>
                <a:close/>
              </a:path>
            </a:pathLst>
          </a:custGeom>
          <a:solidFill>
            <a:srgbClr val="FF0000"/>
          </a:solidFill>
        </p:spPr>
        <p:txBody>
          <a:bodyPr wrap="square" lIns="0" tIns="0" rIns="0" bIns="0" rtlCol="0"/>
          <a:lstStyle/>
          <a:p>
            <a:endParaRPr/>
          </a:p>
        </p:txBody>
      </p:sp>
      <p:sp>
        <p:nvSpPr>
          <p:cNvPr id="93" name="object 94">
            <a:extLst>
              <a:ext uri="{FF2B5EF4-FFF2-40B4-BE49-F238E27FC236}">
                <a16:creationId xmlns:a16="http://schemas.microsoft.com/office/drawing/2014/main" id="{462BE730-A31B-CEC0-CED2-E4DCD43A0BF6}"/>
              </a:ext>
            </a:extLst>
          </p:cNvPr>
          <p:cNvSpPr/>
          <p:nvPr/>
        </p:nvSpPr>
        <p:spPr>
          <a:xfrm>
            <a:off x="4739105" y="3746843"/>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94" name="object 95">
            <a:extLst>
              <a:ext uri="{FF2B5EF4-FFF2-40B4-BE49-F238E27FC236}">
                <a16:creationId xmlns:a16="http://schemas.microsoft.com/office/drawing/2014/main" id="{D6262352-1AEA-B1BA-F564-F60CD0041644}"/>
              </a:ext>
            </a:extLst>
          </p:cNvPr>
          <p:cNvSpPr/>
          <p:nvPr/>
        </p:nvSpPr>
        <p:spPr>
          <a:xfrm>
            <a:off x="5190749" y="3653008"/>
            <a:ext cx="74345" cy="94023"/>
          </a:xfrm>
          <a:custGeom>
            <a:avLst/>
            <a:gdLst/>
            <a:ahLst/>
            <a:cxnLst/>
            <a:rect l="l" t="t" r="r" b="b"/>
            <a:pathLst>
              <a:path w="35560" h="47625">
                <a:moveTo>
                  <a:pt x="35051" y="47529"/>
                </a:moveTo>
                <a:lnTo>
                  <a:pt x="0" y="47529"/>
                </a:lnTo>
                <a:lnTo>
                  <a:pt x="17525" y="0"/>
                </a:lnTo>
                <a:lnTo>
                  <a:pt x="35051" y="47529"/>
                </a:lnTo>
                <a:close/>
              </a:path>
            </a:pathLst>
          </a:custGeom>
          <a:solidFill>
            <a:srgbClr val="FF0000"/>
          </a:solidFill>
        </p:spPr>
        <p:txBody>
          <a:bodyPr wrap="square" lIns="0" tIns="0" rIns="0" bIns="0" rtlCol="0"/>
          <a:lstStyle/>
          <a:p>
            <a:endParaRPr/>
          </a:p>
        </p:txBody>
      </p:sp>
      <p:sp>
        <p:nvSpPr>
          <p:cNvPr id="95" name="object 96">
            <a:extLst>
              <a:ext uri="{FF2B5EF4-FFF2-40B4-BE49-F238E27FC236}">
                <a16:creationId xmlns:a16="http://schemas.microsoft.com/office/drawing/2014/main" id="{997539F9-FC0B-56C4-6576-5707251E6DEF}"/>
              </a:ext>
            </a:extLst>
          </p:cNvPr>
          <p:cNvSpPr/>
          <p:nvPr/>
        </p:nvSpPr>
        <p:spPr>
          <a:xfrm>
            <a:off x="5190749" y="3653008"/>
            <a:ext cx="74345" cy="94023"/>
          </a:xfrm>
          <a:custGeom>
            <a:avLst/>
            <a:gdLst/>
            <a:ahLst/>
            <a:cxnLst/>
            <a:rect l="l" t="t" r="r" b="b"/>
            <a:pathLst>
              <a:path w="35560" h="47625">
                <a:moveTo>
                  <a:pt x="35051" y="47529"/>
                </a:moveTo>
                <a:lnTo>
                  <a:pt x="17525" y="0"/>
                </a:lnTo>
                <a:lnTo>
                  <a:pt x="0" y="47529"/>
                </a:lnTo>
                <a:lnTo>
                  <a:pt x="35051" y="47529"/>
                </a:lnTo>
                <a:close/>
              </a:path>
            </a:pathLst>
          </a:custGeom>
          <a:ln w="4762">
            <a:solidFill>
              <a:srgbClr val="FF0000"/>
            </a:solidFill>
          </a:ln>
        </p:spPr>
        <p:txBody>
          <a:bodyPr wrap="square" lIns="0" tIns="0" rIns="0" bIns="0" rtlCol="0"/>
          <a:lstStyle/>
          <a:p>
            <a:endParaRPr/>
          </a:p>
        </p:txBody>
      </p:sp>
      <p:sp>
        <p:nvSpPr>
          <p:cNvPr id="96" name="object 97">
            <a:extLst>
              <a:ext uri="{FF2B5EF4-FFF2-40B4-BE49-F238E27FC236}">
                <a16:creationId xmlns:a16="http://schemas.microsoft.com/office/drawing/2014/main" id="{5E043ED9-D131-0E00-71B1-75E951D3FEAA}"/>
              </a:ext>
            </a:extLst>
          </p:cNvPr>
          <p:cNvSpPr/>
          <p:nvPr/>
        </p:nvSpPr>
        <p:spPr>
          <a:xfrm>
            <a:off x="5224005" y="3746843"/>
            <a:ext cx="7965" cy="196822"/>
          </a:xfrm>
          <a:custGeom>
            <a:avLst/>
            <a:gdLst/>
            <a:ahLst/>
            <a:cxnLst/>
            <a:rect l="l" t="t" r="r" b="b"/>
            <a:pathLst>
              <a:path w="3810" h="99694">
                <a:moveTo>
                  <a:pt x="3327" y="0"/>
                </a:moveTo>
                <a:lnTo>
                  <a:pt x="0" y="0"/>
                </a:lnTo>
                <a:lnTo>
                  <a:pt x="0" y="99631"/>
                </a:lnTo>
                <a:lnTo>
                  <a:pt x="3327" y="99631"/>
                </a:lnTo>
                <a:lnTo>
                  <a:pt x="3327" y="0"/>
                </a:lnTo>
                <a:close/>
              </a:path>
            </a:pathLst>
          </a:custGeom>
          <a:solidFill>
            <a:srgbClr val="FF0000"/>
          </a:solidFill>
        </p:spPr>
        <p:txBody>
          <a:bodyPr wrap="square" lIns="0" tIns="0" rIns="0" bIns="0" rtlCol="0"/>
          <a:lstStyle/>
          <a:p>
            <a:endParaRPr/>
          </a:p>
        </p:txBody>
      </p:sp>
      <p:sp>
        <p:nvSpPr>
          <p:cNvPr id="97" name="object 98">
            <a:extLst>
              <a:ext uri="{FF2B5EF4-FFF2-40B4-BE49-F238E27FC236}">
                <a16:creationId xmlns:a16="http://schemas.microsoft.com/office/drawing/2014/main" id="{0CD8A180-AF41-A06F-E7B6-7592B5484BC6}"/>
              </a:ext>
            </a:extLst>
          </p:cNvPr>
          <p:cNvSpPr/>
          <p:nvPr/>
        </p:nvSpPr>
        <p:spPr>
          <a:xfrm>
            <a:off x="5224005" y="3746843"/>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98" name="object 99">
            <a:extLst>
              <a:ext uri="{FF2B5EF4-FFF2-40B4-BE49-F238E27FC236}">
                <a16:creationId xmlns:a16="http://schemas.microsoft.com/office/drawing/2014/main" id="{EAD17136-4C4E-5787-1529-683FCCE454C5}"/>
              </a:ext>
            </a:extLst>
          </p:cNvPr>
          <p:cNvSpPr/>
          <p:nvPr/>
        </p:nvSpPr>
        <p:spPr>
          <a:xfrm>
            <a:off x="5675647" y="3653008"/>
            <a:ext cx="74345" cy="94023"/>
          </a:xfrm>
          <a:custGeom>
            <a:avLst/>
            <a:gdLst/>
            <a:ahLst/>
            <a:cxnLst/>
            <a:rect l="l" t="t" r="r" b="b"/>
            <a:pathLst>
              <a:path w="35560" h="47625">
                <a:moveTo>
                  <a:pt x="35051" y="47529"/>
                </a:moveTo>
                <a:lnTo>
                  <a:pt x="0" y="47529"/>
                </a:lnTo>
                <a:lnTo>
                  <a:pt x="17621" y="0"/>
                </a:lnTo>
                <a:lnTo>
                  <a:pt x="35051" y="47529"/>
                </a:lnTo>
                <a:close/>
              </a:path>
            </a:pathLst>
          </a:custGeom>
          <a:solidFill>
            <a:srgbClr val="FF0000"/>
          </a:solidFill>
        </p:spPr>
        <p:txBody>
          <a:bodyPr wrap="square" lIns="0" tIns="0" rIns="0" bIns="0" rtlCol="0"/>
          <a:lstStyle/>
          <a:p>
            <a:endParaRPr/>
          </a:p>
        </p:txBody>
      </p:sp>
      <p:sp>
        <p:nvSpPr>
          <p:cNvPr id="99" name="object 100">
            <a:extLst>
              <a:ext uri="{FF2B5EF4-FFF2-40B4-BE49-F238E27FC236}">
                <a16:creationId xmlns:a16="http://schemas.microsoft.com/office/drawing/2014/main" id="{B8749876-0949-A8C8-0978-2FCD44BD5073}"/>
              </a:ext>
            </a:extLst>
          </p:cNvPr>
          <p:cNvSpPr/>
          <p:nvPr/>
        </p:nvSpPr>
        <p:spPr>
          <a:xfrm>
            <a:off x="5675647" y="3653008"/>
            <a:ext cx="74345" cy="94023"/>
          </a:xfrm>
          <a:custGeom>
            <a:avLst/>
            <a:gdLst/>
            <a:ahLst/>
            <a:cxnLst/>
            <a:rect l="l" t="t" r="r" b="b"/>
            <a:pathLst>
              <a:path w="35560" h="47625">
                <a:moveTo>
                  <a:pt x="35051" y="47529"/>
                </a:moveTo>
                <a:lnTo>
                  <a:pt x="17621" y="0"/>
                </a:lnTo>
                <a:lnTo>
                  <a:pt x="0" y="47529"/>
                </a:lnTo>
                <a:lnTo>
                  <a:pt x="35051" y="47529"/>
                </a:lnTo>
                <a:close/>
              </a:path>
            </a:pathLst>
          </a:custGeom>
          <a:ln w="4762">
            <a:solidFill>
              <a:srgbClr val="FF0000"/>
            </a:solidFill>
          </a:ln>
        </p:spPr>
        <p:txBody>
          <a:bodyPr wrap="square" lIns="0" tIns="0" rIns="0" bIns="0" rtlCol="0"/>
          <a:lstStyle/>
          <a:p>
            <a:endParaRPr/>
          </a:p>
        </p:txBody>
      </p:sp>
      <p:sp>
        <p:nvSpPr>
          <p:cNvPr id="100" name="object 101">
            <a:extLst>
              <a:ext uri="{FF2B5EF4-FFF2-40B4-BE49-F238E27FC236}">
                <a16:creationId xmlns:a16="http://schemas.microsoft.com/office/drawing/2014/main" id="{06105040-4C32-3431-DD93-3C764D39DDCA}"/>
              </a:ext>
            </a:extLst>
          </p:cNvPr>
          <p:cNvSpPr/>
          <p:nvPr/>
        </p:nvSpPr>
        <p:spPr>
          <a:xfrm>
            <a:off x="5708891" y="3746843"/>
            <a:ext cx="7965" cy="196822"/>
          </a:xfrm>
          <a:custGeom>
            <a:avLst/>
            <a:gdLst/>
            <a:ahLst/>
            <a:cxnLst/>
            <a:rect l="l" t="t" r="r" b="b"/>
            <a:pathLst>
              <a:path w="3810" h="99694">
                <a:moveTo>
                  <a:pt x="3327" y="0"/>
                </a:moveTo>
                <a:lnTo>
                  <a:pt x="0" y="0"/>
                </a:lnTo>
                <a:lnTo>
                  <a:pt x="0" y="99631"/>
                </a:lnTo>
                <a:lnTo>
                  <a:pt x="3327" y="99631"/>
                </a:lnTo>
                <a:lnTo>
                  <a:pt x="3327" y="0"/>
                </a:lnTo>
                <a:close/>
              </a:path>
            </a:pathLst>
          </a:custGeom>
          <a:solidFill>
            <a:srgbClr val="FF0000"/>
          </a:solidFill>
        </p:spPr>
        <p:txBody>
          <a:bodyPr wrap="square" lIns="0" tIns="0" rIns="0" bIns="0" rtlCol="0"/>
          <a:lstStyle/>
          <a:p>
            <a:endParaRPr/>
          </a:p>
        </p:txBody>
      </p:sp>
      <p:sp>
        <p:nvSpPr>
          <p:cNvPr id="101" name="object 102">
            <a:extLst>
              <a:ext uri="{FF2B5EF4-FFF2-40B4-BE49-F238E27FC236}">
                <a16:creationId xmlns:a16="http://schemas.microsoft.com/office/drawing/2014/main" id="{374F9067-452C-398C-ED3A-2915130F8843}"/>
              </a:ext>
            </a:extLst>
          </p:cNvPr>
          <p:cNvSpPr/>
          <p:nvPr/>
        </p:nvSpPr>
        <p:spPr>
          <a:xfrm>
            <a:off x="5708903" y="3746843"/>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102" name="object 103">
            <a:extLst>
              <a:ext uri="{FF2B5EF4-FFF2-40B4-BE49-F238E27FC236}">
                <a16:creationId xmlns:a16="http://schemas.microsoft.com/office/drawing/2014/main" id="{3A1DD088-1E3C-911C-F425-0F60A149CC96}"/>
              </a:ext>
            </a:extLst>
          </p:cNvPr>
          <p:cNvSpPr/>
          <p:nvPr/>
        </p:nvSpPr>
        <p:spPr>
          <a:xfrm>
            <a:off x="6160547" y="3653008"/>
            <a:ext cx="74345" cy="94023"/>
          </a:xfrm>
          <a:custGeom>
            <a:avLst/>
            <a:gdLst/>
            <a:ahLst/>
            <a:cxnLst/>
            <a:rect l="l" t="t" r="r" b="b"/>
            <a:pathLst>
              <a:path w="35560" h="47625">
                <a:moveTo>
                  <a:pt x="35147" y="47529"/>
                </a:moveTo>
                <a:lnTo>
                  <a:pt x="0" y="47529"/>
                </a:lnTo>
                <a:lnTo>
                  <a:pt x="17621" y="0"/>
                </a:lnTo>
                <a:lnTo>
                  <a:pt x="35147" y="47529"/>
                </a:lnTo>
                <a:close/>
              </a:path>
            </a:pathLst>
          </a:custGeom>
          <a:solidFill>
            <a:srgbClr val="FF0000"/>
          </a:solidFill>
        </p:spPr>
        <p:txBody>
          <a:bodyPr wrap="square" lIns="0" tIns="0" rIns="0" bIns="0" rtlCol="0"/>
          <a:lstStyle/>
          <a:p>
            <a:endParaRPr/>
          </a:p>
        </p:txBody>
      </p:sp>
      <p:sp>
        <p:nvSpPr>
          <p:cNvPr id="103" name="object 104">
            <a:extLst>
              <a:ext uri="{FF2B5EF4-FFF2-40B4-BE49-F238E27FC236}">
                <a16:creationId xmlns:a16="http://schemas.microsoft.com/office/drawing/2014/main" id="{7E477C28-4F9C-F496-2F8F-B12A5079568B}"/>
              </a:ext>
            </a:extLst>
          </p:cNvPr>
          <p:cNvSpPr/>
          <p:nvPr/>
        </p:nvSpPr>
        <p:spPr>
          <a:xfrm>
            <a:off x="6160547" y="3653008"/>
            <a:ext cx="74345" cy="94023"/>
          </a:xfrm>
          <a:custGeom>
            <a:avLst/>
            <a:gdLst/>
            <a:ahLst/>
            <a:cxnLst/>
            <a:rect l="l" t="t" r="r" b="b"/>
            <a:pathLst>
              <a:path w="35560" h="47625">
                <a:moveTo>
                  <a:pt x="35147" y="47529"/>
                </a:moveTo>
                <a:lnTo>
                  <a:pt x="17621" y="0"/>
                </a:lnTo>
                <a:lnTo>
                  <a:pt x="0" y="47529"/>
                </a:lnTo>
                <a:lnTo>
                  <a:pt x="35147" y="47529"/>
                </a:lnTo>
                <a:close/>
              </a:path>
            </a:pathLst>
          </a:custGeom>
          <a:ln w="4762">
            <a:solidFill>
              <a:srgbClr val="FF0000"/>
            </a:solidFill>
          </a:ln>
        </p:spPr>
        <p:txBody>
          <a:bodyPr wrap="square" lIns="0" tIns="0" rIns="0" bIns="0" rtlCol="0"/>
          <a:lstStyle/>
          <a:p>
            <a:endParaRPr/>
          </a:p>
        </p:txBody>
      </p:sp>
      <p:sp>
        <p:nvSpPr>
          <p:cNvPr id="104" name="object 105">
            <a:extLst>
              <a:ext uri="{FF2B5EF4-FFF2-40B4-BE49-F238E27FC236}">
                <a16:creationId xmlns:a16="http://schemas.microsoft.com/office/drawing/2014/main" id="{24F9C457-4E41-B0B4-E070-47073F4D0581}"/>
              </a:ext>
            </a:extLst>
          </p:cNvPr>
          <p:cNvSpPr/>
          <p:nvPr/>
        </p:nvSpPr>
        <p:spPr>
          <a:xfrm>
            <a:off x="6193776" y="3746843"/>
            <a:ext cx="7965" cy="196822"/>
          </a:xfrm>
          <a:custGeom>
            <a:avLst/>
            <a:gdLst/>
            <a:ahLst/>
            <a:cxnLst/>
            <a:rect l="l" t="t" r="r" b="b"/>
            <a:pathLst>
              <a:path w="3810" h="99694">
                <a:moveTo>
                  <a:pt x="3340" y="0"/>
                </a:moveTo>
                <a:lnTo>
                  <a:pt x="0" y="0"/>
                </a:lnTo>
                <a:lnTo>
                  <a:pt x="0" y="99631"/>
                </a:lnTo>
                <a:lnTo>
                  <a:pt x="3340" y="99631"/>
                </a:lnTo>
                <a:lnTo>
                  <a:pt x="3340" y="0"/>
                </a:lnTo>
                <a:close/>
              </a:path>
            </a:pathLst>
          </a:custGeom>
          <a:solidFill>
            <a:srgbClr val="FF0000"/>
          </a:solidFill>
        </p:spPr>
        <p:txBody>
          <a:bodyPr wrap="square" lIns="0" tIns="0" rIns="0" bIns="0" rtlCol="0"/>
          <a:lstStyle/>
          <a:p>
            <a:endParaRPr/>
          </a:p>
        </p:txBody>
      </p:sp>
      <p:sp>
        <p:nvSpPr>
          <p:cNvPr id="105" name="object 106">
            <a:extLst>
              <a:ext uri="{FF2B5EF4-FFF2-40B4-BE49-F238E27FC236}">
                <a16:creationId xmlns:a16="http://schemas.microsoft.com/office/drawing/2014/main" id="{A4D34F67-D478-D106-25AA-457877864CE0}"/>
              </a:ext>
            </a:extLst>
          </p:cNvPr>
          <p:cNvSpPr/>
          <p:nvPr/>
        </p:nvSpPr>
        <p:spPr>
          <a:xfrm>
            <a:off x="6193803" y="3746843"/>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106" name="object 107">
            <a:extLst>
              <a:ext uri="{FF2B5EF4-FFF2-40B4-BE49-F238E27FC236}">
                <a16:creationId xmlns:a16="http://schemas.microsoft.com/office/drawing/2014/main" id="{2F7E65EB-C8F3-96F5-14BC-9E86CBD448E9}"/>
              </a:ext>
            </a:extLst>
          </p:cNvPr>
          <p:cNvSpPr/>
          <p:nvPr/>
        </p:nvSpPr>
        <p:spPr>
          <a:xfrm>
            <a:off x="6645447" y="3653008"/>
            <a:ext cx="74345" cy="94023"/>
          </a:xfrm>
          <a:custGeom>
            <a:avLst/>
            <a:gdLst/>
            <a:ahLst/>
            <a:cxnLst/>
            <a:rect l="l" t="t" r="r" b="b"/>
            <a:pathLst>
              <a:path w="35560" h="47625">
                <a:moveTo>
                  <a:pt x="35146" y="47529"/>
                </a:moveTo>
                <a:lnTo>
                  <a:pt x="0" y="47529"/>
                </a:lnTo>
                <a:lnTo>
                  <a:pt x="17525" y="0"/>
                </a:lnTo>
                <a:lnTo>
                  <a:pt x="35146" y="47529"/>
                </a:lnTo>
                <a:close/>
              </a:path>
            </a:pathLst>
          </a:custGeom>
          <a:solidFill>
            <a:srgbClr val="FF0000"/>
          </a:solidFill>
        </p:spPr>
        <p:txBody>
          <a:bodyPr wrap="square" lIns="0" tIns="0" rIns="0" bIns="0" rtlCol="0"/>
          <a:lstStyle/>
          <a:p>
            <a:endParaRPr/>
          </a:p>
        </p:txBody>
      </p:sp>
      <p:sp>
        <p:nvSpPr>
          <p:cNvPr id="107" name="object 108">
            <a:extLst>
              <a:ext uri="{FF2B5EF4-FFF2-40B4-BE49-F238E27FC236}">
                <a16:creationId xmlns:a16="http://schemas.microsoft.com/office/drawing/2014/main" id="{D5179217-60A4-790C-112F-7BB2700E6D80}"/>
              </a:ext>
            </a:extLst>
          </p:cNvPr>
          <p:cNvSpPr/>
          <p:nvPr/>
        </p:nvSpPr>
        <p:spPr>
          <a:xfrm>
            <a:off x="6645447" y="3653008"/>
            <a:ext cx="74345" cy="94023"/>
          </a:xfrm>
          <a:custGeom>
            <a:avLst/>
            <a:gdLst/>
            <a:ahLst/>
            <a:cxnLst/>
            <a:rect l="l" t="t" r="r" b="b"/>
            <a:pathLst>
              <a:path w="35560" h="47625">
                <a:moveTo>
                  <a:pt x="35146" y="47529"/>
                </a:moveTo>
                <a:lnTo>
                  <a:pt x="17525" y="0"/>
                </a:lnTo>
                <a:lnTo>
                  <a:pt x="0" y="47529"/>
                </a:lnTo>
                <a:lnTo>
                  <a:pt x="35146" y="47529"/>
                </a:lnTo>
                <a:close/>
              </a:path>
            </a:pathLst>
          </a:custGeom>
          <a:ln w="4762">
            <a:solidFill>
              <a:srgbClr val="FF0000"/>
            </a:solidFill>
          </a:ln>
        </p:spPr>
        <p:txBody>
          <a:bodyPr wrap="square" lIns="0" tIns="0" rIns="0" bIns="0" rtlCol="0"/>
          <a:lstStyle/>
          <a:p>
            <a:endParaRPr/>
          </a:p>
        </p:txBody>
      </p:sp>
      <p:sp>
        <p:nvSpPr>
          <p:cNvPr id="108" name="object 109">
            <a:extLst>
              <a:ext uri="{FF2B5EF4-FFF2-40B4-BE49-F238E27FC236}">
                <a16:creationId xmlns:a16="http://schemas.microsoft.com/office/drawing/2014/main" id="{B81117C1-CC02-8179-5D33-32B023BD19A8}"/>
              </a:ext>
            </a:extLst>
          </p:cNvPr>
          <p:cNvSpPr/>
          <p:nvPr/>
        </p:nvSpPr>
        <p:spPr>
          <a:xfrm>
            <a:off x="6678691" y="3746843"/>
            <a:ext cx="7965" cy="196822"/>
          </a:xfrm>
          <a:custGeom>
            <a:avLst/>
            <a:gdLst/>
            <a:ahLst/>
            <a:cxnLst/>
            <a:rect l="l" t="t" r="r" b="b"/>
            <a:pathLst>
              <a:path w="3810" h="99694">
                <a:moveTo>
                  <a:pt x="3340" y="0"/>
                </a:moveTo>
                <a:lnTo>
                  <a:pt x="0" y="0"/>
                </a:lnTo>
                <a:lnTo>
                  <a:pt x="0" y="99631"/>
                </a:lnTo>
                <a:lnTo>
                  <a:pt x="3340" y="99631"/>
                </a:lnTo>
                <a:lnTo>
                  <a:pt x="3340" y="0"/>
                </a:lnTo>
                <a:close/>
              </a:path>
            </a:pathLst>
          </a:custGeom>
          <a:solidFill>
            <a:srgbClr val="FF0000"/>
          </a:solidFill>
        </p:spPr>
        <p:txBody>
          <a:bodyPr wrap="square" lIns="0" tIns="0" rIns="0" bIns="0" rtlCol="0"/>
          <a:lstStyle/>
          <a:p>
            <a:endParaRPr/>
          </a:p>
        </p:txBody>
      </p:sp>
      <p:sp>
        <p:nvSpPr>
          <p:cNvPr id="109" name="object 110">
            <a:extLst>
              <a:ext uri="{FF2B5EF4-FFF2-40B4-BE49-F238E27FC236}">
                <a16:creationId xmlns:a16="http://schemas.microsoft.com/office/drawing/2014/main" id="{FC5D9C8D-FE28-747D-B1CA-63AFFCF81A20}"/>
              </a:ext>
            </a:extLst>
          </p:cNvPr>
          <p:cNvSpPr/>
          <p:nvPr/>
        </p:nvSpPr>
        <p:spPr>
          <a:xfrm>
            <a:off x="6678703" y="3746843"/>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110" name="object 111">
            <a:extLst>
              <a:ext uri="{FF2B5EF4-FFF2-40B4-BE49-F238E27FC236}">
                <a16:creationId xmlns:a16="http://schemas.microsoft.com/office/drawing/2014/main" id="{E07C5828-7828-5EBE-6507-C99C1ADBE751}"/>
              </a:ext>
            </a:extLst>
          </p:cNvPr>
          <p:cNvSpPr/>
          <p:nvPr/>
        </p:nvSpPr>
        <p:spPr>
          <a:xfrm>
            <a:off x="7130347" y="3653008"/>
            <a:ext cx="74345" cy="94023"/>
          </a:xfrm>
          <a:custGeom>
            <a:avLst/>
            <a:gdLst/>
            <a:ahLst/>
            <a:cxnLst/>
            <a:rect l="l" t="t" r="r" b="b"/>
            <a:pathLst>
              <a:path w="35560" h="47625">
                <a:moveTo>
                  <a:pt x="35147" y="47529"/>
                </a:moveTo>
                <a:lnTo>
                  <a:pt x="0" y="47529"/>
                </a:lnTo>
                <a:lnTo>
                  <a:pt x="17525" y="0"/>
                </a:lnTo>
                <a:lnTo>
                  <a:pt x="35147" y="47529"/>
                </a:lnTo>
                <a:close/>
              </a:path>
            </a:pathLst>
          </a:custGeom>
          <a:solidFill>
            <a:srgbClr val="FF0000"/>
          </a:solidFill>
        </p:spPr>
        <p:txBody>
          <a:bodyPr wrap="square" lIns="0" tIns="0" rIns="0" bIns="0" rtlCol="0"/>
          <a:lstStyle/>
          <a:p>
            <a:endParaRPr/>
          </a:p>
        </p:txBody>
      </p:sp>
      <p:sp>
        <p:nvSpPr>
          <p:cNvPr id="111" name="object 112">
            <a:extLst>
              <a:ext uri="{FF2B5EF4-FFF2-40B4-BE49-F238E27FC236}">
                <a16:creationId xmlns:a16="http://schemas.microsoft.com/office/drawing/2014/main" id="{7F9CE9B9-1A90-A94E-3B33-1E0A9FD3B773}"/>
              </a:ext>
            </a:extLst>
          </p:cNvPr>
          <p:cNvSpPr/>
          <p:nvPr/>
        </p:nvSpPr>
        <p:spPr>
          <a:xfrm>
            <a:off x="7130347" y="3653008"/>
            <a:ext cx="74345" cy="94023"/>
          </a:xfrm>
          <a:custGeom>
            <a:avLst/>
            <a:gdLst/>
            <a:ahLst/>
            <a:cxnLst/>
            <a:rect l="l" t="t" r="r" b="b"/>
            <a:pathLst>
              <a:path w="35560" h="47625">
                <a:moveTo>
                  <a:pt x="35147" y="47529"/>
                </a:moveTo>
                <a:lnTo>
                  <a:pt x="17525" y="0"/>
                </a:lnTo>
                <a:lnTo>
                  <a:pt x="0" y="47529"/>
                </a:lnTo>
                <a:lnTo>
                  <a:pt x="35147" y="47529"/>
                </a:lnTo>
                <a:close/>
              </a:path>
            </a:pathLst>
          </a:custGeom>
          <a:ln w="4762">
            <a:solidFill>
              <a:srgbClr val="FF0000"/>
            </a:solidFill>
          </a:ln>
        </p:spPr>
        <p:txBody>
          <a:bodyPr wrap="square" lIns="0" tIns="0" rIns="0" bIns="0" rtlCol="0"/>
          <a:lstStyle/>
          <a:p>
            <a:endParaRPr/>
          </a:p>
        </p:txBody>
      </p:sp>
      <p:cxnSp>
        <p:nvCxnSpPr>
          <p:cNvPr id="6" name="Conector recto de flecha 5">
            <a:extLst>
              <a:ext uri="{FF2B5EF4-FFF2-40B4-BE49-F238E27FC236}">
                <a16:creationId xmlns:a16="http://schemas.microsoft.com/office/drawing/2014/main" id="{18F99B2B-A8EC-8E02-93AF-AF6C5401FE7E}"/>
              </a:ext>
            </a:extLst>
          </p:cNvPr>
          <p:cNvCxnSpPr/>
          <p:nvPr/>
        </p:nvCxnSpPr>
        <p:spPr>
          <a:xfrm>
            <a:off x="3777045" y="4101152"/>
            <a:ext cx="169813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271B5367-7B04-6905-CEE2-BDF330BB29F7}"/>
              </a:ext>
            </a:extLst>
          </p:cNvPr>
          <p:cNvCxnSpPr/>
          <p:nvPr/>
        </p:nvCxnSpPr>
        <p:spPr>
          <a:xfrm>
            <a:off x="5506555" y="4101152"/>
            <a:ext cx="169813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6" name="object 33">
            <a:extLst>
              <a:ext uri="{FF2B5EF4-FFF2-40B4-BE49-F238E27FC236}">
                <a16:creationId xmlns:a16="http://schemas.microsoft.com/office/drawing/2014/main" id="{18196660-176A-F0C5-B83A-E0CEF4313A56}"/>
              </a:ext>
            </a:extLst>
          </p:cNvPr>
          <p:cNvSpPr txBox="1"/>
          <p:nvPr/>
        </p:nvSpPr>
        <p:spPr>
          <a:xfrm>
            <a:off x="6242579" y="4143563"/>
            <a:ext cx="555822" cy="257763"/>
          </a:xfrm>
          <a:prstGeom prst="rect">
            <a:avLst/>
          </a:prstGeom>
        </p:spPr>
        <p:txBody>
          <a:bodyPr vert="horz" wrap="square" lIns="0" tIns="11430" rIns="0" bIns="0" rtlCol="0">
            <a:spAutoFit/>
          </a:bodyPr>
          <a:lstStyle/>
          <a:p>
            <a:pPr marL="12700">
              <a:lnSpc>
                <a:spcPct val="100000"/>
              </a:lnSpc>
              <a:spcBef>
                <a:spcPts val="90"/>
              </a:spcBef>
            </a:pPr>
            <a:r>
              <a:rPr sz="1600" spc="-25" dirty="0">
                <a:latin typeface="Aptos "/>
                <a:cs typeface="Microsoft Sans Serif"/>
              </a:rPr>
              <a:t>L</a:t>
            </a:r>
            <a:r>
              <a:rPr sz="1600" dirty="0">
                <a:latin typeface="Aptos "/>
              </a:rPr>
              <a:t>/</a:t>
            </a:r>
            <a:r>
              <a:rPr lang="es-CO" sz="1600" dirty="0">
                <a:latin typeface="Aptos "/>
              </a:rPr>
              <a:t>2</a:t>
            </a:r>
            <a:endParaRPr sz="1600" dirty="0">
              <a:latin typeface="Aptos "/>
            </a:endParaRPr>
          </a:p>
        </p:txBody>
      </p:sp>
      <p:cxnSp>
        <p:nvCxnSpPr>
          <p:cNvPr id="27" name="Conector recto de flecha 26">
            <a:extLst>
              <a:ext uri="{FF2B5EF4-FFF2-40B4-BE49-F238E27FC236}">
                <a16:creationId xmlns:a16="http://schemas.microsoft.com/office/drawing/2014/main" id="{D9A9C141-AB71-9BB2-A4BD-97D9F834095C}"/>
              </a:ext>
            </a:extLst>
          </p:cNvPr>
          <p:cNvCxnSpPr>
            <a:cxnSpLocks/>
          </p:cNvCxnSpPr>
          <p:nvPr/>
        </p:nvCxnSpPr>
        <p:spPr>
          <a:xfrm>
            <a:off x="3766424" y="6074732"/>
            <a:ext cx="340493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Conector recto de flecha 28">
            <a:extLst>
              <a:ext uri="{FF2B5EF4-FFF2-40B4-BE49-F238E27FC236}">
                <a16:creationId xmlns:a16="http://schemas.microsoft.com/office/drawing/2014/main" id="{74FBAEC0-FBE7-BAB0-71E3-6B07DA15A7A9}"/>
              </a:ext>
            </a:extLst>
          </p:cNvPr>
          <p:cNvCxnSpPr>
            <a:cxnSpLocks/>
          </p:cNvCxnSpPr>
          <p:nvPr/>
        </p:nvCxnSpPr>
        <p:spPr>
          <a:xfrm flipV="1">
            <a:off x="7459011" y="4838700"/>
            <a:ext cx="0" cy="100743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1" name="object 33">
            <a:extLst>
              <a:ext uri="{FF2B5EF4-FFF2-40B4-BE49-F238E27FC236}">
                <a16:creationId xmlns:a16="http://schemas.microsoft.com/office/drawing/2014/main" id="{2A3FF56F-929D-CF97-121A-B1770E0AC036}"/>
              </a:ext>
            </a:extLst>
          </p:cNvPr>
          <p:cNvSpPr txBox="1"/>
          <p:nvPr/>
        </p:nvSpPr>
        <p:spPr>
          <a:xfrm>
            <a:off x="5440598" y="6099325"/>
            <a:ext cx="235049" cy="257763"/>
          </a:xfrm>
          <a:prstGeom prst="rect">
            <a:avLst/>
          </a:prstGeom>
        </p:spPr>
        <p:txBody>
          <a:bodyPr vert="horz" wrap="square" lIns="0" tIns="11430" rIns="0" bIns="0" rtlCol="0">
            <a:spAutoFit/>
          </a:bodyPr>
          <a:lstStyle/>
          <a:p>
            <a:pPr marL="12700">
              <a:lnSpc>
                <a:spcPct val="100000"/>
              </a:lnSpc>
              <a:spcBef>
                <a:spcPts val="90"/>
              </a:spcBef>
            </a:pPr>
            <a:r>
              <a:rPr sz="1600" spc="-25" dirty="0">
                <a:latin typeface="Aptos "/>
                <a:cs typeface="Microsoft Sans Serif"/>
              </a:rPr>
              <a:t>L</a:t>
            </a:r>
            <a:endParaRPr sz="1600" dirty="0">
              <a:latin typeface="Aptos "/>
            </a:endParaRPr>
          </a:p>
        </p:txBody>
      </p:sp>
      <p:sp>
        <p:nvSpPr>
          <p:cNvPr id="32" name="object 33">
            <a:extLst>
              <a:ext uri="{FF2B5EF4-FFF2-40B4-BE49-F238E27FC236}">
                <a16:creationId xmlns:a16="http://schemas.microsoft.com/office/drawing/2014/main" id="{27B21F51-6FFA-F285-F3B3-5A44AE6ED81F}"/>
              </a:ext>
            </a:extLst>
          </p:cNvPr>
          <p:cNvSpPr txBox="1"/>
          <p:nvPr/>
        </p:nvSpPr>
        <p:spPr>
          <a:xfrm>
            <a:off x="7594957" y="5190206"/>
            <a:ext cx="410555" cy="257763"/>
          </a:xfrm>
          <a:prstGeom prst="rect">
            <a:avLst/>
          </a:prstGeom>
        </p:spPr>
        <p:txBody>
          <a:bodyPr vert="horz" wrap="square" lIns="0" tIns="11430" rIns="0" bIns="0" rtlCol="0">
            <a:spAutoFit/>
          </a:bodyPr>
          <a:lstStyle/>
          <a:p>
            <a:pPr marL="12700">
              <a:lnSpc>
                <a:spcPct val="100000"/>
              </a:lnSpc>
              <a:spcBef>
                <a:spcPts val="90"/>
              </a:spcBef>
            </a:pPr>
            <a:r>
              <a:rPr lang="es-419" sz="1600" spc="-25" dirty="0">
                <a:latin typeface="Aptos "/>
                <a:cs typeface="Microsoft Sans Serif"/>
              </a:rPr>
              <a:t>B</a:t>
            </a:r>
            <a:endParaRPr sz="1600" dirty="0">
              <a:latin typeface="Aptos "/>
            </a:endParaRPr>
          </a:p>
        </p:txBody>
      </p:sp>
      <p:sp>
        <p:nvSpPr>
          <p:cNvPr id="113" name="object 33">
            <a:extLst>
              <a:ext uri="{FF2B5EF4-FFF2-40B4-BE49-F238E27FC236}">
                <a16:creationId xmlns:a16="http://schemas.microsoft.com/office/drawing/2014/main" id="{CB69F8C4-9F2B-DB20-2187-A3A9288CACF4}"/>
              </a:ext>
            </a:extLst>
          </p:cNvPr>
          <p:cNvSpPr txBox="1"/>
          <p:nvPr/>
        </p:nvSpPr>
        <p:spPr>
          <a:xfrm>
            <a:off x="5389030" y="2227664"/>
            <a:ext cx="235049" cy="257763"/>
          </a:xfrm>
          <a:prstGeom prst="rect">
            <a:avLst/>
          </a:prstGeom>
        </p:spPr>
        <p:txBody>
          <a:bodyPr vert="horz" wrap="square" lIns="0" tIns="11430" rIns="0" bIns="0" rtlCol="0">
            <a:spAutoFit/>
          </a:bodyPr>
          <a:lstStyle/>
          <a:p>
            <a:pPr marL="12700">
              <a:lnSpc>
                <a:spcPct val="100000"/>
              </a:lnSpc>
              <a:spcBef>
                <a:spcPts val="90"/>
              </a:spcBef>
            </a:pPr>
            <a:r>
              <a:rPr lang="es-419" sz="1600" spc="-25" dirty="0">
                <a:latin typeface="Aptos "/>
                <a:cs typeface="Microsoft Sans Serif"/>
              </a:rPr>
              <a:t>R</a:t>
            </a:r>
            <a:endParaRPr sz="1600" dirty="0">
              <a:latin typeface="Aptos "/>
            </a:endParaRPr>
          </a:p>
        </p:txBody>
      </p:sp>
      <mc:AlternateContent xmlns:mc="http://schemas.openxmlformats.org/markup-compatibility/2006" xmlns:a14="http://schemas.microsoft.com/office/drawing/2010/main">
        <mc:Choice Requires="a14">
          <p:sp>
            <p:nvSpPr>
              <p:cNvPr id="114" name="CuadroTexto 113">
                <a:extLst>
                  <a:ext uri="{FF2B5EF4-FFF2-40B4-BE49-F238E27FC236}">
                    <a16:creationId xmlns:a16="http://schemas.microsoft.com/office/drawing/2014/main" id="{CAF92065-DAEE-5070-B96F-7C9D68A76579}"/>
                  </a:ext>
                </a:extLst>
              </p:cNvPr>
              <p:cNvSpPr txBox="1"/>
              <p:nvPr/>
            </p:nvSpPr>
            <p:spPr>
              <a:xfrm>
                <a:off x="976279" y="3104025"/>
                <a:ext cx="13087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419" sz="2000" i="1" smtClean="0">
                          <a:latin typeface="Cambria Math" panose="02040503050406030204" pitchFamily="18" charset="0"/>
                          <a:ea typeface="Cambria Math" panose="02040503050406030204" pitchFamily="18" charset="0"/>
                        </a:rPr>
                        <m:t>R</m:t>
                      </m:r>
                      <m:r>
                        <a:rPr lang="es-419" sz="2000" b="0" i="1" smtClean="0">
                          <a:latin typeface="Cambria Math" panose="02040503050406030204" pitchFamily="18" charset="0"/>
                          <a:ea typeface="Cambria Math" panose="02040503050406030204" pitchFamily="18" charset="0"/>
                        </a:rPr>
                        <m:t>=</m:t>
                      </m:r>
                      <m:sSub>
                        <m:sSubPr>
                          <m:ctrlPr>
                            <a:rPr lang="es-419" sz="2000" b="0" i="1" smtClean="0">
                              <a:latin typeface="Cambria Math" panose="02040503050406030204" pitchFamily="18" charset="0"/>
                              <a:ea typeface="Cambria Math" panose="02040503050406030204" pitchFamily="18" charset="0"/>
                            </a:rPr>
                          </m:ctrlPr>
                        </m:sSubPr>
                        <m:e>
                          <m:r>
                            <m:rPr>
                              <m:sty m:val="p"/>
                            </m:rPr>
                            <a:rPr lang="es-419" sz="2000" b="0" i="1" smtClean="0">
                              <a:latin typeface="Cambria Math" panose="02040503050406030204" pitchFamily="18" charset="0"/>
                              <a:ea typeface="Cambria Math" panose="02040503050406030204" pitchFamily="18" charset="0"/>
                            </a:rPr>
                            <m:t>P</m:t>
                          </m:r>
                        </m:e>
                        <m:sub>
                          <m:r>
                            <a:rPr lang="es-419" sz="2000" b="0" i="1" smtClean="0">
                              <a:latin typeface="Cambria Math" panose="02040503050406030204" pitchFamily="18" charset="0"/>
                              <a:ea typeface="Cambria Math" panose="02040503050406030204" pitchFamily="18" charset="0"/>
                            </a:rPr>
                            <m:t>1</m:t>
                          </m:r>
                        </m:sub>
                      </m:sSub>
                      <m:r>
                        <a:rPr lang="es-419" sz="2000" b="0" i="1" smtClean="0">
                          <a:latin typeface="Cambria Math" panose="02040503050406030204" pitchFamily="18" charset="0"/>
                          <a:ea typeface="Cambria Math" panose="02040503050406030204" pitchFamily="18" charset="0"/>
                        </a:rPr>
                        <m:t>+</m:t>
                      </m:r>
                      <m:sSub>
                        <m:sSubPr>
                          <m:ctrlPr>
                            <a:rPr lang="es-CO" sz="2000" b="0" i="1" smtClean="0">
                              <a:latin typeface="Cambria Math" panose="02040503050406030204" pitchFamily="18" charset="0"/>
                              <a:ea typeface="Cambria Math" panose="02040503050406030204" pitchFamily="18" charset="0"/>
                            </a:rPr>
                          </m:ctrlPr>
                        </m:sSubPr>
                        <m:e>
                          <m:r>
                            <m:rPr>
                              <m:sty m:val="p"/>
                            </m:rPr>
                            <a:rPr lang="es-419" sz="2000" b="0" i="1" smtClean="0">
                              <a:latin typeface="Cambria Math" panose="02040503050406030204" pitchFamily="18" charset="0"/>
                              <a:ea typeface="Cambria Math" panose="02040503050406030204" pitchFamily="18" charset="0"/>
                            </a:rPr>
                            <m:t>P</m:t>
                          </m:r>
                        </m:e>
                        <m:sub>
                          <m:r>
                            <a:rPr lang="es-419" sz="2000" b="0" i="1" smtClean="0">
                              <a:latin typeface="Cambria Math" panose="02040503050406030204" pitchFamily="18" charset="0"/>
                              <a:ea typeface="Cambria Math" panose="02040503050406030204" pitchFamily="18" charset="0"/>
                            </a:rPr>
                            <m:t>2</m:t>
                          </m:r>
                        </m:sub>
                      </m:sSub>
                    </m:oMath>
                  </m:oMathPara>
                </a14:m>
                <a:endParaRPr lang="es-CO" sz="2000" dirty="0"/>
              </a:p>
            </p:txBody>
          </p:sp>
        </mc:Choice>
        <mc:Fallback xmlns="">
          <p:sp>
            <p:nvSpPr>
              <p:cNvPr id="114" name="CuadroTexto 113">
                <a:extLst>
                  <a:ext uri="{FF2B5EF4-FFF2-40B4-BE49-F238E27FC236}">
                    <a16:creationId xmlns:a16="http://schemas.microsoft.com/office/drawing/2014/main" id="{CAF92065-DAEE-5070-B96F-7C9D68A76579}"/>
                  </a:ext>
                </a:extLst>
              </p:cNvPr>
              <p:cNvSpPr txBox="1">
                <a:spLocks noRot="1" noChangeAspect="1" noMove="1" noResize="1" noEditPoints="1" noAdjustHandles="1" noChangeArrowheads="1" noChangeShapeType="1" noTextEdit="1"/>
              </p:cNvSpPr>
              <p:nvPr/>
            </p:nvSpPr>
            <p:spPr>
              <a:xfrm>
                <a:off x="976279" y="3104025"/>
                <a:ext cx="1308755" cy="307777"/>
              </a:xfrm>
              <a:prstGeom prst="rect">
                <a:avLst/>
              </a:prstGeom>
              <a:blipFill>
                <a:blip r:embed="rId8"/>
                <a:stretch>
                  <a:fillRect l="-4186" r="-930" b="-1372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5" name="CuadroTexto 114">
                <a:extLst>
                  <a:ext uri="{FF2B5EF4-FFF2-40B4-BE49-F238E27FC236}">
                    <a16:creationId xmlns:a16="http://schemas.microsoft.com/office/drawing/2014/main" id="{BDBBD43F-A4C9-8A44-B4F5-55BB95BA0CA3}"/>
                  </a:ext>
                </a:extLst>
              </p:cNvPr>
              <p:cNvSpPr txBox="1"/>
              <p:nvPr/>
            </p:nvSpPr>
            <p:spPr>
              <a:xfrm>
                <a:off x="915318" y="4101137"/>
                <a:ext cx="1777089" cy="5868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419" sz="2000" i="1" smtClean="0">
                              <a:latin typeface="Cambria Math" panose="02040503050406030204" pitchFamily="18" charset="0"/>
                              <a:ea typeface="Cambria Math" panose="02040503050406030204" pitchFamily="18" charset="0"/>
                            </a:rPr>
                          </m:ctrlPr>
                        </m:accPr>
                        <m:e>
                          <m:r>
                            <m:rPr>
                              <m:sty m:val="p"/>
                            </m:rPr>
                            <a:rPr lang="es-419" sz="2000" b="0" i="1" smtClean="0">
                              <a:latin typeface="Cambria Math" panose="02040503050406030204" pitchFamily="18" charset="0"/>
                              <a:ea typeface="Cambria Math" panose="02040503050406030204" pitchFamily="18" charset="0"/>
                            </a:rPr>
                            <m:t>x</m:t>
                          </m:r>
                        </m:e>
                      </m:acc>
                      <m:r>
                        <a:rPr lang="es-419" sz="2000" b="0" i="1" smtClean="0">
                          <a:latin typeface="Cambria Math" panose="02040503050406030204" pitchFamily="18" charset="0"/>
                          <a:ea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sSub>
                            <m:sSubPr>
                              <m:ctrlPr>
                                <a:rPr lang="es-CO" sz="2000" b="0" i="1" smtClean="0">
                                  <a:latin typeface="Cambria Math" panose="02040503050406030204" pitchFamily="18" charset="0"/>
                                  <a:ea typeface="Cambria Math" panose="02040503050406030204" pitchFamily="18" charset="0"/>
                                </a:rPr>
                              </m:ctrlPr>
                            </m:sSubPr>
                            <m:e>
                              <m:r>
                                <m:rPr>
                                  <m:sty m:val="p"/>
                                </m:rPr>
                                <a:rPr lang="es-419" sz="2000" b="0" i="1" smtClean="0">
                                  <a:latin typeface="Cambria Math" panose="02040503050406030204" pitchFamily="18" charset="0"/>
                                  <a:ea typeface="Cambria Math" panose="02040503050406030204" pitchFamily="18" charset="0"/>
                                </a:rPr>
                                <m:t>P</m:t>
                              </m:r>
                            </m:e>
                            <m:sub>
                              <m:r>
                                <a:rPr lang="es-419" sz="2000" b="0" i="1" smtClean="0">
                                  <a:latin typeface="Cambria Math" panose="02040503050406030204" pitchFamily="18" charset="0"/>
                                  <a:ea typeface="Cambria Math" panose="02040503050406030204" pitchFamily="18" charset="0"/>
                                </a:rPr>
                                <m:t>2</m:t>
                              </m:r>
                            </m:sub>
                          </m:sSub>
                          <m:sSub>
                            <m:sSubPr>
                              <m:ctrlPr>
                                <a:rPr lang="es-CO" sz="2000" b="0" i="1" smtClean="0">
                                  <a:latin typeface="Cambria Math" panose="02040503050406030204" pitchFamily="18" charset="0"/>
                                  <a:ea typeface="Cambria Math" panose="02040503050406030204" pitchFamily="18" charset="0"/>
                                </a:rPr>
                              </m:ctrlPr>
                            </m:sSubPr>
                            <m:e>
                              <m:r>
                                <m:rPr>
                                  <m:sty m:val="p"/>
                                </m:rPr>
                                <a:rPr lang="es-419" sz="2000" b="0" i="1" smtClean="0">
                                  <a:latin typeface="Cambria Math" panose="02040503050406030204" pitchFamily="18" charset="0"/>
                                  <a:ea typeface="Cambria Math" panose="02040503050406030204" pitchFamily="18" charset="0"/>
                                </a:rPr>
                                <m:t>L</m:t>
                              </m:r>
                            </m:e>
                            <m:sub>
                              <m:r>
                                <m:rPr>
                                  <m:sty m:val="p"/>
                                </m:rPr>
                                <a:rPr lang="es-419" sz="2000" b="0" i="1" smtClean="0">
                                  <a:latin typeface="Cambria Math" panose="02040503050406030204" pitchFamily="18" charset="0"/>
                                  <a:ea typeface="Cambria Math" panose="02040503050406030204" pitchFamily="18" charset="0"/>
                                </a:rPr>
                                <m:t>entre</m:t>
                              </m:r>
                              <m:r>
                                <a:rPr lang="es-419" sz="2000" b="0" i="1" smtClean="0">
                                  <a:latin typeface="Cambria Math" panose="02040503050406030204" pitchFamily="18" charset="0"/>
                                  <a:ea typeface="Cambria Math" panose="02040503050406030204" pitchFamily="18" charset="0"/>
                                </a:rPr>
                                <m:t> </m:t>
                              </m:r>
                              <m:r>
                                <m:rPr>
                                  <m:sty m:val="p"/>
                                </m:rPr>
                                <a:rPr lang="es-419" sz="2000" b="0" i="1" smtClean="0">
                                  <a:latin typeface="Cambria Math" panose="02040503050406030204" pitchFamily="18" charset="0"/>
                                  <a:ea typeface="Cambria Math" panose="02040503050406030204" pitchFamily="18" charset="0"/>
                                </a:rPr>
                                <m:t>ejes</m:t>
                              </m:r>
                            </m:sub>
                          </m:sSub>
                        </m:num>
                        <m:den>
                          <m:r>
                            <m:rPr>
                              <m:sty m:val="p"/>
                            </m:rPr>
                            <a:rPr lang="es-419" sz="2000" b="0" i="1" smtClean="0">
                              <a:latin typeface="Cambria Math" panose="02040503050406030204" pitchFamily="18" charset="0"/>
                              <a:ea typeface="Cambria Math" panose="02040503050406030204" pitchFamily="18" charset="0"/>
                            </a:rPr>
                            <m:t>R</m:t>
                          </m:r>
                        </m:den>
                      </m:f>
                    </m:oMath>
                  </m:oMathPara>
                </a14:m>
                <a:endParaRPr lang="es-CO" sz="2000" dirty="0"/>
              </a:p>
            </p:txBody>
          </p:sp>
        </mc:Choice>
        <mc:Fallback xmlns="">
          <p:sp>
            <p:nvSpPr>
              <p:cNvPr id="115" name="CuadroTexto 114">
                <a:extLst>
                  <a:ext uri="{FF2B5EF4-FFF2-40B4-BE49-F238E27FC236}">
                    <a16:creationId xmlns:a16="http://schemas.microsoft.com/office/drawing/2014/main" id="{BDBBD43F-A4C9-8A44-B4F5-55BB95BA0CA3}"/>
                  </a:ext>
                </a:extLst>
              </p:cNvPr>
              <p:cNvSpPr txBox="1">
                <a:spLocks noRot="1" noChangeAspect="1" noMove="1" noResize="1" noEditPoints="1" noAdjustHandles="1" noChangeArrowheads="1" noChangeShapeType="1" noTextEdit="1"/>
              </p:cNvSpPr>
              <p:nvPr/>
            </p:nvSpPr>
            <p:spPr>
              <a:xfrm>
                <a:off x="915318" y="4101137"/>
                <a:ext cx="1777089" cy="586827"/>
              </a:xfrm>
              <a:prstGeom prst="rect">
                <a:avLst/>
              </a:prstGeom>
              <a:blipFill>
                <a:blip r:embed="rId9"/>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246171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15233-D9A0-EB6F-4C18-4E6F9807446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C4407DC-8BB4-2D51-597D-861D7521A22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204C8933-77F1-813B-B89D-ECD1C004984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588819A5-D5A2-4811-B9B1-84902CEF83E7}"/>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6F2278D9-0E8E-489E-1273-FFC340C90C98}"/>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combinada</a:t>
            </a:r>
          </a:p>
        </p:txBody>
      </p:sp>
      <p:sp>
        <p:nvSpPr>
          <p:cNvPr id="7" name="object 9">
            <a:extLst>
              <a:ext uri="{FF2B5EF4-FFF2-40B4-BE49-F238E27FC236}">
                <a16:creationId xmlns:a16="http://schemas.microsoft.com/office/drawing/2014/main" id="{9AA183BC-9612-0229-C157-06E0BECC55AB}"/>
              </a:ext>
            </a:extLst>
          </p:cNvPr>
          <p:cNvSpPr txBox="1"/>
          <p:nvPr/>
        </p:nvSpPr>
        <p:spPr>
          <a:xfrm>
            <a:off x="7675709" y="2200385"/>
            <a:ext cx="240292" cy="411194"/>
          </a:xfrm>
          <a:prstGeom prst="rect">
            <a:avLst/>
          </a:prstGeom>
        </p:spPr>
        <p:txBody>
          <a:bodyPr vert="horz" wrap="square" lIns="0" tIns="12700" rIns="0" bIns="0" rtlCol="0">
            <a:spAutoFit/>
          </a:bodyPr>
          <a:lstStyle/>
          <a:p>
            <a:pPr marL="12700">
              <a:lnSpc>
                <a:spcPct val="100000"/>
              </a:lnSpc>
              <a:spcBef>
                <a:spcPts val="100"/>
              </a:spcBef>
            </a:pPr>
            <a:r>
              <a:rPr sz="1200" spc="-445" dirty="0">
                <a:latin typeface="Times New Roman"/>
                <a:cs typeface="Times New Roman"/>
              </a:rPr>
              <a:t>𝜎</a:t>
            </a:r>
            <a:endParaRPr sz="1200">
              <a:latin typeface="Times New Roman"/>
              <a:cs typeface="Times New Roman"/>
            </a:endParaRPr>
          </a:p>
        </p:txBody>
      </p:sp>
      <p:grpSp>
        <p:nvGrpSpPr>
          <p:cNvPr id="10" name="object 11">
            <a:extLst>
              <a:ext uri="{FF2B5EF4-FFF2-40B4-BE49-F238E27FC236}">
                <a16:creationId xmlns:a16="http://schemas.microsoft.com/office/drawing/2014/main" id="{5A947712-5FA3-85EF-77BB-2963EF6266C7}"/>
              </a:ext>
            </a:extLst>
          </p:cNvPr>
          <p:cNvGrpSpPr/>
          <p:nvPr/>
        </p:nvGrpSpPr>
        <p:grpSpPr>
          <a:xfrm>
            <a:off x="4136485" y="3287215"/>
            <a:ext cx="3415870" cy="1019666"/>
            <a:chOff x="1624584" y="2518118"/>
            <a:chExt cx="1633855" cy="516484"/>
          </a:xfrm>
        </p:grpSpPr>
        <p:sp>
          <p:nvSpPr>
            <p:cNvPr id="12" name="object 13">
              <a:extLst>
                <a:ext uri="{FF2B5EF4-FFF2-40B4-BE49-F238E27FC236}">
                  <a16:creationId xmlns:a16="http://schemas.microsoft.com/office/drawing/2014/main" id="{3DB33C47-4757-E507-0358-830F00AA18DC}"/>
                </a:ext>
              </a:extLst>
            </p:cNvPr>
            <p:cNvSpPr/>
            <p:nvPr/>
          </p:nvSpPr>
          <p:spPr>
            <a:xfrm>
              <a:off x="3248012" y="2518119"/>
              <a:ext cx="10160" cy="516255"/>
            </a:xfrm>
            <a:custGeom>
              <a:avLst/>
              <a:gdLst/>
              <a:ahLst/>
              <a:cxnLst/>
              <a:rect l="l" t="t" r="r" b="b"/>
              <a:pathLst>
                <a:path w="10160" h="516255">
                  <a:moveTo>
                    <a:pt x="10096" y="0"/>
                  </a:moveTo>
                  <a:lnTo>
                    <a:pt x="0" y="10096"/>
                  </a:lnTo>
                  <a:lnTo>
                    <a:pt x="0" y="505688"/>
                  </a:lnTo>
                  <a:lnTo>
                    <a:pt x="10096" y="515874"/>
                  </a:lnTo>
                  <a:lnTo>
                    <a:pt x="10096" y="0"/>
                  </a:lnTo>
                  <a:close/>
                </a:path>
              </a:pathLst>
            </a:custGeom>
            <a:solidFill>
              <a:srgbClr val="000000"/>
            </a:solidFill>
          </p:spPr>
          <p:txBody>
            <a:bodyPr wrap="square" lIns="0" tIns="0" rIns="0" bIns="0" rtlCol="0"/>
            <a:lstStyle/>
            <a:p>
              <a:endParaRPr/>
            </a:p>
          </p:txBody>
        </p:sp>
        <p:sp>
          <p:nvSpPr>
            <p:cNvPr id="13" name="object 14">
              <a:extLst>
                <a:ext uri="{FF2B5EF4-FFF2-40B4-BE49-F238E27FC236}">
                  <a16:creationId xmlns:a16="http://schemas.microsoft.com/office/drawing/2014/main" id="{CCCC9C2E-909C-EC0D-EA09-5A4C835C9F90}"/>
                </a:ext>
              </a:extLst>
            </p:cNvPr>
            <p:cNvSpPr/>
            <p:nvPr/>
          </p:nvSpPr>
          <p:spPr>
            <a:xfrm>
              <a:off x="3248024" y="2518118"/>
              <a:ext cx="10160" cy="516255"/>
            </a:xfrm>
            <a:custGeom>
              <a:avLst/>
              <a:gdLst/>
              <a:ahLst/>
              <a:cxnLst/>
              <a:rect l="l" t="t" r="r" b="b"/>
              <a:pathLst>
                <a:path w="10160" h="516255">
                  <a:moveTo>
                    <a:pt x="0" y="505681"/>
                  </a:moveTo>
                  <a:lnTo>
                    <a:pt x="10096" y="515873"/>
                  </a:lnTo>
                  <a:lnTo>
                    <a:pt x="10096" y="0"/>
                  </a:lnTo>
                  <a:lnTo>
                    <a:pt x="0" y="10096"/>
                  </a:lnTo>
                  <a:lnTo>
                    <a:pt x="0" y="505681"/>
                  </a:lnTo>
                  <a:close/>
                </a:path>
              </a:pathLst>
            </a:custGeom>
            <a:ln w="4762">
              <a:solidFill>
                <a:srgbClr val="000000"/>
              </a:solidFill>
            </a:ln>
          </p:spPr>
          <p:txBody>
            <a:bodyPr wrap="square" lIns="0" tIns="0" rIns="0" bIns="0" rtlCol="0"/>
            <a:lstStyle/>
            <a:p>
              <a:endParaRPr/>
            </a:p>
          </p:txBody>
        </p:sp>
        <p:sp>
          <p:nvSpPr>
            <p:cNvPr id="14" name="object 15">
              <a:extLst>
                <a:ext uri="{FF2B5EF4-FFF2-40B4-BE49-F238E27FC236}">
                  <a16:creationId xmlns:a16="http://schemas.microsoft.com/office/drawing/2014/main" id="{F4819B68-5465-C845-DEA1-46B8C3074BC9}"/>
                </a:ext>
              </a:extLst>
            </p:cNvPr>
            <p:cNvSpPr/>
            <p:nvPr/>
          </p:nvSpPr>
          <p:spPr>
            <a:xfrm>
              <a:off x="1624584" y="2518119"/>
              <a:ext cx="1633855" cy="10160"/>
            </a:xfrm>
            <a:custGeom>
              <a:avLst/>
              <a:gdLst/>
              <a:ahLst/>
              <a:cxnLst/>
              <a:rect l="l" t="t" r="r" b="b"/>
              <a:pathLst>
                <a:path w="1633854" h="10160">
                  <a:moveTo>
                    <a:pt x="1633524" y="0"/>
                  </a:moveTo>
                  <a:lnTo>
                    <a:pt x="0" y="0"/>
                  </a:lnTo>
                  <a:lnTo>
                    <a:pt x="10083" y="10096"/>
                  </a:lnTo>
                  <a:lnTo>
                    <a:pt x="1623428" y="10096"/>
                  </a:lnTo>
                  <a:lnTo>
                    <a:pt x="1633524" y="0"/>
                  </a:lnTo>
                  <a:close/>
                </a:path>
              </a:pathLst>
            </a:custGeom>
            <a:solidFill>
              <a:srgbClr val="000000"/>
            </a:solidFill>
          </p:spPr>
          <p:txBody>
            <a:bodyPr wrap="square" lIns="0" tIns="0" rIns="0" bIns="0" rtlCol="0"/>
            <a:lstStyle/>
            <a:p>
              <a:endParaRPr/>
            </a:p>
          </p:txBody>
        </p:sp>
        <p:sp>
          <p:nvSpPr>
            <p:cNvPr id="15" name="object 16">
              <a:extLst>
                <a:ext uri="{FF2B5EF4-FFF2-40B4-BE49-F238E27FC236}">
                  <a16:creationId xmlns:a16="http://schemas.microsoft.com/office/drawing/2014/main" id="{F0BBB01F-F2EF-4E7B-31D4-5753640BAB04}"/>
                </a:ext>
              </a:extLst>
            </p:cNvPr>
            <p:cNvSpPr/>
            <p:nvPr/>
          </p:nvSpPr>
          <p:spPr>
            <a:xfrm>
              <a:off x="1624584" y="2518118"/>
              <a:ext cx="1633855" cy="10160"/>
            </a:xfrm>
            <a:custGeom>
              <a:avLst/>
              <a:gdLst/>
              <a:ahLst/>
              <a:cxnLst/>
              <a:rect l="l" t="t" r="r" b="b"/>
              <a:pathLst>
                <a:path w="1633854" h="10160">
                  <a:moveTo>
                    <a:pt x="1623440" y="10096"/>
                  </a:moveTo>
                  <a:lnTo>
                    <a:pt x="1633537" y="0"/>
                  </a:lnTo>
                  <a:lnTo>
                    <a:pt x="0" y="0"/>
                  </a:lnTo>
                  <a:lnTo>
                    <a:pt x="10096" y="10096"/>
                  </a:lnTo>
                  <a:lnTo>
                    <a:pt x="1623440" y="10096"/>
                  </a:lnTo>
                  <a:close/>
                </a:path>
              </a:pathLst>
            </a:custGeom>
            <a:ln w="4762">
              <a:solidFill>
                <a:srgbClr val="000000"/>
              </a:solidFill>
            </a:ln>
          </p:spPr>
          <p:txBody>
            <a:bodyPr wrap="square" lIns="0" tIns="0" rIns="0" bIns="0" rtlCol="0"/>
            <a:lstStyle/>
            <a:p>
              <a:endParaRPr/>
            </a:p>
          </p:txBody>
        </p:sp>
        <p:sp>
          <p:nvSpPr>
            <p:cNvPr id="16" name="object 17">
              <a:extLst>
                <a:ext uri="{FF2B5EF4-FFF2-40B4-BE49-F238E27FC236}">
                  <a16:creationId xmlns:a16="http://schemas.microsoft.com/office/drawing/2014/main" id="{B15199F1-C32B-1CF4-9A8C-578EDCAF86F5}"/>
                </a:ext>
              </a:extLst>
            </p:cNvPr>
            <p:cNvSpPr/>
            <p:nvPr/>
          </p:nvSpPr>
          <p:spPr>
            <a:xfrm>
              <a:off x="1624584" y="2518119"/>
              <a:ext cx="10160" cy="516255"/>
            </a:xfrm>
            <a:custGeom>
              <a:avLst/>
              <a:gdLst/>
              <a:ahLst/>
              <a:cxnLst/>
              <a:rect l="l" t="t" r="r" b="b"/>
              <a:pathLst>
                <a:path w="10160" h="516255">
                  <a:moveTo>
                    <a:pt x="10083" y="10096"/>
                  </a:moveTo>
                  <a:lnTo>
                    <a:pt x="0" y="0"/>
                  </a:lnTo>
                  <a:lnTo>
                    <a:pt x="0" y="515874"/>
                  </a:lnTo>
                  <a:lnTo>
                    <a:pt x="10083" y="505688"/>
                  </a:lnTo>
                  <a:lnTo>
                    <a:pt x="10083" y="10096"/>
                  </a:lnTo>
                  <a:close/>
                </a:path>
              </a:pathLst>
            </a:custGeom>
            <a:solidFill>
              <a:srgbClr val="000000"/>
            </a:solidFill>
          </p:spPr>
          <p:txBody>
            <a:bodyPr wrap="square" lIns="0" tIns="0" rIns="0" bIns="0" rtlCol="0"/>
            <a:lstStyle/>
            <a:p>
              <a:endParaRPr/>
            </a:p>
          </p:txBody>
        </p:sp>
        <p:sp>
          <p:nvSpPr>
            <p:cNvPr id="18" name="object 18">
              <a:extLst>
                <a:ext uri="{FF2B5EF4-FFF2-40B4-BE49-F238E27FC236}">
                  <a16:creationId xmlns:a16="http://schemas.microsoft.com/office/drawing/2014/main" id="{DDB1E419-D531-5674-9033-B915B168DF92}"/>
                </a:ext>
              </a:extLst>
            </p:cNvPr>
            <p:cNvSpPr/>
            <p:nvPr/>
          </p:nvSpPr>
          <p:spPr>
            <a:xfrm>
              <a:off x="1624584" y="2518118"/>
              <a:ext cx="10160" cy="516255"/>
            </a:xfrm>
            <a:custGeom>
              <a:avLst/>
              <a:gdLst/>
              <a:ahLst/>
              <a:cxnLst/>
              <a:rect l="l" t="t" r="r" b="b"/>
              <a:pathLst>
                <a:path w="10160" h="516255">
                  <a:moveTo>
                    <a:pt x="10096" y="10096"/>
                  </a:moveTo>
                  <a:lnTo>
                    <a:pt x="0" y="0"/>
                  </a:lnTo>
                  <a:lnTo>
                    <a:pt x="0" y="515873"/>
                  </a:lnTo>
                  <a:lnTo>
                    <a:pt x="10096" y="505681"/>
                  </a:lnTo>
                  <a:lnTo>
                    <a:pt x="10096" y="10096"/>
                  </a:lnTo>
                  <a:close/>
                </a:path>
              </a:pathLst>
            </a:custGeom>
            <a:ln w="4762">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A80A330A-E0AF-D10B-0104-586F75C1D7A1}"/>
                </a:ext>
              </a:extLst>
            </p:cNvPr>
            <p:cNvSpPr/>
            <p:nvPr/>
          </p:nvSpPr>
          <p:spPr>
            <a:xfrm>
              <a:off x="1624584" y="3023807"/>
              <a:ext cx="1633855" cy="10795"/>
            </a:xfrm>
            <a:custGeom>
              <a:avLst/>
              <a:gdLst/>
              <a:ahLst/>
              <a:cxnLst/>
              <a:rect l="l" t="t" r="r" b="b"/>
              <a:pathLst>
                <a:path w="1633854" h="10794">
                  <a:moveTo>
                    <a:pt x="1633524" y="10185"/>
                  </a:moveTo>
                  <a:lnTo>
                    <a:pt x="1623428" y="0"/>
                  </a:lnTo>
                  <a:lnTo>
                    <a:pt x="10083" y="0"/>
                  </a:lnTo>
                  <a:lnTo>
                    <a:pt x="0" y="10185"/>
                  </a:lnTo>
                  <a:lnTo>
                    <a:pt x="1633524" y="10185"/>
                  </a:lnTo>
                  <a:close/>
                </a:path>
              </a:pathLst>
            </a:custGeom>
            <a:solidFill>
              <a:srgbClr val="000000"/>
            </a:solidFill>
          </p:spPr>
          <p:txBody>
            <a:bodyPr wrap="square" lIns="0" tIns="0" rIns="0" bIns="0" rtlCol="0"/>
            <a:lstStyle/>
            <a:p>
              <a:endParaRPr/>
            </a:p>
          </p:txBody>
        </p:sp>
        <p:sp>
          <p:nvSpPr>
            <p:cNvPr id="20" name="object 20">
              <a:extLst>
                <a:ext uri="{FF2B5EF4-FFF2-40B4-BE49-F238E27FC236}">
                  <a16:creationId xmlns:a16="http://schemas.microsoft.com/office/drawing/2014/main" id="{DD9AEA51-293F-4335-ACF8-0B7157ED7435}"/>
                </a:ext>
              </a:extLst>
            </p:cNvPr>
            <p:cNvSpPr/>
            <p:nvPr/>
          </p:nvSpPr>
          <p:spPr>
            <a:xfrm>
              <a:off x="1624584" y="3023800"/>
              <a:ext cx="1633855" cy="10795"/>
            </a:xfrm>
            <a:custGeom>
              <a:avLst/>
              <a:gdLst/>
              <a:ahLst/>
              <a:cxnLst/>
              <a:rect l="l" t="t" r="r" b="b"/>
              <a:pathLst>
                <a:path w="1633854" h="10794">
                  <a:moveTo>
                    <a:pt x="10096" y="0"/>
                  </a:moveTo>
                  <a:lnTo>
                    <a:pt x="0" y="10191"/>
                  </a:lnTo>
                  <a:lnTo>
                    <a:pt x="1633537" y="10191"/>
                  </a:lnTo>
                  <a:lnTo>
                    <a:pt x="1623440" y="0"/>
                  </a:lnTo>
                  <a:lnTo>
                    <a:pt x="10096" y="0"/>
                  </a:lnTo>
                  <a:close/>
                </a:path>
              </a:pathLst>
            </a:custGeom>
            <a:ln w="4762">
              <a:solidFill>
                <a:srgbClr val="000000"/>
              </a:solidFill>
            </a:ln>
          </p:spPr>
          <p:txBody>
            <a:bodyPr wrap="square" lIns="0" tIns="0" rIns="0" bIns="0" rtlCol="0"/>
            <a:lstStyle/>
            <a:p>
              <a:endParaRPr/>
            </a:p>
          </p:txBody>
        </p:sp>
        <p:pic>
          <p:nvPicPr>
            <p:cNvPr id="21" name="object 21">
              <a:extLst>
                <a:ext uri="{FF2B5EF4-FFF2-40B4-BE49-F238E27FC236}">
                  <a16:creationId xmlns:a16="http://schemas.microsoft.com/office/drawing/2014/main" id="{F5E0A0A7-5A01-C507-8BF6-2C699B33AAD6}"/>
                </a:ext>
              </a:extLst>
            </p:cNvPr>
            <p:cNvPicPr/>
            <p:nvPr/>
          </p:nvPicPr>
          <p:blipFill>
            <a:blip r:embed="rId4" cstate="print"/>
            <a:stretch>
              <a:fillRect/>
            </a:stretch>
          </p:blipFill>
          <p:spPr>
            <a:xfrm>
              <a:off x="1932908" y="2692711"/>
              <a:ext cx="169640" cy="166687"/>
            </a:xfrm>
            <a:prstGeom prst="rect">
              <a:avLst/>
            </a:prstGeom>
          </p:spPr>
        </p:pic>
        <p:pic>
          <p:nvPicPr>
            <p:cNvPr id="22" name="object 22">
              <a:extLst>
                <a:ext uri="{FF2B5EF4-FFF2-40B4-BE49-F238E27FC236}">
                  <a16:creationId xmlns:a16="http://schemas.microsoft.com/office/drawing/2014/main" id="{3E63FA5A-3116-44B1-59A4-2637789A1EEE}"/>
                </a:ext>
              </a:extLst>
            </p:cNvPr>
            <p:cNvPicPr/>
            <p:nvPr/>
          </p:nvPicPr>
          <p:blipFill>
            <a:blip r:embed="rId5" cstate="print"/>
            <a:stretch>
              <a:fillRect/>
            </a:stretch>
          </p:blipFill>
          <p:spPr>
            <a:xfrm>
              <a:off x="2780061" y="2692711"/>
              <a:ext cx="169640" cy="166687"/>
            </a:xfrm>
            <a:prstGeom prst="rect">
              <a:avLst/>
            </a:prstGeom>
          </p:spPr>
        </p:pic>
      </p:grpSp>
      <p:sp>
        <p:nvSpPr>
          <p:cNvPr id="33" name="object 33">
            <a:extLst>
              <a:ext uri="{FF2B5EF4-FFF2-40B4-BE49-F238E27FC236}">
                <a16:creationId xmlns:a16="http://schemas.microsoft.com/office/drawing/2014/main" id="{627B0762-CC5C-355C-6CBF-493C64A774A8}"/>
              </a:ext>
            </a:extLst>
          </p:cNvPr>
          <p:cNvSpPr txBox="1"/>
          <p:nvPr/>
        </p:nvSpPr>
        <p:spPr>
          <a:xfrm>
            <a:off x="4676294" y="2796415"/>
            <a:ext cx="410555" cy="257763"/>
          </a:xfrm>
          <a:prstGeom prst="rect">
            <a:avLst/>
          </a:prstGeom>
        </p:spPr>
        <p:txBody>
          <a:bodyPr vert="horz" wrap="square" lIns="0" tIns="11430" rIns="0" bIns="0" rtlCol="0">
            <a:spAutoFit/>
          </a:bodyPr>
          <a:lstStyle/>
          <a:p>
            <a:pPr marL="12700">
              <a:lnSpc>
                <a:spcPct val="100000"/>
              </a:lnSpc>
              <a:spcBef>
                <a:spcPts val="90"/>
              </a:spcBef>
            </a:pPr>
            <a:r>
              <a:rPr sz="1600" spc="-25" dirty="0">
                <a:latin typeface="Aptos "/>
                <a:cs typeface="Microsoft Sans Serif"/>
              </a:rPr>
              <a:t>L</a:t>
            </a:r>
            <a:r>
              <a:rPr sz="1600" dirty="0">
                <a:latin typeface="Aptos "/>
              </a:rPr>
              <a:t>/</a:t>
            </a:r>
            <a:r>
              <a:rPr lang="es-CO" sz="1600" dirty="0">
                <a:latin typeface="Aptos "/>
              </a:rPr>
              <a:t>2</a:t>
            </a:r>
            <a:endParaRPr sz="1600" dirty="0">
              <a:latin typeface="Aptos "/>
            </a:endParaRPr>
          </a:p>
        </p:txBody>
      </p:sp>
      <p:grpSp>
        <p:nvGrpSpPr>
          <p:cNvPr id="34" name="object 34">
            <a:extLst>
              <a:ext uri="{FF2B5EF4-FFF2-40B4-BE49-F238E27FC236}">
                <a16:creationId xmlns:a16="http://schemas.microsoft.com/office/drawing/2014/main" id="{57B70EC6-9866-457A-2C5E-70027444443F}"/>
              </a:ext>
            </a:extLst>
          </p:cNvPr>
          <p:cNvGrpSpPr/>
          <p:nvPr/>
        </p:nvGrpSpPr>
        <p:grpSpPr>
          <a:xfrm>
            <a:off x="4143338" y="1164797"/>
            <a:ext cx="3416466" cy="1755794"/>
            <a:chOff x="1624584" y="1337304"/>
            <a:chExt cx="1634140" cy="889350"/>
          </a:xfrm>
        </p:grpSpPr>
        <p:sp>
          <p:nvSpPr>
            <p:cNvPr id="35" name="object 35">
              <a:extLst>
                <a:ext uri="{FF2B5EF4-FFF2-40B4-BE49-F238E27FC236}">
                  <a16:creationId xmlns:a16="http://schemas.microsoft.com/office/drawing/2014/main" id="{B7E759B2-EA1E-37C4-484F-B454AE4D5835}"/>
                </a:ext>
              </a:extLst>
            </p:cNvPr>
            <p:cNvSpPr/>
            <p:nvPr/>
          </p:nvSpPr>
          <p:spPr>
            <a:xfrm>
              <a:off x="1629156" y="2066634"/>
              <a:ext cx="814069" cy="160020"/>
            </a:xfrm>
            <a:custGeom>
              <a:avLst/>
              <a:gdLst/>
              <a:ahLst/>
              <a:cxnLst/>
              <a:rect l="l" t="t" r="r" b="b"/>
              <a:pathLst>
                <a:path w="814069" h="160019">
                  <a:moveTo>
                    <a:pt x="1524" y="158496"/>
                  </a:moveTo>
                  <a:lnTo>
                    <a:pt x="0" y="158496"/>
                  </a:lnTo>
                  <a:lnTo>
                    <a:pt x="0" y="160020"/>
                  </a:lnTo>
                  <a:lnTo>
                    <a:pt x="1524" y="160020"/>
                  </a:lnTo>
                  <a:lnTo>
                    <a:pt x="1524" y="158496"/>
                  </a:lnTo>
                  <a:close/>
                </a:path>
                <a:path w="814069" h="160019">
                  <a:moveTo>
                    <a:pt x="1524" y="0"/>
                  </a:moveTo>
                  <a:lnTo>
                    <a:pt x="0" y="0"/>
                  </a:lnTo>
                  <a:lnTo>
                    <a:pt x="0" y="1524"/>
                  </a:lnTo>
                  <a:lnTo>
                    <a:pt x="1524" y="1524"/>
                  </a:lnTo>
                  <a:lnTo>
                    <a:pt x="1524" y="0"/>
                  </a:lnTo>
                  <a:close/>
                </a:path>
                <a:path w="814069" h="160019">
                  <a:moveTo>
                    <a:pt x="813816" y="0"/>
                  </a:moveTo>
                  <a:lnTo>
                    <a:pt x="812292" y="0"/>
                  </a:lnTo>
                  <a:lnTo>
                    <a:pt x="812292" y="1524"/>
                  </a:lnTo>
                  <a:lnTo>
                    <a:pt x="813816" y="1524"/>
                  </a:lnTo>
                  <a:lnTo>
                    <a:pt x="813816" y="0"/>
                  </a:lnTo>
                  <a:close/>
                </a:path>
              </a:pathLst>
            </a:custGeom>
            <a:solidFill>
              <a:srgbClr val="000000"/>
            </a:solidFill>
          </p:spPr>
          <p:txBody>
            <a:bodyPr wrap="square" lIns="0" tIns="0" rIns="0" bIns="0" rtlCol="0"/>
            <a:lstStyle/>
            <a:p>
              <a:endParaRPr/>
            </a:p>
          </p:txBody>
        </p:sp>
        <p:sp>
          <p:nvSpPr>
            <p:cNvPr id="37" name="object 37">
              <a:extLst>
                <a:ext uri="{FF2B5EF4-FFF2-40B4-BE49-F238E27FC236}">
                  <a16:creationId xmlns:a16="http://schemas.microsoft.com/office/drawing/2014/main" id="{3ECA2D67-B193-FC27-7A8D-37078B265775}"/>
                </a:ext>
              </a:extLst>
            </p:cNvPr>
            <p:cNvSpPr/>
            <p:nvPr/>
          </p:nvSpPr>
          <p:spPr>
            <a:xfrm>
              <a:off x="2935503" y="1409891"/>
              <a:ext cx="10160" cy="379095"/>
            </a:xfrm>
            <a:custGeom>
              <a:avLst/>
              <a:gdLst/>
              <a:ahLst/>
              <a:cxnLst/>
              <a:rect l="l" t="t" r="r" b="b"/>
              <a:pathLst>
                <a:path w="10160" h="379094">
                  <a:moveTo>
                    <a:pt x="10096" y="0"/>
                  </a:moveTo>
                  <a:lnTo>
                    <a:pt x="0" y="0"/>
                  </a:lnTo>
                  <a:lnTo>
                    <a:pt x="0" y="378993"/>
                  </a:lnTo>
                  <a:lnTo>
                    <a:pt x="10096" y="368896"/>
                  </a:lnTo>
                  <a:lnTo>
                    <a:pt x="10096" y="0"/>
                  </a:lnTo>
                  <a:close/>
                </a:path>
              </a:pathLst>
            </a:custGeom>
            <a:solidFill>
              <a:srgbClr val="000000"/>
            </a:solidFill>
          </p:spPr>
          <p:txBody>
            <a:bodyPr wrap="square" lIns="0" tIns="0" rIns="0" bIns="0" rtlCol="0"/>
            <a:lstStyle/>
            <a:p>
              <a:endParaRPr/>
            </a:p>
          </p:txBody>
        </p:sp>
        <p:sp>
          <p:nvSpPr>
            <p:cNvPr id="38" name="object 38">
              <a:extLst>
                <a:ext uri="{FF2B5EF4-FFF2-40B4-BE49-F238E27FC236}">
                  <a16:creationId xmlns:a16="http://schemas.microsoft.com/office/drawing/2014/main" id="{37FF2F6D-2D97-3C80-84D1-1ADF796BB6D4}"/>
                </a:ext>
              </a:extLst>
            </p:cNvPr>
            <p:cNvSpPr/>
            <p:nvPr/>
          </p:nvSpPr>
          <p:spPr>
            <a:xfrm>
              <a:off x="2935509" y="1409884"/>
              <a:ext cx="10160" cy="379095"/>
            </a:xfrm>
            <a:custGeom>
              <a:avLst/>
              <a:gdLst/>
              <a:ahLst/>
              <a:cxnLst/>
              <a:rect l="l" t="t" r="r" b="b"/>
              <a:pathLst>
                <a:path w="10160" h="379094">
                  <a:moveTo>
                    <a:pt x="10096" y="0"/>
                  </a:moveTo>
                  <a:lnTo>
                    <a:pt x="0" y="0"/>
                  </a:lnTo>
                  <a:lnTo>
                    <a:pt x="0" y="379000"/>
                  </a:lnTo>
                  <a:lnTo>
                    <a:pt x="10096" y="368903"/>
                  </a:lnTo>
                  <a:lnTo>
                    <a:pt x="10096" y="0"/>
                  </a:lnTo>
                  <a:close/>
                </a:path>
              </a:pathLst>
            </a:custGeom>
            <a:ln w="4762">
              <a:solidFill>
                <a:srgbClr val="000000"/>
              </a:solidFill>
            </a:ln>
          </p:spPr>
          <p:txBody>
            <a:bodyPr wrap="square" lIns="0" tIns="0" rIns="0" bIns="0" rtlCol="0"/>
            <a:lstStyle/>
            <a:p>
              <a:endParaRPr/>
            </a:p>
          </p:txBody>
        </p:sp>
        <p:sp>
          <p:nvSpPr>
            <p:cNvPr id="39" name="object 39">
              <a:extLst>
                <a:ext uri="{FF2B5EF4-FFF2-40B4-BE49-F238E27FC236}">
                  <a16:creationId xmlns:a16="http://schemas.microsoft.com/office/drawing/2014/main" id="{E36742DD-1972-BDA0-614F-D5E329F46743}"/>
                </a:ext>
              </a:extLst>
            </p:cNvPr>
            <p:cNvSpPr/>
            <p:nvPr/>
          </p:nvSpPr>
          <p:spPr>
            <a:xfrm>
              <a:off x="2935503" y="1778788"/>
              <a:ext cx="323215" cy="10160"/>
            </a:xfrm>
            <a:custGeom>
              <a:avLst/>
              <a:gdLst/>
              <a:ahLst/>
              <a:cxnLst/>
              <a:rect l="l" t="t" r="r" b="b"/>
              <a:pathLst>
                <a:path w="323214" h="10160">
                  <a:moveTo>
                    <a:pt x="322605" y="0"/>
                  </a:moveTo>
                  <a:lnTo>
                    <a:pt x="10096" y="0"/>
                  </a:lnTo>
                  <a:lnTo>
                    <a:pt x="0" y="10096"/>
                  </a:lnTo>
                  <a:lnTo>
                    <a:pt x="312508" y="10096"/>
                  </a:lnTo>
                  <a:lnTo>
                    <a:pt x="322605" y="0"/>
                  </a:lnTo>
                  <a:close/>
                </a:path>
              </a:pathLst>
            </a:custGeom>
            <a:solidFill>
              <a:srgbClr val="000000"/>
            </a:solidFill>
          </p:spPr>
          <p:txBody>
            <a:bodyPr wrap="square" lIns="0" tIns="0" rIns="0" bIns="0" rtlCol="0"/>
            <a:lstStyle/>
            <a:p>
              <a:endParaRPr/>
            </a:p>
          </p:txBody>
        </p:sp>
        <p:sp>
          <p:nvSpPr>
            <p:cNvPr id="40" name="object 40">
              <a:extLst>
                <a:ext uri="{FF2B5EF4-FFF2-40B4-BE49-F238E27FC236}">
                  <a16:creationId xmlns:a16="http://schemas.microsoft.com/office/drawing/2014/main" id="{22C96262-A5A0-95E3-C0EA-D46DCB52BD7B}"/>
                </a:ext>
              </a:extLst>
            </p:cNvPr>
            <p:cNvSpPr/>
            <p:nvPr/>
          </p:nvSpPr>
          <p:spPr>
            <a:xfrm>
              <a:off x="2935509" y="1778788"/>
              <a:ext cx="323215" cy="10160"/>
            </a:xfrm>
            <a:custGeom>
              <a:avLst/>
              <a:gdLst/>
              <a:ahLst/>
              <a:cxnLst/>
              <a:rect l="l" t="t" r="r" b="b"/>
              <a:pathLst>
                <a:path w="323214" h="10160">
                  <a:moveTo>
                    <a:pt x="10096" y="0"/>
                  </a:moveTo>
                  <a:lnTo>
                    <a:pt x="0" y="10096"/>
                  </a:lnTo>
                  <a:lnTo>
                    <a:pt x="312515" y="10096"/>
                  </a:lnTo>
                  <a:lnTo>
                    <a:pt x="322611" y="0"/>
                  </a:lnTo>
                  <a:lnTo>
                    <a:pt x="10096" y="0"/>
                  </a:lnTo>
                  <a:close/>
                </a:path>
              </a:pathLst>
            </a:custGeom>
            <a:ln w="4762">
              <a:solidFill>
                <a:srgbClr val="000000"/>
              </a:solidFill>
            </a:ln>
          </p:spPr>
          <p:txBody>
            <a:bodyPr wrap="square" lIns="0" tIns="0" rIns="0" bIns="0" rtlCol="0"/>
            <a:lstStyle/>
            <a:p>
              <a:endParaRPr/>
            </a:p>
          </p:txBody>
        </p:sp>
        <p:sp>
          <p:nvSpPr>
            <p:cNvPr id="41" name="object 41">
              <a:extLst>
                <a:ext uri="{FF2B5EF4-FFF2-40B4-BE49-F238E27FC236}">
                  <a16:creationId xmlns:a16="http://schemas.microsoft.com/office/drawing/2014/main" id="{9922E565-0DDF-96BF-229A-295081771374}"/>
                </a:ext>
              </a:extLst>
            </p:cNvPr>
            <p:cNvSpPr/>
            <p:nvPr/>
          </p:nvSpPr>
          <p:spPr>
            <a:xfrm>
              <a:off x="3248012" y="1778788"/>
              <a:ext cx="10160" cy="145415"/>
            </a:xfrm>
            <a:custGeom>
              <a:avLst/>
              <a:gdLst/>
              <a:ahLst/>
              <a:cxnLst/>
              <a:rect l="l" t="t" r="r" b="b"/>
              <a:pathLst>
                <a:path w="10160" h="145414">
                  <a:moveTo>
                    <a:pt x="10096" y="0"/>
                  </a:moveTo>
                  <a:lnTo>
                    <a:pt x="0" y="10096"/>
                  </a:lnTo>
                  <a:lnTo>
                    <a:pt x="0" y="134874"/>
                  </a:lnTo>
                  <a:lnTo>
                    <a:pt x="10096" y="144970"/>
                  </a:lnTo>
                  <a:lnTo>
                    <a:pt x="10096" y="0"/>
                  </a:lnTo>
                  <a:close/>
                </a:path>
              </a:pathLst>
            </a:custGeom>
            <a:solidFill>
              <a:srgbClr val="000000"/>
            </a:solidFill>
          </p:spPr>
          <p:txBody>
            <a:bodyPr wrap="square" lIns="0" tIns="0" rIns="0" bIns="0" rtlCol="0"/>
            <a:lstStyle/>
            <a:p>
              <a:endParaRPr/>
            </a:p>
          </p:txBody>
        </p:sp>
        <p:sp>
          <p:nvSpPr>
            <p:cNvPr id="42" name="object 42">
              <a:extLst>
                <a:ext uri="{FF2B5EF4-FFF2-40B4-BE49-F238E27FC236}">
                  <a16:creationId xmlns:a16="http://schemas.microsoft.com/office/drawing/2014/main" id="{9BA6B84F-CEBE-C351-9A59-90EE408BFB91}"/>
                </a:ext>
              </a:extLst>
            </p:cNvPr>
            <p:cNvSpPr/>
            <p:nvPr/>
          </p:nvSpPr>
          <p:spPr>
            <a:xfrm>
              <a:off x="3248024" y="1778788"/>
              <a:ext cx="10160" cy="145415"/>
            </a:xfrm>
            <a:custGeom>
              <a:avLst/>
              <a:gdLst/>
              <a:ahLst/>
              <a:cxnLst/>
              <a:rect l="l" t="t" r="r" b="b"/>
              <a:pathLst>
                <a:path w="10160" h="145414">
                  <a:moveTo>
                    <a:pt x="10096" y="0"/>
                  </a:moveTo>
                  <a:lnTo>
                    <a:pt x="0" y="10096"/>
                  </a:lnTo>
                  <a:lnTo>
                    <a:pt x="0" y="134873"/>
                  </a:lnTo>
                  <a:lnTo>
                    <a:pt x="10096" y="144970"/>
                  </a:lnTo>
                  <a:lnTo>
                    <a:pt x="10096" y="0"/>
                  </a:lnTo>
                  <a:close/>
                </a:path>
              </a:pathLst>
            </a:custGeom>
            <a:ln w="4762">
              <a:solidFill>
                <a:srgbClr val="000000"/>
              </a:solidFill>
            </a:ln>
          </p:spPr>
          <p:txBody>
            <a:bodyPr wrap="square" lIns="0" tIns="0" rIns="0" bIns="0" rtlCol="0"/>
            <a:lstStyle/>
            <a:p>
              <a:endParaRPr/>
            </a:p>
          </p:txBody>
        </p:sp>
        <p:sp>
          <p:nvSpPr>
            <p:cNvPr id="43" name="object 43">
              <a:extLst>
                <a:ext uri="{FF2B5EF4-FFF2-40B4-BE49-F238E27FC236}">
                  <a16:creationId xmlns:a16="http://schemas.microsoft.com/office/drawing/2014/main" id="{4315B8F7-E2B1-2C88-2A3A-AB892158C726}"/>
                </a:ext>
              </a:extLst>
            </p:cNvPr>
            <p:cNvSpPr/>
            <p:nvPr/>
          </p:nvSpPr>
          <p:spPr>
            <a:xfrm>
              <a:off x="2441346" y="1913662"/>
              <a:ext cx="817244" cy="10160"/>
            </a:xfrm>
            <a:custGeom>
              <a:avLst/>
              <a:gdLst/>
              <a:ahLst/>
              <a:cxnLst/>
              <a:rect l="l" t="t" r="r" b="b"/>
              <a:pathLst>
                <a:path w="817245" h="10160">
                  <a:moveTo>
                    <a:pt x="816762" y="10096"/>
                  </a:moveTo>
                  <a:lnTo>
                    <a:pt x="806665" y="0"/>
                  </a:lnTo>
                  <a:lnTo>
                    <a:pt x="0" y="0"/>
                  </a:lnTo>
                  <a:lnTo>
                    <a:pt x="0" y="10096"/>
                  </a:lnTo>
                  <a:lnTo>
                    <a:pt x="816762" y="10096"/>
                  </a:lnTo>
                  <a:close/>
                </a:path>
              </a:pathLst>
            </a:custGeom>
            <a:solidFill>
              <a:srgbClr val="000000"/>
            </a:solidFill>
          </p:spPr>
          <p:txBody>
            <a:bodyPr wrap="square" lIns="0" tIns="0" rIns="0" bIns="0" rtlCol="0"/>
            <a:lstStyle/>
            <a:p>
              <a:endParaRPr/>
            </a:p>
          </p:txBody>
        </p:sp>
        <p:sp>
          <p:nvSpPr>
            <p:cNvPr id="44" name="object 44">
              <a:extLst>
                <a:ext uri="{FF2B5EF4-FFF2-40B4-BE49-F238E27FC236}">
                  <a16:creationId xmlns:a16="http://schemas.microsoft.com/office/drawing/2014/main" id="{73406D92-289E-3E8B-5865-94036DC15413}"/>
                </a:ext>
              </a:extLst>
            </p:cNvPr>
            <p:cNvSpPr/>
            <p:nvPr/>
          </p:nvSpPr>
          <p:spPr>
            <a:xfrm>
              <a:off x="2441352" y="1913662"/>
              <a:ext cx="817244" cy="10160"/>
            </a:xfrm>
            <a:custGeom>
              <a:avLst/>
              <a:gdLst/>
              <a:ahLst/>
              <a:cxnLst/>
              <a:rect l="l" t="t" r="r" b="b"/>
              <a:pathLst>
                <a:path w="817245" h="10160">
                  <a:moveTo>
                    <a:pt x="816768" y="10096"/>
                  </a:moveTo>
                  <a:lnTo>
                    <a:pt x="806672" y="0"/>
                  </a:lnTo>
                  <a:lnTo>
                    <a:pt x="0" y="0"/>
                  </a:lnTo>
                  <a:lnTo>
                    <a:pt x="0" y="10096"/>
                  </a:lnTo>
                  <a:lnTo>
                    <a:pt x="816768" y="10096"/>
                  </a:lnTo>
                  <a:close/>
                </a:path>
              </a:pathLst>
            </a:custGeom>
            <a:ln w="4762">
              <a:solidFill>
                <a:srgbClr val="000000"/>
              </a:solidFill>
            </a:ln>
          </p:spPr>
          <p:txBody>
            <a:bodyPr wrap="square" lIns="0" tIns="0" rIns="0" bIns="0" rtlCol="0"/>
            <a:lstStyle/>
            <a:p>
              <a:endParaRPr/>
            </a:p>
          </p:txBody>
        </p:sp>
        <p:sp>
          <p:nvSpPr>
            <p:cNvPr id="45" name="object 45">
              <a:extLst>
                <a:ext uri="{FF2B5EF4-FFF2-40B4-BE49-F238E27FC236}">
                  <a16:creationId xmlns:a16="http://schemas.microsoft.com/office/drawing/2014/main" id="{C04BB4A6-912D-20C7-FB2A-2AD8D1E5D3D1}"/>
                </a:ext>
              </a:extLst>
            </p:cNvPr>
            <p:cNvSpPr/>
            <p:nvPr/>
          </p:nvSpPr>
          <p:spPr>
            <a:xfrm>
              <a:off x="1624584" y="1913662"/>
              <a:ext cx="817244" cy="10160"/>
            </a:xfrm>
            <a:custGeom>
              <a:avLst/>
              <a:gdLst/>
              <a:ahLst/>
              <a:cxnLst/>
              <a:rect l="l" t="t" r="r" b="b"/>
              <a:pathLst>
                <a:path w="817244" h="10160">
                  <a:moveTo>
                    <a:pt x="816762" y="0"/>
                  </a:moveTo>
                  <a:lnTo>
                    <a:pt x="10083" y="0"/>
                  </a:lnTo>
                  <a:lnTo>
                    <a:pt x="0" y="10096"/>
                  </a:lnTo>
                  <a:lnTo>
                    <a:pt x="816762" y="10096"/>
                  </a:lnTo>
                  <a:lnTo>
                    <a:pt x="816762" y="0"/>
                  </a:lnTo>
                  <a:close/>
                </a:path>
              </a:pathLst>
            </a:custGeom>
            <a:solidFill>
              <a:srgbClr val="000000"/>
            </a:solidFill>
          </p:spPr>
          <p:txBody>
            <a:bodyPr wrap="square" lIns="0" tIns="0" rIns="0" bIns="0" rtlCol="0"/>
            <a:lstStyle/>
            <a:p>
              <a:endParaRPr/>
            </a:p>
          </p:txBody>
        </p:sp>
        <p:sp>
          <p:nvSpPr>
            <p:cNvPr id="46" name="object 46">
              <a:extLst>
                <a:ext uri="{FF2B5EF4-FFF2-40B4-BE49-F238E27FC236}">
                  <a16:creationId xmlns:a16="http://schemas.microsoft.com/office/drawing/2014/main" id="{EC7A8133-7C49-D828-0477-C438B17C5040}"/>
                </a:ext>
              </a:extLst>
            </p:cNvPr>
            <p:cNvSpPr/>
            <p:nvPr/>
          </p:nvSpPr>
          <p:spPr>
            <a:xfrm>
              <a:off x="1624584" y="1913662"/>
              <a:ext cx="817244" cy="10160"/>
            </a:xfrm>
            <a:custGeom>
              <a:avLst/>
              <a:gdLst/>
              <a:ahLst/>
              <a:cxnLst/>
              <a:rect l="l" t="t" r="r" b="b"/>
              <a:pathLst>
                <a:path w="817244" h="10160">
                  <a:moveTo>
                    <a:pt x="816768" y="10096"/>
                  </a:moveTo>
                  <a:lnTo>
                    <a:pt x="816768" y="0"/>
                  </a:lnTo>
                  <a:lnTo>
                    <a:pt x="10096" y="0"/>
                  </a:lnTo>
                  <a:lnTo>
                    <a:pt x="0" y="10096"/>
                  </a:lnTo>
                  <a:lnTo>
                    <a:pt x="816768" y="10096"/>
                  </a:lnTo>
                  <a:close/>
                </a:path>
              </a:pathLst>
            </a:custGeom>
            <a:ln w="4762">
              <a:solidFill>
                <a:srgbClr val="000000"/>
              </a:solidFill>
            </a:ln>
          </p:spPr>
          <p:txBody>
            <a:bodyPr wrap="square" lIns="0" tIns="0" rIns="0" bIns="0" rtlCol="0"/>
            <a:lstStyle/>
            <a:p>
              <a:endParaRPr/>
            </a:p>
          </p:txBody>
        </p:sp>
        <p:sp>
          <p:nvSpPr>
            <p:cNvPr id="47" name="object 47">
              <a:extLst>
                <a:ext uri="{FF2B5EF4-FFF2-40B4-BE49-F238E27FC236}">
                  <a16:creationId xmlns:a16="http://schemas.microsoft.com/office/drawing/2014/main" id="{D6C34577-E5FD-C023-58EF-2613C0459244}"/>
                </a:ext>
              </a:extLst>
            </p:cNvPr>
            <p:cNvSpPr/>
            <p:nvPr/>
          </p:nvSpPr>
          <p:spPr>
            <a:xfrm>
              <a:off x="1624584" y="1778788"/>
              <a:ext cx="10160" cy="145415"/>
            </a:xfrm>
            <a:custGeom>
              <a:avLst/>
              <a:gdLst/>
              <a:ahLst/>
              <a:cxnLst/>
              <a:rect l="l" t="t" r="r" b="b"/>
              <a:pathLst>
                <a:path w="10160" h="145414">
                  <a:moveTo>
                    <a:pt x="10083" y="10096"/>
                  </a:moveTo>
                  <a:lnTo>
                    <a:pt x="0" y="0"/>
                  </a:lnTo>
                  <a:lnTo>
                    <a:pt x="0" y="144970"/>
                  </a:lnTo>
                  <a:lnTo>
                    <a:pt x="10083" y="134874"/>
                  </a:lnTo>
                  <a:lnTo>
                    <a:pt x="10083" y="10096"/>
                  </a:lnTo>
                  <a:close/>
                </a:path>
              </a:pathLst>
            </a:custGeom>
            <a:solidFill>
              <a:srgbClr val="000000"/>
            </a:solidFill>
          </p:spPr>
          <p:txBody>
            <a:bodyPr wrap="square" lIns="0" tIns="0" rIns="0" bIns="0" rtlCol="0"/>
            <a:lstStyle/>
            <a:p>
              <a:endParaRPr/>
            </a:p>
          </p:txBody>
        </p:sp>
        <p:sp>
          <p:nvSpPr>
            <p:cNvPr id="48" name="object 48">
              <a:extLst>
                <a:ext uri="{FF2B5EF4-FFF2-40B4-BE49-F238E27FC236}">
                  <a16:creationId xmlns:a16="http://schemas.microsoft.com/office/drawing/2014/main" id="{34D40AF2-F2E6-C8BE-62A5-BB4744C027FF}"/>
                </a:ext>
              </a:extLst>
            </p:cNvPr>
            <p:cNvSpPr/>
            <p:nvPr/>
          </p:nvSpPr>
          <p:spPr>
            <a:xfrm>
              <a:off x="1624584" y="1778788"/>
              <a:ext cx="10160" cy="145415"/>
            </a:xfrm>
            <a:custGeom>
              <a:avLst/>
              <a:gdLst/>
              <a:ahLst/>
              <a:cxnLst/>
              <a:rect l="l" t="t" r="r" b="b"/>
              <a:pathLst>
                <a:path w="10160" h="145414">
                  <a:moveTo>
                    <a:pt x="0" y="144970"/>
                  </a:moveTo>
                  <a:lnTo>
                    <a:pt x="10096" y="134873"/>
                  </a:lnTo>
                  <a:lnTo>
                    <a:pt x="10096" y="10096"/>
                  </a:lnTo>
                  <a:lnTo>
                    <a:pt x="0" y="0"/>
                  </a:lnTo>
                  <a:lnTo>
                    <a:pt x="0" y="144970"/>
                  </a:lnTo>
                  <a:close/>
                </a:path>
              </a:pathLst>
            </a:custGeom>
            <a:ln w="4762">
              <a:solidFill>
                <a:srgbClr val="000000"/>
              </a:solidFill>
            </a:ln>
          </p:spPr>
          <p:txBody>
            <a:bodyPr wrap="square" lIns="0" tIns="0" rIns="0" bIns="0" rtlCol="0"/>
            <a:lstStyle/>
            <a:p>
              <a:endParaRPr/>
            </a:p>
          </p:txBody>
        </p:sp>
        <p:sp>
          <p:nvSpPr>
            <p:cNvPr id="49" name="object 49">
              <a:extLst>
                <a:ext uri="{FF2B5EF4-FFF2-40B4-BE49-F238E27FC236}">
                  <a16:creationId xmlns:a16="http://schemas.microsoft.com/office/drawing/2014/main" id="{3CF43503-AE08-2A65-DFD2-DAC9CE99B4A0}"/>
                </a:ext>
              </a:extLst>
            </p:cNvPr>
            <p:cNvSpPr/>
            <p:nvPr/>
          </p:nvSpPr>
          <p:spPr>
            <a:xfrm>
              <a:off x="1624584" y="1778788"/>
              <a:ext cx="322580" cy="10160"/>
            </a:xfrm>
            <a:custGeom>
              <a:avLst/>
              <a:gdLst/>
              <a:ahLst/>
              <a:cxnLst/>
              <a:rect l="l" t="t" r="r" b="b"/>
              <a:pathLst>
                <a:path w="322580" h="10160">
                  <a:moveTo>
                    <a:pt x="322516" y="10096"/>
                  </a:moveTo>
                  <a:lnTo>
                    <a:pt x="312420" y="0"/>
                  </a:lnTo>
                  <a:lnTo>
                    <a:pt x="0" y="0"/>
                  </a:lnTo>
                  <a:lnTo>
                    <a:pt x="10083" y="10096"/>
                  </a:lnTo>
                  <a:lnTo>
                    <a:pt x="322516" y="10096"/>
                  </a:lnTo>
                  <a:close/>
                </a:path>
              </a:pathLst>
            </a:custGeom>
            <a:solidFill>
              <a:srgbClr val="000000"/>
            </a:solidFill>
          </p:spPr>
          <p:txBody>
            <a:bodyPr wrap="square" lIns="0" tIns="0" rIns="0" bIns="0" rtlCol="0"/>
            <a:lstStyle/>
            <a:p>
              <a:endParaRPr/>
            </a:p>
          </p:txBody>
        </p:sp>
        <p:sp>
          <p:nvSpPr>
            <p:cNvPr id="50" name="object 50">
              <a:extLst>
                <a:ext uri="{FF2B5EF4-FFF2-40B4-BE49-F238E27FC236}">
                  <a16:creationId xmlns:a16="http://schemas.microsoft.com/office/drawing/2014/main" id="{BCDAC52E-35B3-5708-434F-B00E562EB919}"/>
                </a:ext>
              </a:extLst>
            </p:cNvPr>
            <p:cNvSpPr/>
            <p:nvPr/>
          </p:nvSpPr>
          <p:spPr>
            <a:xfrm>
              <a:off x="1624584" y="1778788"/>
              <a:ext cx="322580" cy="10160"/>
            </a:xfrm>
            <a:custGeom>
              <a:avLst/>
              <a:gdLst/>
              <a:ahLst/>
              <a:cxnLst/>
              <a:rect l="l" t="t" r="r" b="b"/>
              <a:pathLst>
                <a:path w="322580" h="10160">
                  <a:moveTo>
                    <a:pt x="0" y="0"/>
                  </a:moveTo>
                  <a:lnTo>
                    <a:pt x="10096" y="10096"/>
                  </a:lnTo>
                  <a:lnTo>
                    <a:pt x="322516" y="10096"/>
                  </a:lnTo>
                  <a:lnTo>
                    <a:pt x="312420" y="0"/>
                  </a:lnTo>
                  <a:lnTo>
                    <a:pt x="0" y="0"/>
                  </a:lnTo>
                  <a:close/>
                </a:path>
              </a:pathLst>
            </a:custGeom>
            <a:ln w="4762">
              <a:solidFill>
                <a:srgbClr val="000000"/>
              </a:solidFill>
            </a:ln>
          </p:spPr>
          <p:txBody>
            <a:bodyPr wrap="square" lIns="0" tIns="0" rIns="0" bIns="0" rtlCol="0"/>
            <a:lstStyle/>
            <a:p>
              <a:endParaRPr/>
            </a:p>
          </p:txBody>
        </p:sp>
        <p:sp>
          <p:nvSpPr>
            <p:cNvPr id="51" name="object 51">
              <a:extLst>
                <a:ext uri="{FF2B5EF4-FFF2-40B4-BE49-F238E27FC236}">
                  <a16:creationId xmlns:a16="http://schemas.microsoft.com/office/drawing/2014/main" id="{BBB33DCD-FF08-BBF0-8BF9-BB575AA8AD3B}"/>
                </a:ext>
              </a:extLst>
            </p:cNvPr>
            <p:cNvSpPr/>
            <p:nvPr/>
          </p:nvSpPr>
          <p:spPr>
            <a:xfrm>
              <a:off x="1937004" y="1409891"/>
              <a:ext cx="10160" cy="379095"/>
            </a:xfrm>
            <a:custGeom>
              <a:avLst/>
              <a:gdLst/>
              <a:ahLst/>
              <a:cxnLst/>
              <a:rect l="l" t="t" r="r" b="b"/>
              <a:pathLst>
                <a:path w="10160" h="379094">
                  <a:moveTo>
                    <a:pt x="10096" y="0"/>
                  </a:moveTo>
                  <a:lnTo>
                    <a:pt x="0" y="0"/>
                  </a:lnTo>
                  <a:lnTo>
                    <a:pt x="0" y="368896"/>
                  </a:lnTo>
                  <a:lnTo>
                    <a:pt x="10096" y="378993"/>
                  </a:lnTo>
                  <a:lnTo>
                    <a:pt x="10096" y="0"/>
                  </a:lnTo>
                  <a:close/>
                </a:path>
              </a:pathLst>
            </a:custGeom>
            <a:solidFill>
              <a:srgbClr val="000000"/>
            </a:solidFill>
          </p:spPr>
          <p:txBody>
            <a:bodyPr wrap="square" lIns="0" tIns="0" rIns="0" bIns="0" rtlCol="0"/>
            <a:lstStyle/>
            <a:p>
              <a:endParaRPr/>
            </a:p>
          </p:txBody>
        </p:sp>
        <p:sp>
          <p:nvSpPr>
            <p:cNvPr id="52" name="object 52">
              <a:extLst>
                <a:ext uri="{FF2B5EF4-FFF2-40B4-BE49-F238E27FC236}">
                  <a16:creationId xmlns:a16="http://schemas.microsoft.com/office/drawing/2014/main" id="{D8CAC79F-22A5-AA4B-1488-CF93963DC9D2}"/>
                </a:ext>
              </a:extLst>
            </p:cNvPr>
            <p:cNvSpPr/>
            <p:nvPr/>
          </p:nvSpPr>
          <p:spPr>
            <a:xfrm>
              <a:off x="1937004" y="1409884"/>
              <a:ext cx="10160" cy="379095"/>
            </a:xfrm>
            <a:custGeom>
              <a:avLst/>
              <a:gdLst/>
              <a:ahLst/>
              <a:cxnLst/>
              <a:rect l="l" t="t" r="r" b="b"/>
              <a:pathLst>
                <a:path w="10160" h="379094">
                  <a:moveTo>
                    <a:pt x="0" y="368903"/>
                  </a:moveTo>
                  <a:lnTo>
                    <a:pt x="10096" y="379000"/>
                  </a:lnTo>
                  <a:lnTo>
                    <a:pt x="10096" y="0"/>
                  </a:lnTo>
                  <a:lnTo>
                    <a:pt x="0" y="0"/>
                  </a:lnTo>
                  <a:lnTo>
                    <a:pt x="0" y="368903"/>
                  </a:lnTo>
                  <a:close/>
                </a:path>
              </a:pathLst>
            </a:custGeom>
            <a:ln w="4762">
              <a:solidFill>
                <a:srgbClr val="000000"/>
              </a:solidFill>
            </a:ln>
          </p:spPr>
          <p:txBody>
            <a:bodyPr wrap="square" lIns="0" tIns="0" rIns="0" bIns="0" rtlCol="0"/>
            <a:lstStyle/>
            <a:p>
              <a:endParaRPr/>
            </a:p>
          </p:txBody>
        </p:sp>
        <p:pic>
          <p:nvPicPr>
            <p:cNvPr id="53" name="object 53">
              <a:extLst>
                <a:ext uri="{FF2B5EF4-FFF2-40B4-BE49-F238E27FC236}">
                  <a16:creationId xmlns:a16="http://schemas.microsoft.com/office/drawing/2014/main" id="{B23731EB-D809-B2B3-E97F-31938986584C}"/>
                </a:ext>
              </a:extLst>
            </p:cNvPr>
            <p:cNvPicPr/>
            <p:nvPr/>
          </p:nvPicPr>
          <p:blipFill>
            <a:blip r:embed="rId6" cstate="print"/>
            <a:stretch>
              <a:fillRect/>
            </a:stretch>
          </p:blipFill>
          <p:spPr>
            <a:xfrm>
              <a:off x="1813750" y="1337304"/>
              <a:ext cx="403859" cy="145066"/>
            </a:xfrm>
            <a:prstGeom prst="rect">
              <a:avLst/>
            </a:prstGeom>
          </p:spPr>
        </p:pic>
        <p:pic>
          <p:nvPicPr>
            <p:cNvPr id="54" name="object 54">
              <a:extLst>
                <a:ext uri="{FF2B5EF4-FFF2-40B4-BE49-F238E27FC236}">
                  <a16:creationId xmlns:a16="http://schemas.microsoft.com/office/drawing/2014/main" id="{136CDA0A-D99D-5585-DC24-D9FCFC62A34E}"/>
                </a:ext>
              </a:extLst>
            </p:cNvPr>
            <p:cNvPicPr/>
            <p:nvPr/>
          </p:nvPicPr>
          <p:blipFill>
            <a:blip r:embed="rId7" cstate="print"/>
            <a:stretch>
              <a:fillRect/>
            </a:stretch>
          </p:blipFill>
          <p:spPr>
            <a:xfrm>
              <a:off x="2665095" y="1337304"/>
              <a:ext cx="403764" cy="145066"/>
            </a:xfrm>
            <a:prstGeom prst="rect">
              <a:avLst/>
            </a:prstGeom>
          </p:spPr>
        </p:pic>
        <p:sp>
          <p:nvSpPr>
            <p:cNvPr id="55" name="object 55">
              <a:extLst>
                <a:ext uri="{FF2B5EF4-FFF2-40B4-BE49-F238E27FC236}">
                  <a16:creationId xmlns:a16="http://schemas.microsoft.com/office/drawing/2014/main" id="{C24684EF-F70D-584D-8A6D-BE6ECB257F0B}"/>
                </a:ext>
              </a:extLst>
            </p:cNvPr>
            <p:cNvSpPr/>
            <p:nvPr/>
          </p:nvSpPr>
          <p:spPr>
            <a:xfrm>
              <a:off x="1991868" y="1657820"/>
              <a:ext cx="35560" cy="69850"/>
            </a:xfrm>
            <a:custGeom>
              <a:avLst/>
              <a:gdLst/>
              <a:ahLst/>
              <a:cxnLst/>
              <a:rect l="l" t="t" r="r" b="b"/>
              <a:pathLst>
                <a:path w="35560" h="69850">
                  <a:moveTo>
                    <a:pt x="17621" y="69341"/>
                  </a:moveTo>
                  <a:lnTo>
                    <a:pt x="0" y="0"/>
                  </a:lnTo>
                  <a:lnTo>
                    <a:pt x="35146" y="0"/>
                  </a:lnTo>
                  <a:lnTo>
                    <a:pt x="17621" y="69341"/>
                  </a:lnTo>
                  <a:close/>
                </a:path>
              </a:pathLst>
            </a:custGeom>
            <a:solidFill>
              <a:srgbClr val="000000"/>
            </a:solidFill>
          </p:spPr>
          <p:txBody>
            <a:bodyPr wrap="square" lIns="0" tIns="0" rIns="0" bIns="0" rtlCol="0"/>
            <a:lstStyle/>
            <a:p>
              <a:endParaRPr/>
            </a:p>
          </p:txBody>
        </p:sp>
        <p:sp>
          <p:nvSpPr>
            <p:cNvPr id="56" name="object 56">
              <a:extLst>
                <a:ext uri="{FF2B5EF4-FFF2-40B4-BE49-F238E27FC236}">
                  <a16:creationId xmlns:a16="http://schemas.microsoft.com/office/drawing/2014/main" id="{1C48556D-8C6A-3073-A83C-86E1F5EE1BC3}"/>
                </a:ext>
              </a:extLst>
            </p:cNvPr>
            <p:cNvSpPr/>
            <p:nvPr/>
          </p:nvSpPr>
          <p:spPr>
            <a:xfrm>
              <a:off x="1991868" y="1657820"/>
              <a:ext cx="35560" cy="69850"/>
            </a:xfrm>
            <a:custGeom>
              <a:avLst/>
              <a:gdLst/>
              <a:ahLst/>
              <a:cxnLst/>
              <a:rect l="l" t="t" r="r" b="b"/>
              <a:pathLst>
                <a:path w="35560" h="69850">
                  <a:moveTo>
                    <a:pt x="35146" y="0"/>
                  </a:moveTo>
                  <a:lnTo>
                    <a:pt x="17621" y="69341"/>
                  </a:lnTo>
                  <a:lnTo>
                    <a:pt x="0" y="0"/>
                  </a:lnTo>
                  <a:lnTo>
                    <a:pt x="35146" y="0"/>
                  </a:lnTo>
                  <a:close/>
                </a:path>
              </a:pathLst>
            </a:custGeom>
            <a:ln w="4762">
              <a:solidFill>
                <a:srgbClr val="000000"/>
              </a:solidFill>
            </a:ln>
          </p:spPr>
          <p:txBody>
            <a:bodyPr wrap="square" lIns="0" tIns="0" rIns="0" bIns="0" rtlCol="0"/>
            <a:lstStyle/>
            <a:p>
              <a:endParaRPr/>
            </a:p>
          </p:txBody>
        </p:sp>
        <p:sp>
          <p:nvSpPr>
            <p:cNvPr id="57" name="object 57">
              <a:extLst>
                <a:ext uri="{FF2B5EF4-FFF2-40B4-BE49-F238E27FC236}">
                  <a16:creationId xmlns:a16="http://schemas.microsoft.com/office/drawing/2014/main" id="{D930EAC7-E9CC-450B-5798-30A66EF62694}"/>
                </a:ext>
              </a:extLst>
            </p:cNvPr>
            <p:cNvSpPr/>
            <p:nvPr/>
          </p:nvSpPr>
          <p:spPr>
            <a:xfrm>
              <a:off x="2006727" y="1524280"/>
              <a:ext cx="5715" cy="133985"/>
            </a:xfrm>
            <a:custGeom>
              <a:avLst/>
              <a:gdLst/>
              <a:ahLst/>
              <a:cxnLst/>
              <a:rect l="l" t="t" r="r" b="b"/>
              <a:pathLst>
                <a:path w="5714" h="133985">
                  <a:moveTo>
                    <a:pt x="5334" y="0"/>
                  </a:moveTo>
                  <a:lnTo>
                    <a:pt x="0" y="0"/>
                  </a:lnTo>
                  <a:lnTo>
                    <a:pt x="0" y="133540"/>
                  </a:lnTo>
                  <a:lnTo>
                    <a:pt x="5334" y="133540"/>
                  </a:lnTo>
                  <a:lnTo>
                    <a:pt x="5334" y="0"/>
                  </a:lnTo>
                  <a:close/>
                </a:path>
              </a:pathLst>
            </a:custGeom>
            <a:solidFill>
              <a:srgbClr val="000000"/>
            </a:solidFill>
          </p:spPr>
          <p:txBody>
            <a:bodyPr wrap="square" lIns="0" tIns="0" rIns="0" bIns="0" rtlCol="0"/>
            <a:lstStyle/>
            <a:p>
              <a:endParaRPr/>
            </a:p>
          </p:txBody>
        </p:sp>
        <p:sp>
          <p:nvSpPr>
            <p:cNvPr id="58" name="object 58">
              <a:extLst>
                <a:ext uri="{FF2B5EF4-FFF2-40B4-BE49-F238E27FC236}">
                  <a16:creationId xmlns:a16="http://schemas.microsoft.com/office/drawing/2014/main" id="{3D561C60-28EF-05BE-1732-4C170D911A1B}"/>
                </a:ext>
              </a:extLst>
            </p:cNvPr>
            <p:cNvSpPr/>
            <p:nvPr/>
          </p:nvSpPr>
          <p:spPr>
            <a:xfrm>
              <a:off x="2006727" y="1524280"/>
              <a:ext cx="5715" cy="133985"/>
            </a:xfrm>
            <a:custGeom>
              <a:avLst/>
              <a:gdLst/>
              <a:ahLst/>
              <a:cxnLst/>
              <a:rect l="l" t="t" r="r" b="b"/>
              <a:pathLst>
                <a:path w="5714" h="133985">
                  <a:moveTo>
                    <a:pt x="0" y="133540"/>
                  </a:moveTo>
                  <a:lnTo>
                    <a:pt x="5333" y="133540"/>
                  </a:lnTo>
                  <a:lnTo>
                    <a:pt x="5333" y="0"/>
                  </a:lnTo>
                  <a:lnTo>
                    <a:pt x="0" y="0"/>
                  </a:lnTo>
                  <a:lnTo>
                    <a:pt x="0" y="133540"/>
                  </a:lnTo>
                  <a:close/>
                </a:path>
              </a:pathLst>
            </a:custGeom>
            <a:ln w="4762">
              <a:solidFill>
                <a:srgbClr val="000000"/>
              </a:solidFill>
            </a:ln>
          </p:spPr>
          <p:txBody>
            <a:bodyPr wrap="square" lIns="0" tIns="0" rIns="0" bIns="0" rtlCol="0"/>
            <a:lstStyle/>
            <a:p>
              <a:endParaRPr/>
            </a:p>
          </p:txBody>
        </p:sp>
        <p:sp>
          <p:nvSpPr>
            <p:cNvPr id="59" name="object 59">
              <a:extLst>
                <a:ext uri="{FF2B5EF4-FFF2-40B4-BE49-F238E27FC236}">
                  <a16:creationId xmlns:a16="http://schemas.microsoft.com/office/drawing/2014/main" id="{F756F118-52CC-A453-B0CE-0F6C47396B47}"/>
                </a:ext>
              </a:extLst>
            </p:cNvPr>
            <p:cNvSpPr/>
            <p:nvPr/>
          </p:nvSpPr>
          <p:spPr>
            <a:xfrm>
              <a:off x="2855404" y="1657820"/>
              <a:ext cx="35560" cy="69850"/>
            </a:xfrm>
            <a:custGeom>
              <a:avLst/>
              <a:gdLst/>
              <a:ahLst/>
              <a:cxnLst/>
              <a:rect l="l" t="t" r="r" b="b"/>
              <a:pathLst>
                <a:path w="35560" h="69850">
                  <a:moveTo>
                    <a:pt x="17526" y="69341"/>
                  </a:moveTo>
                  <a:lnTo>
                    <a:pt x="0" y="0"/>
                  </a:lnTo>
                  <a:lnTo>
                    <a:pt x="35052" y="0"/>
                  </a:lnTo>
                  <a:lnTo>
                    <a:pt x="17526" y="69341"/>
                  </a:lnTo>
                  <a:close/>
                </a:path>
              </a:pathLst>
            </a:custGeom>
            <a:solidFill>
              <a:srgbClr val="000000"/>
            </a:solidFill>
          </p:spPr>
          <p:txBody>
            <a:bodyPr wrap="square" lIns="0" tIns="0" rIns="0" bIns="0" rtlCol="0"/>
            <a:lstStyle/>
            <a:p>
              <a:endParaRPr/>
            </a:p>
          </p:txBody>
        </p:sp>
        <p:sp>
          <p:nvSpPr>
            <p:cNvPr id="60" name="object 60">
              <a:extLst>
                <a:ext uri="{FF2B5EF4-FFF2-40B4-BE49-F238E27FC236}">
                  <a16:creationId xmlns:a16="http://schemas.microsoft.com/office/drawing/2014/main" id="{8D177EFB-1964-B309-20E3-E6D7972DA196}"/>
                </a:ext>
              </a:extLst>
            </p:cNvPr>
            <p:cNvSpPr/>
            <p:nvPr/>
          </p:nvSpPr>
          <p:spPr>
            <a:xfrm>
              <a:off x="2855404" y="1657820"/>
              <a:ext cx="35560" cy="69850"/>
            </a:xfrm>
            <a:custGeom>
              <a:avLst/>
              <a:gdLst/>
              <a:ahLst/>
              <a:cxnLst/>
              <a:rect l="l" t="t" r="r" b="b"/>
              <a:pathLst>
                <a:path w="35560" h="69850">
                  <a:moveTo>
                    <a:pt x="0" y="0"/>
                  </a:moveTo>
                  <a:lnTo>
                    <a:pt x="17526" y="69341"/>
                  </a:lnTo>
                  <a:lnTo>
                    <a:pt x="35052" y="0"/>
                  </a:lnTo>
                  <a:lnTo>
                    <a:pt x="0" y="0"/>
                  </a:lnTo>
                  <a:close/>
                </a:path>
              </a:pathLst>
            </a:custGeom>
            <a:ln w="4762">
              <a:solidFill>
                <a:srgbClr val="000000"/>
              </a:solidFill>
            </a:ln>
          </p:spPr>
          <p:txBody>
            <a:bodyPr wrap="square" lIns="0" tIns="0" rIns="0" bIns="0" rtlCol="0"/>
            <a:lstStyle/>
            <a:p>
              <a:endParaRPr/>
            </a:p>
          </p:txBody>
        </p:sp>
        <p:sp>
          <p:nvSpPr>
            <p:cNvPr id="61" name="object 61">
              <a:extLst>
                <a:ext uri="{FF2B5EF4-FFF2-40B4-BE49-F238E27FC236}">
                  <a16:creationId xmlns:a16="http://schemas.microsoft.com/office/drawing/2014/main" id="{550F6A83-ABEB-0939-3ADF-6809C42DD4F4}"/>
                </a:ext>
              </a:extLst>
            </p:cNvPr>
            <p:cNvSpPr/>
            <p:nvPr/>
          </p:nvSpPr>
          <p:spPr>
            <a:xfrm>
              <a:off x="2870162" y="1524280"/>
              <a:ext cx="5715" cy="133985"/>
            </a:xfrm>
            <a:custGeom>
              <a:avLst/>
              <a:gdLst/>
              <a:ahLst/>
              <a:cxnLst/>
              <a:rect l="l" t="t" r="r" b="b"/>
              <a:pathLst>
                <a:path w="5714" h="133985">
                  <a:moveTo>
                    <a:pt x="5435" y="0"/>
                  </a:moveTo>
                  <a:lnTo>
                    <a:pt x="0" y="0"/>
                  </a:lnTo>
                  <a:lnTo>
                    <a:pt x="0" y="133540"/>
                  </a:lnTo>
                  <a:lnTo>
                    <a:pt x="5435" y="133540"/>
                  </a:lnTo>
                  <a:lnTo>
                    <a:pt x="5435" y="0"/>
                  </a:lnTo>
                  <a:close/>
                </a:path>
              </a:pathLst>
            </a:custGeom>
            <a:solidFill>
              <a:srgbClr val="000000"/>
            </a:solidFill>
          </p:spPr>
          <p:txBody>
            <a:bodyPr wrap="square" lIns="0" tIns="0" rIns="0" bIns="0" rtlCol="0"/>
            <a:lstStyle/>
            <a:p>
              <a:endParaRPr/>
            </a:p>
          </p:txBody>
        </p:sp>
      </p:grpSp>
      <p:sp>
        <p:nvSpPr>
          <p:cNvPr id="62" name="object 62">
            <a:extLst>
              <a:ext uri="{FF2B5EF4-FFF2-40B4-BE49-F238E27FC236}">
                <a16:creationId xmlns:a16="http://schemas.microsoft.com/office/drawing/2014/main" id="{660E7D8C-882C-14A4-62DC-87E7C499EC6C}"/>
              </a:ext>
            </a:extLst>
          </p:cNvPr>
          <p:cNvSpPr txBox="1"/>
          <p:nvPr/>
        </p:nvSpPr>
        <p:spPr>
          <a:xfrm>
            <a:off x="5166104" y="1424221"/>
            <a:ext cx="2132098" cy="228909"/>
          </a:xfrm>
          <a:prstGeom prst="rect">
            <a:avLst/>
          </a:prstGeom>
        </p:spPr>
        <p:txBody>
          <a:bodyPr vert="horz" wrap="square" lIns="0" tIns="13335" rIns="0" bIns="0" rtlCol="0">
            <a:spAutoFit/>
          </a:bodyPr>
          <a:lstStyle/>
          <a:p>
            <a:pPr marL="12700">
              <a:lnSpc>
                <a:spcPct val="100000"/>
              </a:lnSpc>
              <a:spcBef>
                <a:spcPts val="105"/>
              </a:spcBef>
              <a:tabLst>
                <a:tab pos="850265" algn="l"/>
              </a:tabLst>
            </a:pPr>
            <a:r>
              <a:rPr sz="1400" spc="-25" dirty="0">
                <a:latin typeface="Microsoft Sans Serif"/>
                <a:cs typeface="Microsoft Sans Serif"/>
              </a:rPr>
              <a:t>P1</a:t>
            </a:r>
            <a:r>
              <a:rPr sz="1400" dirty="0">
                <a:latin typeface="Microsoft Sans Serif"/>
                <a:cs typeface="Microsoft Sans Serif"/>
              </a:rPr>
              <a:t>	</a:t>
            </a:r>
            <a:r>
              <a:rPr lang="es-419" sz="1400" dirty="0">
                <a:latin typeface="Microsoft Sans Serif"/>
                <a:cs typeface="Microsoft Sans Serif"/>
              </a:rPr>
              <a:t>		</a:t>
            </a:r>
            <a:r>
              <a:rPr sz="1400" spc="-25" dirty="0">
                <a:latin typeface="Microsoft Sans Serif"/>
                <a:cs typeface="Microsoft Sans Serif"/>
              </a:rPr>
              <a:t>P2</a:t>
            </a:r>
            <a:endParaRPr sz="1400" dirty="0">
              <a:latin typeface="Microsoft Sans Serif"/>
              <a:cs typeface="Microsoft Sans Serif"/>
            </a:endParaRPr>
          </a:p>
        </p:txBody>
      </p:sp>
      <p:grpSp>
        <p:nvGrpSpPr>
          <p:cNvPr id="63" name="object 63">
            <a:extLst>
              <a:ext uri="{FF2B5EF4-FFF2-40B4-BE49-F238E27FC236}">
                <a16:creationId xmlns:a16="http://schemas.microsoft.com/office/drawing/2014/main" id="{7F01A608-3F84-0790-8B1C-D88EBC05C9D5}"/>
              </a:ext>
            </a:extLst>
          </p:cNvPr>
          <p:cNvGrpSpPr/>
          <p:nvPr/>
        </p:nvGrpSpPr>
        <p:grpSpPr>
          <a:xfrm>
            <a:off x="5790667" y="1271481"/>
            <a:ext cx="974446" cy="700788"/>
            <a:chOff x="2412523" y="1391342"/>
            <a:chExt cx="466090" cy="354965"/>
          </a:xfrm>
        </p:grpSpPr>
        <p:sp>
          <p:nvSpPr>
            <p:cNvPr id="64" name="object 64">
              <a:extLst>
                <a:ext uri="{FF2B5EF4-FFF2-40B4-BE49-F238E27FC236}">
                  <a16:creationId xmlns:a16="http://schemas.microsoft.com/office/drawing/2014/main" id="{1AE0A565-B563-378D-3CEA-EF1BDE96327C}"/>
                </a:ext>
              </a:extLst>
            </p:cNvPr>
            <p:cNvSpPr/>
            <p:nvPr/>
          </p:nvSpPr>
          <p:spPr>
            <a:xfrm>
              <a:off x="2870168" y="1524280"/>
              <a:ext cx="5715" cy="133985"/>
            </a:xfrm>
            <a:custGeom>
              <a:avLst/>
              <a:gdLst/>
              <a:ahLst/>
              <a:cxnLst/>
              <a:rect l="l" t="t" r="r" b="b"/>
              <a:pathLst>
                <a:path w="5714" h="133985">
                  <a:moveTo>
                    <a:pt x="0" y="133540"/>
                  </a:moveTo>
                  <a:lnTo>
                    <a:pt x="5429" y="133540"/>
                  </a:lnTo>
                  <a:lnTo>
                    <a:pt x="5429" y="0"/>
                  </a:lnTo>
                  <a:lnTo>
                    <a:pt x="0" y="0"/>
                  </a:lnTo>
                  <a:lnTo>
                    <a:pt x="0" y="133540"/>
                  </a:lnTo>
                  <a:close/>
                </a:path>
              </a:pathLst>
            </a:custGeom>
            <a:ln w="4762">
              <a:solidFill>
                <a:srgbClr val="000000"/>
              </a:solidFill>
            </a:ln>
          </p:spPr>
          <p:txBody>
            <a:bodyPr wrap="square" lIns="0" tIns="0" rIns="0" bIns="0" rtlCol="0"/>
            <a:lstStyle/>
            <a:p>
              <a:endParaRPr/>
            </a:p>
          </p:txBody>
        </p:sp>
        <p:sp>
          <p:nvSpPr>
            <p:cNvPr id="65" name="object 65">
              <a:extLst>
                <a:ext uri="{FF2B5EF4-FFF2-40B4-BE49-F238E27FC236}">
                  <a16:creationId xmlns:a16="http://schemas.microsoft.com/office/drawing/2014/main" id="{950BA4C8-B17A-9309-D7E5-058370F8ED1E}"/>
                </a:ext>
              </a:extLst>
            </p:cNvPr>
            <p:cNvSpPr/>
            <p:nvPr/>
          </p:nvSpPr>
          <p:spPr>
            <a:xfrm>
              <a:off x="2415063" y="1647057"/>
              <a:ext cx="52705" cy="96520"/>
            </a:xfrm>
            <a:custGeom>
              <a:avLst/>
              <a:gdLst/>
              <a:ahLst/>
              <a:cxnLst/>
              <a:rect l="l" t="t" r="r" b="b"/>
              <a:pathLst>
                <a:path w="52705" h="96519">
                  <a:moveTo>
                    <a:pt x="26288" y="96297"/>
                  </a:moveTo>
                  <a:lnTo>
                    <a:pt x="0" y="0"/>
                  </a:lnTo>
                  <a:lnTo>
                    <a:pt x="52577" y="0"/>
                  </a:lnTo>
                  <a:lnTo>
                    <a:pt x="26288" y="96297"/>
                  </a:lnTo>
                  <a:close/>
                </a:path>
              </a:pathLst>
            </a:custGeom>
            <a:solidFill>
              <a:srgbClr val="FF0000"/>
            </a:solidFill>
          </p:spPr>
          <p:txBody>
            <a:bodyPr wrap="square" lIns="0" tIns="0" rIns="0" bIns="0" rtlCol="0"/>
            <a:lstStyle/>
            <a:p>
              <a:endParaRPr/>
            </a:p>
          </p:txBody>
        </p:sp>
        <p:sp>
          <p:nvSpPr>
            <p:cNvPr id="66" name="object 66">
              <a:extLst>
                <a:ext uri="{FF2B5EF4-FFF2-40B4-BE49-F238E27FC236}">
                  <a16:creationId xmlns:a16="http://schemas.microsoft.com/office/drawing/2014/main" id="{98AF6CD1-E1D2-0660-98E4-53CDB22E6DD7}"/>
                </a:ext>
              </a:extLst>
            </p:cNvPr>
            <p:cNvSpPr/>
            <p:nvPr/>
          </p:nvSpPr>
          <p:spPr>
            <a:xfrm>
              <a:off x="2415063" y="1393882"/>
              <a:ext cx="52705" cy="349885"/>
            </a:xfrm>
            <a:custGeom>
              <a:avLst/>
              <a:gdLst/>
              <a:ahLst/>
              <a:cxnLst/>
              <a:rect l="l" t="t" r="r" b="b"/>
              <a:pathLst>
                <a:path w="52705" h="349885">
                  <a:moveTo>
                    <a:pt x="52577" y="253174"/>
                  </a:moveTo>
                  <a:lnTo>
                    <a:pt x="26288" y="349472"/>
                  </a:lnTo>
                  <a:lnTo>
                    <a:pt x="0" y="253174"/>
                  </a:lnTo>
                  <a:lnTo>
                    <a:pt x="52577" y="253174"/>
                  </a:lnTo>
                  <a:close/>
                </a:path>
                <a:path w="52705" h="349885">
                  <a:moveTo>
                    <a:pt x="23717" y="253174"/>
                  </a:moveTo>
                  <a:lnTo>
                    <a:pt x="28765" y="253174"/>
                  </a:lnTo>
                  <a:lnTo>
                    <a:pt x="28765" y="189738"/>
                  </a:lnTo>
                  <a:lnTo>
                    <a:pt x="23717" y="189738"/>
                  </a:lnTo>
                  <a:lnTo>
                    <a:pt x="23717" y="253174"/>
                  </a:lnTo>
                  <a:close/>
                </a:path>
                <a:path w="52705" h="349885">
                  <a:moveTo>
                    <a:pt x="23717" y="158210"/>
                  </a:moveTo>
                  <a:lnTo>
                    <a:pt x="28765" y="158210"/>
                  </a:lnTo>
                  <a:lnTo>
                    <a:pt x="28765" y="95059"/>
                  </a:lnTo>
                  <a:lnTo>
                    <a:pt x="23717" y="95059"/>
                  </a:lnTo>
                  <a:lnTo>
                    <a:pt x="23717" y="158210"/>
                  </a:lnTo>
                  <a:close/>
                </a:path>
                <a:path w="52705" h="349885">
                  <a:moveTo>
                    <a:pt x="23717" y="63436"/>
                  </a:moveTo>
                  <a:lnTo>
                    <a:pt x="28765" y="63436"/>
                  </a:lnTo>
                  <a:lnTo>
                    <a:pt x="28765" y="0"/>
                  </a:lnTo>
                  <a:lnTo>
                    <a:pt x="23717" y="0"/>
                  </a:lnTo>
                  <a:lnTo>
                    <a:pt x="23717" y="63436"/>
                  </a:lnTo>
                  <a:close/>
                </a:path>
              </a:pathLst>
            </a:custGeom>
            <a:ln w="4762">
              <a:solidFill>
                <a:srgbClr val="FF0000"/>
              </a:solidFill>
            </a:ln>
          </p:spPr>
          <p:txBody>
            <a:bodyPr wrap="square" lIns="0" tIns="0" rIns="0" bIns="0" rtlCol="0"/>
            <a:lstStyle/>
            <a:p>
              <a:endParaRPr/>
            </a:p>
          </p:txBody>
        </p:sp>
        <p:sp>
          <p:nvSpPr>
            <p:cNvPr id="67" name="object 67">
              <a:extLst>
                <a:ext uri="{FF2B5EF4-FFF2-40B4-BE49-F238E27FC236}">
                  <a16:creationId xmlns:a16="http://schemas.microsoft.com/office/drawing/2014/main" id="{2122C37F-B5A1-0B70-E59B-009C9B65AB24}"/>
                </a:ext>
              </a:extLst>
            </p:cNvPr>
            <p:cNvSpPr/>
            <p:nvPr/>
          </p:nvSpPr>
          <p:spPr>
            <a:xfrm>
              <a:off x="2438781" y="1393882"/>
              <a:ext cx="5080" cy="0"/>
            </a:xfrm>
            <a:custGeom>
              <a:avLst/>
              <a:gdLst/>
              <a:ahLst/>
              <a:cxnLst/>
              <a:rect l="l" t="t" r="r" b="b"/>
              <a:pathLst>
                <a:path w="5080">
                  <a:moveTo>
                    <a:pt x="5048" y="0"/>
                  </a:moveTo>
                  <a:lnTo>
                    <a:pt x="0" y="0"/>
                  </a:lnTo>
                  <a:lnTo>
                    <a:pt x="5048" y="0"/>
                  </a:lnTo>
                  <a:close/>
                </a:path>
              </a:pathLst>
            </a:custGeom>
            <a:solidFill>
              <a:srgbClr val="FF0000"/>
            </a:solidFill>
          </p:spPr>
          <p:txBody>
            <a:bodyPr wrap="square" lIns="0" tIns="0" rIns="0" bIns="0" rtlCol="0"/>
            <a:lstStyle/>
            <a:p>
              <a:endParaRPr/>
            </a:p>
          </p:txBody>
        </p:sp>
      </p:grpSp>
      <p:sp>
        <p:nvSpPr>
          <p:cNvPr id="69" name="object 70">
            <a:extLst>
              <a:ext uri="{FF2B5EF4-FFF2-40B4-BE49-F238E27FC236}">
                <a16:creationId xmlns:a16="http://schemas.microsoft.com/office/drawing/2014/main" id="{163938A3-56A9-59F7-C0A3-9A514AE9B63C}"/>
              </a:ext>
            </a:extLst>
          </p:cNvPr>
          <p:cNvSpPr/>
          <p:nvPr/>
        </p:nvSpPr>
        <p:spPr>
          <a:xfrm>
            <a:off x="5845561" y="1276496"/>
            <a:ext cx="10621" cy="0"/>
          </a:xfrm>
          <a:custGeom>
            <a:avLst/>
            <a:gdLst/>
            <a:ahLst/>
            <a:cxnLst/>
            <a:rect l="l" t="t" r="r" b="b"/>
            <a:pathLst>
              <a:path w="5080">
                <a:moveTo>
                  <a:pt x="0" y="0"/>
                </a:moveTo>
                <a:lnTo>
                  <a:pt x="5048" y="0"/>
                </a:lnTo>
                <a:lnTo>
                  <a:pt x="0" y="0"/>
                </a:lnTo>
                <a:close/>
              </a:path>
            </a:pathLst>
          </a:custGeom>
          <a:ln w="4762">
            <a:solidFill>
              <a:srgbClr val="FF0000"/>
            </a:solidFill>
          </a:ln>
        </p:spPr>
        <p:txBody>
          <a:bodyPr wrap="square" lIns="0" tIns="0" rIns="0" bIns="0" rtlCol="0"/>
          <a:lstStyle/>
          <a:p>
            <a:endParaRPr/>
          </a:p>
        </p:txBody>
      </p:sp>
      <p:sp>
        <p:nvSpPr>
          <p:cNvPr id="70" name="object 71">
            <a:extLst>
              <a:ext uri="{FF2B5EF4-FFF2-40B4-BE49-F238E27FC236}">
                <a16:creationId xmlns:a16="http://schemas.microsoft.com/office/drawing/2014/main" id="{E4A7089B-FD92-3971-778F-3A479A2BBDAD}"/>
              </a:ext>
            </a:extLst>
          </p:cNvPr>
          <p:cNvSpPr/>
          <p:nvPr/>
        </p:nvSpPr>
        <p:spPr>
          <a:xfrm>
            <a:off x="4117049" y="2312635"/>
            <a:ext cx="74345" cy="94023"/>
          </a:xfrm>
          <a:custGeom>
            <a:avLst/>
            <a:gdLst/>
            <a:ahLst/>
            <a:cxnLst/>
            <a:rect l="l" t="t" r="r" b="b"/>
            <a:pathLst>
              <a:path w="35560" h="47625">
                <a:moveTo>
                  <a:pt x="35147" y="47529"/>
                </a:moveTo>
                <a:lnTo>
                  <a:pt x="0" y="47529"/>
                </a:lnTo>
                <a:lnTo>
                  <a:pt x="17526" y="0"/>
                </a:lnTo>
                <a:lnTo>
                  <a:pt x="35147" y="47529"/>
                </a:lnTo>
                <a:close/>
              </a:path>
            </a:pathLst>
          </a:custGeom>
          <a:solidFill>
            <a:srgbClr val="FF0000"/>
          </a:solidFill>
        </p:spPr>
        <p:txBody>
          <a:bodyPr wrap="square" lIns="0" tIns="0" rIns="0" bIns="0" rtlCol="0"/>
          <a:lstStyle/>
          <a:p>
            <a:endParaRPr/>
          </a:p>
        </p:txBody>
      </p:sp>
      <p:sp>
        <p:nvSpPr>
          <p:cNvPr id="71" name="object 72">
            <a:extLst>
              <a:ext uri="{FF2B5EF4-FFF2-40B4-BE49-F238E27FC236}">
                <a16:creationId xmlns:a16="http://schemas.microsoft.com/office/drawing/2014/main" id="{CD466004-4ED4-D9EF-F73F-EC506D5C3D24}"/>
              </a:ext>
            </a:extLst>
          </p:cNvPr>
          <p:cNvSpPr/>
          <p:nvPr/>
        </p:nvSpPr>
        <p:spPr>
          <a:xfrm>
            <a:off x="4117049" y="2312635"/>
            <a:ext cx="74345" cy="94023"/>
          </a:xfrm>
          <a:custGeom>
            <a:avLst/>
            <a:gdLst/>
            <a:ahLst/>
            <a:cxnLst/>
            <a:rect l="l" t="t" r="r" b="b"/>
            <a:pathLst>
              <a:path w="35560" h="47625">
                <a:moveTo>
                  <a:pt x="35147" y="47529"/>
                </a:moveTo>
                <a:lnTo>
                  <a:pt x="17526" y="0"/>
                </a:lnTo>
                <a:lnTo>
                  <a:pt x="0" y="47529"/>
                </a:lnTo>
                <a:lnTo>
                  <a:pt x="35147" y="47529"/>
                </a:lnTo>
                <a:close/>
              </a:path>
            </a:pathLst>
          </a:custGeom>
          <a:ln w="4762">
            <a:solidFill>
              <a:srgbClr val="FF0000"/>
            </a:solidFill>
          </a:ln>
        </p:spPr>
        <p:txBody>
          <a:bodyPr wrap="square" lIns="0" tIns="0" rIns="0" bIns="0" rtlCol="0"/>
          <a:lstStyle/>
          <a:p>
            <a:endParaRPr/>
          </a:p>
        </p:txBody>
      </p:sp>
      <p:sp>
        <p:nvSpPr>
          <p:cNvPr id="72" name="object 73">
            <a:extLst>
              <a:ext uri="{FF2B5EF4-FFF2-40B4-BE49-F238E27FC236}">
                <a16:creationId xmlns:a16="http://schemas.microsoft.com/office/drawing/2014/main" id="{6F6FDA1C-4EEC-2157-4F70-CB6C8DC4C4D0}"/>
              </a:ext>
            </a:extLst>
          </p:cNvPr>
          <p:cNvSpPr/>
          <p:nvPr/>
        </p:nvSpPr>
        <p:spPr>
          <a:xfrm>
            <a:off x="4150080" y="2406470"/>
            <a:ext cx="7965" cy="200583"/>
          </a:xfrm>
          <a:custGeom>
            <a:avLst/>
            <a:gdLst/>
            <a:ahLst/>
            <a:cxnLst/>
            <a:rect l="l" t="t" r="r" b="b"/>
            <a:pathLst>
              <a:path w="3810" h="101600">
                <a:moveTo>
                  <a:pt x="3429" y="0"/>
                </a:moveTo>
                <a:lnTo>
                  <a:pt x="0" y="0"/>
                </a:lnTo>
                <a:lnTo>
                  <a:pt x="0" y="101346"/>
                </a:lnTo>
                <a:lnTo>
                  <a:pt x="3429" y="97917"/>
                </a:lnTo>
                <a:lnTo>
                  <a:pt x="3429" y="0"/>
                </a:lnTo>
                <a:close/>
              </a:path>
            </a:pathLst>
          </a:custGeom>
          <a:solidFill>
            <a:srgbClr val="FF0000"/>
          </a:solidFill>
        </p:spPr>
        <p:txBody>
          <a:bodyPr wrap="square" lIns="0" tIns="0" rIns="0" bIns="0" rtlCol="0"/>
          <a:lstStyle/>
          <a:p>
            <a:endParaRPr/>
          </a:p>
        </p:txBody>
      </p:sp>
      <p:sp>
        <p:nvSpPr>
          <p:cNvPr id="73" name="object 74">
            <a:extLst>
              <a:ext uri="{FF2B5EF4-FFF2-40B4-BE49-F238E27FC236}">
                <a16:creationId xmlns:a16="http://schemas.microsoft.com/office/drawing/2014/main" id="{D0345153-8C9A-CCAD-77BA-7248ED38FE26}"/>
              </a:ext>
            </a:extLst>
          </p:cNvPr>
          <p:cNvSpPr/>
          <p:nvPr/>
        </p:nvSpPr>
        <p:spPr>
          <a:xfrm>
            <a:off x="4150107" y="2406470"/>
            <a:ext cx="7965" cy="200583"/>
          </a:xfrm>
          <a:custGeom>
            <a:avLst/>
            <a:gdLst/>
            <a:ahLst/>
            <a:cxnLst/>
            <a:rect l="l" t="t" r="r" b="b"/>
            <a:pathLst>
              <a:path w="3810" h="101600">
                <a:moveTo>
                  <a:pt x="3429" y="0"/>
                </a:moveTo>
                <a:lnTo>
                  <a:pt x="0" y="0"/>
                </a:lnTo>
                <a:lnTo>
                  <a:pt x="0" y="101346"/>
                </a:lnTo>
                <a:lnTo>
                  <a:pt x="3429" y="97916"/>
                </a:lnTo>
                <a:lnTo>
                  <a:pt x="3429" y="0"/>
                </a:lnTo>
                <a:close/>
              </a:path>
            </a:pathLst>
          </a:custGeom>
          <a:ln w="4762">
            <a:solidFill>
              <a:srgbClr val="FF0000"/>
            </a:solidFill>
          </a:ln>
        </p:spPr>
        <p:txBody>
          <a:bodyPr wrap="square" lIns="0" tIns="0" rIns="0" bIns="0" rtlCol="0"/>
          <a:lstStyle/>
          <a:p>
            <a:endParaRPr/>
          </a:p>
        </p:txBody>
      </p:sp>
      <p:sp>
        <p:nvSpPr>
          <p:cNvPr id="74" name="object 75">
            <a:extLst>
              <a:ext uri="{FF2B5EF4-FFF2-40B4-BE49-F238E27FC236}">
                <a16:creationId xmlns:a16="http://schemas.microsoft.com/office/drawing/2014/main" id="{1BEE73DB-5D41-F275-0619-43721FCDEEF6}"/>
              </a:ext>
            </a:extLst>
          </p:cNvPr>
          <p:cNvSpPr/>
          <p:nvPr/>
        </p:nvSpPr>
        <p:spPr>
          <a:xfrm>
            <a:off x="4150080" y="2599783"/>
            <a:ext cx="3402594" cy="7522"/>
          </a:xfrm>
          <a:custGeom>
            <a:avLst/>
            <a:gdLst/>
            <a:ahLst/>
            <a:cxnLst/>
            <a:rect l="l" t="t" r="r" b="b"/>
            <a:pathLst>
              <a:path w="1627504" h="3810">
                <a:moveTo>
                  <a:pt x="1626971" y="3429"/>
                </a:moveTo>
                <a:lnTo>
                  <a:pt x="1623542" y="0"/>
                </a:lnTo>
                <a:lnTo>
                  <a:pt x="3429" y="0"/>
                </a:lnTo>
                <a:lnTo>
                  <a:pt x="0" y="3429"/>
                </a:lnTo>
                <a:lnTo>
                  <a:pt x="1626971" y="3429"/>
                </a:lnTo>
                <a:close/>
              </a:path>
            </a:pathLst>
          </a:custGeom>
          <a:solidFill>
            <a:srgbClr val="FF0000"/>
          </a:solidFill>
        </p:spPr>
        <p:txBody>
          <a:bodyPr wrap="square" lIns="0" tIns="0" rIns="0" bIns="0" rtlCol="0"/>
          <a:lstStyle/>
          <a:p>
            <a:endParaRPr/>
          </a:p>
        </p:txBody>
      </p:sp>
      <p:sp>
        <p:nvSpPr>
          <p:cNvPr id="75" name="object 76">
            <a:extLst>
              <a:ext uri="{FF2B5EF4-FFF2-40B4-BE49-F238E27FC236}">
                <a16:creationId xmlns:a16="http://schemas.microsoft.com/office/drawing/2014/main" id="{6E082FB9-843F-3DB4-51AB-45FC2C527927}"/>
              </a:ext>
            </a:extLst>
          </p:cNvPr>
          <p:cNvSpPr/>
          <p:nvPr/>
        </p:nvSpPr>
        <p:spPr>
          <a:xfrm>
            <a:off x="4150107" y="2599781"/>
            <a:ext cx="3402594" cy="7522"/>
          </a:xfrm>
          <a:custGeom>
            <a:avLst/>
            <a:gdLst/>
            <a:ahLst/>
            <a:cxnLst/>
            <a:rect l="l" t="t" r="r" b="b"/>
            <a:pathLst>
              <a:path w="1627504" h="3810">
                <a:moveTo>
                  <a:pt x="3429" y="0"/>
                </a:moveTo>
                <a:lnTo>
                  <a:pt x="0" y="3429"/>
                </a:lnTo>
                <a:lnTo>
                  <a:pt x="1626965" y="3429"/>
                </a:lnTo>
                <a:lnTo>
                  <a:pt x="1623536" y="0"/>
                </a:lnTo>
                <a:lnTo>
                  <a:pt x="3429" y="0"/>
                </a:lnTo>
                <a:close/>
              </a:path>
            </a:pathLst>
          </a:custGeom>
          <a:ln w="4762">
            <a:solidFill>
              <a:srgbClr val="FF0000"/>
            </a:solidFill>
          </a:ln>
        </p:spPr>
        <p:txBody>
          <a:bodyPr wrap="square" lIns="0" tIns="0" rIns="0" bIns="0" rtlCol="0"/>
          <a:lstStyle/>
          <a:p>
            <a:endParaRPr/>
          </a:p>
        </p:txBody>
      </p:sp>
      <p:sp>
        <p:nvSpPr>
          <p:cNvPr id="76" name="object 77">
            <a:extLst>
              <a:ext uri="{FF2B5EF4-FFF2-40B4-BE49-F238E27FC236}">
                <a16:creationId xmlns:a16="http://schemas.microsoft.com/office/drawing/2014/main" id="{C948805F-016A-6605-A7C2-28D423B47144}"/>
              </a:ext>
            </a:extLst>
          </p:cNvPr>
          <p:cNvSpPr/>
          <p:nvPr/>
        </p:nvSpPr>
        <p:spPr>
          <a:xfrm>
            <a:off x="7544390" y="2406470"/>
            <a:ext cx="7965" cy="200583"/>
          </a:xfrm>
          <a:custGeom>
            <a:avLst/>
            <a:gdLst/>
            <a:ahLst/>
            <a:cxnLst/>
            <a:rect l="l" t="t" r="r" b="b"/>
            <a:pathLst>
              <a:path w="3810" h="101600">
                <a:moveTo>
                  <a:pt x="3429" y="0"/>
                </a:moveTo>
                <a:lnTo>
                  <a:pt x="0" y="0"/>
                </a:lnTo>
                <a:lnTo>
                  <a:pt x="0" y="97917"/>
                </a:lnTo>
                <a:lnTo>
                  <a:pt x="3429" y="101346"/>
                </a:lnTo>
                <a:lnTo>
                  <a:pt x="3429" y="0"/>
                </a:lnTo>
                <a:close/>
              </a:path>
            </a:pathLst>
          </a:custGeom>
          <a:solidFill>
            <a:srgbClr val="FF0000"/>
          </a:solidFill>
        </p:spPr>
        <p:txBody>
          <a:bodyPr wrap="square" lIns="0" tIns="0" rIns="0" bIns="0" rtlCol="0"/>
          <a:lstStyle/>
          <a:p>
            <a:endParaRPr/>
          </a:p>
        </p:txBody>
      </p:sp>
      <p:sp>
        <p:nvSpPr>
          <p:cNvPr id="77" name="object 78">
            <a:extLst>
              <a:ext uri="{FF2B5EF4-FFF2-40B4-BE49-F238E27FC236}">
                <a16:creationId xmlns:a16="http://schemas.microsoft.com/office/drawing/2014/main" id="{E9BD9441-3B75-3431-E6CC-DCA8929DF6E1}"/>
              </a:ext>
            </a:extLst>
          </p:cNvPr>
          <p:cNvSpPr/>
          <p:nvPr/>
        </p:nvSpPr>
        <p:spPr>
          <a:xfrm>
            <a:off x="7544403" y="2406470"/>
            <a:ext cx="7965" cy="200583"/>
          </a:xfrm>
          <a:custGeom>
            <a:avLst/>
            <a:gdLst/>
            <a:ahLst/>
            <a:cxnLst/>
            <a:rect l="l" t="t" r="r" b="b"/>
            <a:pathLst>
              <a:path w="3810" h="101600">
                <a:moveTo>
                  <a:pt x="0" y="97916"/>
                </a:moveTo>
                <a:lnTo>
                  <a:pt x="3429" y="101346"/>
                </a:lnTo>
                <a:lnTo>
                  <a:pt x="3429" y="0"/>
                </a:lnTo>
                <a:lnTo>
                  <a:pt x="0" y="0"/>
                </a:lnTo>
                <a:lnTo>
                  <a:pt x="0" y="97916"/>
                </a:lnTo>
                <a:close/>
              </a:path>
            </a:pathLst>
          </a:custGeom>
          <a:ln w="4762">
            <a:solidFill>
              <a:srgbClr val="FF0000"/>
            </a:solidFill>
          </a:ln>
        </p:spPr>
        <p:txBody>
          <a:bodyPr wrap="square" lIns="0" tIns="0" rIns="0" bIns="0" rtlCol="0"/>
          <a:lstStyle/>
          <a:p>
            <a:endParaRPr/>
          </a:p>
        </p:txBody>
      </p:sp>
      <p:sp>
        <p:nvSpPr>
          <p:cNvPr id="78" name="object 79">
            <a:extLst>
              <a:ext uri="{FF2B5EF4-FFF2-40B4-BE49-F238E27FC236}">
                <a16:creationId xmlns:a16="http://schemas.microsoft.com/office/drawing/2014/main" id="{9C03D25B-BD82-FA55-32DB-C5316C641451}"/>
              </a:ext>
            </a:extLst>
          </p:cNvPr>
          <p:cNvSpPr/>
          <p:nvPr/>
        </p:nvSpPr>
        <p:spPr>
          <a:xfrm>
            <a:off x="6602471" y="1308101"/>
            <a:ext cx="21241" cy="748426"/>
          </a:xfrm>
          <a:custGeom>
            <a:avLst/>
            <a:gdLst/>
            <a:ahLst/>
            <a:cxnLst/>
            <a:rect l="l" t="t" r="r" b="b"/>
            <a:pathLst>
              <a:path w="10160" h="379094">
                <a:moveTo>
                  <a:pt x="10096" y="0"/>
                </a:moveTo>
                <a:lnTo>
                  <a:pt x="0" y="0"/>
                </a:lnTo>
                <a:lnTo>
                  <a:pt x="0" y="368896"/>
                </a:lnTo>
                <a:lnTo>
                  <a:pt x="10096" y="378993"/>
                </a:lnTo>
                <a:lnTo>
                  <a:pt x="10096" y="0"/>
                </a:lnTo>
                <a:close/>
              </a:path>
            </a:pathLst>
          </a:custGeom>
          <a:solidFill>
            <a:srgbClr val="000000"/>
          </a:solidFill>
        </p:spPr>
        <p:txBody>
          <a:bodyPr wrap="square" lIns="0" tIns="0" rIns="0" bIns="0" rtlCol="0"/>
          <a:lstStyle/>
          <a:p>
            <a:endParaRPr/>
          </a:p>
        </p:txBody>
      </p:sp>
      <p:sp>
        <p:nvSpPr>
          <p:cNvPr id="79" name="object 80">
            <a:extLst>
              <a:ext uri="{FF2B5EF4-FFF2-40B4-BE49-F238E27FC236}">
                <a16:creationId xmlns:a16="http://schemas.microsoft.com/office/drawing/2014/main" id="{E692BA50-7E91-4A9C-15D6-86AD94D2E0C2}"/>
              </a:ext>
            </a:extLst>
          </p:cNvPr>
          <p:cNvSpPr/>
          <p:nvPr/>
        </p:nvSpPr>
        <p:spPr>
          <a:xfrm>
            <a:off x="6602484" y="1308088"/>
            <a:ext cx="21241" cy="748426"/>
          </a:xfrm>
          <a:custGeom>
            <a:avLst/>
            <a:gdLst/>
            <a:ahLst/>
            <a:cxnLst/>
            <a:rect l="l" t="t" r="r" b="b"/>
            <a:pathLst>
              <a:path w="10160" h="379094">
                <a:moveTo>
                  <a:pt x="10096" y="0"/>
                </a:moveTo>
                <a:lnTo>
                  <a:pt x="0" y="0"/>
                </a:lnTo>
                <a:lnTo>
                  <a:pt x="0" y="368903"/>
                </a:lnTo>
                <a:lnTo>
                  <a:pt x="10096" y="379000"/>
                </a:lnTo>
                <a:lnTo>
                  <a:pt x="10096" y="0"/>
                </a:lnTo>
                <a:close/>
              </a:path>
            </a:pathLst>
          </a:custGeom>
          <a:ln w="4762">
            <a:solidFill>
              <a:srgbClr val="000000"/>
            </a:solidFill>
          </a:ln>
        </p:spPr>
        <p:txBody>
          <a:bodyPr wrap="square" lIns="0" tIns="0" rIns="0" bIns="0" rtlCol="0"/>
          <a:lstStyle/>
          <a:p>
            <a:endParaRPr/>
          </a:p>
        </p:txBody>
      </p:sp>
      <p:sp>
        <p:nvSpPr>
          <p:cNvPr id="80" name="object 81">
            <a:extLst>
              <a:ext uri="{FF2B5EF4-FFF2-40B4-BE49-F238E27FC236}">
                <a16:creationId xmlns:a16="http://schemas.microsoft.com/office/drawing/2014/main" id="{F3F07FA8-A868-B6E5-8212-F8348F620F4A}"/>
              </a:ext>
            </a:extLst>
          </p:cNvPr>
          <p:cNvSpPr/>
          <p:nvPr/>
        </p:nvSpPr>
        <p:spPr>
          <a:xfrm>
            <a:off x="5850926" y="2036394"/>
            <a:ext cx="772653" cy="20058"/>
          </a:xfrm>
          <a:custGeom>
            <a:avLst/>
            <a:gdLst/>
            <a:ahLst/>
            <a:cxnLst/>
            <a:rect l="l" t="t" r="r" b="b"/>
            <a:pathLst>
              <a:path w="369569" h="10160">
                <a:moveTo>
                  <a:pt x="369570" y="10096"/>
                </a:moveTo>
                <a:lnTo>
                  <a:pt x="359473" y="0"/>
                </a:lnTo>
                <a:lnTo>
                  <a:pt x="0" y="0"/>
                </a:lnTo>
                <a:lnTo>
                  <a:pt x="0" y="10096"/>
                </a:lnTo>
                <a:lnTo>
                  <a:pt x="369570" y="10096"/>
                </a:lnTo>
                <a:close/>
              </a:path>
            </a:pathLst>
          </a:custGeom>
          <a:solidFill>
            <a:srgbClr val="000000"/>
          </a:solidFill>
        </p:spPr>
        <p:txBody>
          <a:bodyPr wrap="square" lIns="0" tIns="0" rIns="0" bIns="0" rtlCol="0"/>
          <a:lstStyle/>
          <a:p>
            <a:endParaRPr/>
          </a:p>
        </p:txBody>
      </p:sp>
      <p:sp>
        <p:nvSpPr>
          <p:cNvPr id="81" name="object 82">
            <a:extLst>
              <a:ext uri="{FF2B5EF4-FFF2-40B4-BE49-F238E27FC236}">
                <a16:creationId xmlns:a16="http://schemas.microsoft.com/office/drawing/2014/main" id="{10D9641B-64A9-B7F9-C617-D16E330D1B2C}"/>
              </a:ext>
            </a:extLst>
          </p:cNvPr>
          <p:cNvSpPr/>
          <p:nvPr/>
        </p:nvSpPr>
        <p:spPr>
          <a:xfrm>
            <a:off x="5850938" y="2036394"/>
            <a:ext cx="772653" cy="20058"/>
          </a:xfrm>
          <a:custGeom>
            <a:avLst/>
            <a:gdLst/>
            <a:ahLst/>
            <a:cxnLst/>
            <a:rect l="l" t="t" r="r" b="b"/>
            <a:pathLst>
              <a:path w="369569" h="10160">
                <a:moveTo>
                  <a:pt x="369570" y="10096"/>
                </a:moveTo>
                <a:lnTo>
                  <a:pt x="359473" y="0"/>
                </a:lnTo>
                <a:lnTo>
                  <a:pt x="0" y="0"/>
                </a:lnTo>
                <a:lnTo>
                  <a:pt x="0" y="10096"/>
                </a:lnTo>
                <a:lnTo>
                  <a:pt x="369570" y="10096"/>
                </a:lnTo>
                <a:close/>
              </a:path>
            </a:pathLst>
          </a:custGeom>
          <a:ln w="4762">
            <a:solidFill>
              <a:srgbClr val="000000"/>
            </a:solidFill>
          </a:ln>
        </p:spPr>
        <p:txBody>
          <a:bodyPr wrap="square" lIns="0" tIns="0" rIns="0" bIns="0" rtlCol="0"/>
          <a:lstStyle/>
          <a:p>
            <a:endParaRPr/>
          </a:p>
        </p:txBody>
      </p:sp>
      <p:sp>
        <p:nvSpPr>
          <p:cNvPr id="82" name="object 83">
            <a:extLst>
              <a:ext uri="{FF2B5EF4-FFF2-40B4-BE49-F238E27FC236}">
                <a16:creationId xmlns:a16="http://schemas.microsoft.com/office/drawing/2014/main" id="{F29A4648-B665-1A3E-43FE-F7292D3C93CC}"/>
              </a:ext>
            </a:extLst>
          </p:cNvPr>
          <p:cNvSpPr/>
          <p:nvPr/>
        </p:nvSpPr>
        <p:spPr>
          <a:xfrm>
            <a:off x="5078273" y="2036394"/>
            <a:ext cx="772653" cy="20058"/>
          </a:xfrm>
          <a:custGeom>
            <a:avLst/>
            <a:gdLst/>
            <a:ahLst/>
            <a:cxnLst/>
            <a:rect l="l" t="t" r="r" b="b"/>
            <a:pathLst>
              <a:path w="369569" h="10160">
                <a:moveTo>
                  <a:pt x="369570" y="0"/>
                </a:moveTo>
                <a:lnTo>
                  <a:pt x="10096" y="0"/>
                </a:lnTo>
                <a:lnTo>
                  <a:pt x="0" y="10096"/>
                </a:lnTo>
                <a:lnTo>
                  <a:pt x="369570" y="10096"/>
                </a:lnTo>
                <a:lnTo>
                  <a:pt x="369570" y="0"/>
                </a:lnTo>
                <a:close/>
              </a:path>
            </a:pathLst>
          </a:custGeom>
          <a:solidFill>
            <a:srgbClr val="000000"/>
          </a:solidFill>
        </p:spPr>
        <p:txBody>
          <a:bodyPr wrap="square" lIns="0" tIns="0" rIns="0" bIns="0" rtlCol="0"/>
          <a:lstStyle/>
          <a:p>
            <a:endParaRPr/>
          </a:p>
        </p:txBody>
      </p:sp>
      <p:sp>
        <p:nvSpPr>
          <p:cNvPr id="83" name="object 84">
            <a:extLst>
              <a:ext uri="{FF2B5EF4-FFF2-40B4-BE49-F238E27FC236}">
                <a16:creationId xmlns:a16="http://schemas.microsoft.com/office/drawing/2014/main" id="{A496BE7F-1705-BA9E-3DC1-CAF5EB8A2DAF}"/>
              </a:ext>
            </a:extLst>
          </p:cNvPr>
          <p:cNvSpPr/>
          <p:nvPr/>
        </p:nvSpPr>
        <p:spPr>
          <a:xfrm>
            <a:off x="5078286" y="2036394"/>
            <a:ext cx="772653" cy="20058"/>
          </a:xfrm>
          <a:custGeom>
            <a:avLst/>
            <a:gdLst/>
            <a:ahLst/>
            <a:cxnLst/>
            <a:rect l="l" t="t" r="r" b="b"/>
            <a:pathLst>
              <a:path w="369569" h="10160">
                <a:moveTo>
                  <a:pt x="369569" y="10096"/>
                </a:moveTo>
                <a:lnTo>
                  <a:pt x="369569" y="0"/>
                </a:lnTo>
                <a:lnTo>
                  <a:pt x="10096" y="0"/>
                </a:lnTo>
                <a:lnTo>
                  <a:pt x="0" y="10096"/>
                </a:lnTo>
                <a:lnTo>
                  <a:pt x="369569" y="10096"/>
                </a:lnTo>
                <a:close/>
              </a:path>
            </a:pathLst>
          </a:custGeom>
          <a:ln w="4762">
            <a:solidFill>
              <a:srgbClr val="000000"/>
            </a:solidFill>
          </a:ln>
        </p:spPr>
        <p:txBody>
          <a:bodyPr wrap="square" lIns="0" tIns="0" rIns="0" bIns="0" rtlCol="0"/>
          <a:lstStyle/>
          <a:p>
            <a:endParaRPr/>
          </a:p>
        </p:txBody>
      </p:sp>
      <p:sp>
        <p:nvSpPr>
          <p:cNvPr id="84" name="object 85">
            <a:extLst>
              <a:ext uri="{FF2B5EF4-FFF2-40B4-BE49-F238E27FC236}">
                <a16:creationId xmlns:a16="http://schemas.microsoft.com/office/drawing/2014/main" id="{9744B9E8-7CA5-9777-DCE9-C640BF7C4D2D}"/>
              </a:ext>
            </a:extLst>
          </p:cNvPr>
          <p:cNvSpPr/>
          <p:nvPr/>
        </p:nvSpPr>
        <p:spPr>
          <a:xfrm>
            <a:off x="5078273" y="1308101"/>
            <a:ext cx="21241" cy="748426"/>
          </a:xfrm>
          <a:custGeom>
            <a:avLst/>
            <a:gdLst/>
            <a:ahLst/>
            <a:cxnLst/>
            <a:rect l="l" t="t" r="r" b="b"/>
            <a:pathLst>
              <a:path w="10160" h="379094">
                <a:moveTo>
                  <a:pt x="10096" y="0"/>
                </a:moveTo>
                <a:lnTo>
                  <a:pt x="0" y="0"/>
                </a:lnTo>
                <a:lnTo>
                  <a:pt x="0" y="378993"/>
                </a:lnTo>
                <a:lnTo>
                  <a:pt x="10096" y="368896"/>
                </a:lnTo>
                <a:lnTo>
                  <a:pt x="10096" y="0"/>
                </a:lnTo>
                <a:close/>
              </a:path>
            </a:pathLst>
          </a:custGeom>
          <a:solidFill>
            <a:srgbClr val="000000"/>
          </a:solidFill>
        </p:spPr>
        <p:txBody>
          <a:bodyPr wrap="square" lIns="0" tIns="0" rIns="0" bIns="0" rtlCol="0"/>
          <a:lstStyle/>
          <a:p>
            <a:endParaRPr/>
          </a:p>
        </p:txBody>
      </p:sp>
      <p:sp>
        <p:nvSpPr>
          <p:cNvPr id="85" name="object 86">
            <a:extLst>
              <a:ext uri="{FF2B5EF4-FFF2-40B4-BE49-F238E27FC236}">
                <a16:creationId xmlns:a16="http://schemas.microsoft.com/office/drawing/2014/main" id="{90EFDA45-44AC-E76D-6733-610756AADA5F}"/>
              </a:ext>
            </a:extLst>
          </p:cNvPr>
          <p:cNvSpPr/>
          <p:nvPr/>
        </p:nvSpPr>
        <p:spPr>
          <a:xfrm>
            <a:off x="5078286" y="1308088"/>
            <a:ext cx="21241" cy="748426"/>
          </a:xfrm>
          <a:custGeom>
            <a:avLst/>
            <a:gdLst/>
            <a:ahLst/>
            <a:cxnLst/>
            <a:rect l="l" t="t" r="r" b="b"/>
            <a:pathLst>
              <a:path w="10160" h="379094">
                <a:moveTo>
                  <a:pt x="0" y="379000"/>
                </a:moveTo>
                <a:lnTo>
                  <a:pt x="10096" y="368903"/>
                </a:lnTo>
                <a:lnTo>
                  <a:pt x="10096" y="0"/>
                </a:lnTo>
                <a:lnTo>
                  <a:pt x="0" y="0"/>
                </a:lnTo>
                <a:lnTo>
                  <a:pt x="0" y="379000"/>
                </a:lnTo>
                <a:close/>
              </a:path>
            </a:pathLst>
          </a:custGeom>
          <a:ln w="4762">
            <a:solidFill>
              <a:srgbClr val="000000"/>
            </a:solidFill>
          </a:ln>
        </p:spPr>
        <p:txBody>
          <a:bodyPr wrap="square" lIns="0" tIns="0" rIns="0" bIns="0" rtlCol="0"/>
          <a:lstStyle/>
          <a:p>
            <a:endParaRPr/>
          </a:p>
        </p:txBody>
      </p:sp>
      <p:sp>
        <p:nvSpPr>
          <p:cNvPr id="86" name="object 87">
            <a:extLst>
              <a:ext uri="{FF2B5EF4-FFF2-40B4-BE49-F238E27FC236}">
                <a16:creationId xmlns:a16="http://schemas.microsoft.com/office/drawing/2014/main" id="{B5D36302-1E53-AA0D-A2A2-CC7156058C04}"/>
              </a:ext>
            </a:extLst>
          </p:cNvPr>
          <p:cNvSpPr/>
          <p:nvPr/>
        </p:nvSpPr>
        <p:spPr>
          <a:xfrm>
            <a:off x="4601949" y="2312635"/>
            <a:ext cx="74345" cy="94023"/>
          </a:xfrm>
          <a:custGeom>
            <a:avLst/>
            <a:gdLst/>
            <a:ahLst/>
            <a:cxnLst/>
            <a:rect l="l" t="t" r="r" b="b"/>
            <a:pathLst>
              <a:path w="35560" h="47625">
                <a:moveTo>
                  <a:pt x="35146" y="47529"/>
                </a:moveTo>
                <a:lnTo>
                  <a:pt x="0" y="47529"/>
                </a:lnTo>
                <a:lnTo>
                  <a:pt x="17525" y="0"/>
                </a:lnTo>
                <a:lnTo>
                  <a:pt x="35146" y="47529"/>
                </a:lnTo>
                <a:close/>
              </a:path>
            </a:pathLst>
          </a:custGeom>
          <a:solidFill>
            <a:srgbClr val="FF0000"/>
          </a:solidFill>
        </p:spPr>
        <p:txBody>
          <a:bodyPr wrap="square" lIns="0" tIns="0" rIns="0" bIns="0" rtlCol="0"/>
          <a:lstStyle/>
          <a:p>
            <a:endParaRPr/>
          </a:p>
        </p:txBody>
      </p:sp>
      <p:sp>
        <p:nvSpPr>
          <p:cNvPr id="87" name="object 88">
            <a:extLst>
              <a:ext uri="{FF2B5EF4-FFF2-40B4-BE49-F238E27FC236}">
                <a16:creationId xmlns:a16="http://schemas.microsoft.com/office/drawing/2014/main" id="{E74AB27E-3B5F-31EF-1091-A2A95D001F76}"/>
              </a:ext>
            </a:extLst>
          </p:cNvPr>
          <p:cNvSpPr/>
          <p:nvPr/>
        </p:nvSpPr>
        <p:spPr>
          <a:xfrm>
            <a:off x="4601949" y="2312635"/>
            <a:ext cx="74345" cy="94023"/>
          </a:xfrm>
          <a:custGeom>
            <a:avLst/>
            <a:gdLst/>
            <a:ahLst/>
            <a:cxnLst/>
            <a:rect l="l" t="t" r="r" b="b"/>
            <a:pathLst>
              <a:path w="35560" h="47625">
                <a:moveTo>
                  <a:pt x="35146" y="47529"/>
                </a:moveTo>
                <a:lnTo>
                  <a:pt x="17525" y="0"/>
                </a:lnTo>
                <a:lnTo>
                  <a:pt x="0" y="47529"/>
                </a:lnTo>
                <a:lnTo>
                  <a:pt x="35146" y="47529"/>
                </a:lnTo>
                <a:close/>
              </a:path>
            </a:pathLst>
          </a:custGeom>
          <a:ln w="4762">
            <a:solidFill>
              <a:srgbClr val="FF0000"/>
            </a:solidFill>
          </a:ln>
        </p:spPr>
        <p:txBody>
          <a:bodyPr wrap="square" lIns="0" tIns="0" rIns="0" bIns="0" rtlCol="0"/>
          <a:lstStyle/>
          <a:p>
            <a:endParaRPr/>
          </a:p>
        </p:txBody>
      </p:sp>
      <p:sp>
        <p:nvSpPr>
          <p:cNvPr id="88" name="object 89">
            <a:extLst>
              <a:ext uri="{FF2B5EF4-FFF2-40B4-BE49-F238E27FC236}">
                <a16:creationId xmlns:a16="http://schemas.microsoft.com/office/drawing/2014/main" id="{9AEADDC3-2D61-7104-2465-DB7B184ECB9F}"/>
              </a:ext>
            </a:extLst>
          </p:cNvPr>
          <p:cNvSpPr/>
          <p:nvPr/>
        </p:nvSpPr>
        <p:spPr>
          <a:xfrm>
            <a:off x="4634994" y="2406470"/>
            <a:ext cx="7965" cy="196822"/>
          </a:xfrm>
          <a:custGeom>
            <a:avLst/>
            <a:gdLst/>
            <a:ahLst/>
            <a:cxnLst/>
            <a:rect l="l" t="t" r="r" b="b"/>
            <a:pathLst>
              <a:path w="3810" h="99694">
                <a:moveTo>
                  <a:pt x="3429" y="0"/>
                </a:moveTo>
                <a:lnTo>
                  <a:pt x="0" y="0"/>
                </a:lnTo>
                <a:lnTo>
                  <a:pt x="0" y="99631"/>
                </a:lnTo>
                <a:lnTo>
                  <a:pt x="3429" y="99631"/>
                </a:lnTo>
                <a:lnTo>
                  <a:pt x="3429" y="0"/>
                </a:lnTo>
                <a:close/>
              </a:path>
            </a:pathLst>
          </a:custGeom>
          <a:solidFill>
            <a:srgbClr val="FF0000"/>
          </a:solidFill>
        </p:spPr>
        <p:txBody>
          <a:bodyPr wrap="square" lIns="0" tIns="0" rIns="0" bIns="0" rtlCol="0"/>
          <a:lstStyle/>
          <a:p>
            <a:endParaRPr/>
          </a:p>
        </p:txBody>
      </p:sp>
      <p:sp>
        <p:nvSpPr>
          <p:cNvPr id="89" name="object 90">
            <a:extLst>
              <a:ext uri="{FF2B5EF4-FFF2-40B4-BE49-F238E27FC236}">
                <a16:creationId xmlns:a16="http://schemas.microsoft.com/office/drawing/2014/main" id="{A0F1EA73-08D0-0D28-4B6E-E1E836FD551E}"/>
              </a:ext>
            </a:extLst>
          </p:cNvPr>
          <p:cNvSpPr/>
          <p:nvPr/>
        </p:nvSpPr>
        <p:spPr>
          <a:xfrm>
            <a:off x="4635007" y="2406470"/>
            <a:ext cx="7965" cy="196822"/>
          </a:xfrm>
          <a:custGeom>
            <a:avLst/>
            <a:gdLst/>
            <a:ahLst/>
            <a:cxnLst/>
            <a:rect l="l" t="t" r="r" b="b"/>
            <a:pathLst>
              <a:path w="3810" h="99694">
                <a:moveTo>
                  <a:pt x="3429" y="0"/>
                </a:moveTo>
                <a:lnTo>
                  <a:pt x="0" y="0"/>
                </a:lnTo>
                <a:lnTo>
                  <a:pt x="0" y="99631"/>
                </a:lnTo>
                <a:lnTo>
                  <a:pt x="3429" y="99631"/>
                </a:lnTo>
                <a:lnTo>
                  <a:pt x="3429" y="0"/>
                </a:lnTo>
                <a:close/>
              </a:path>
            </a:pathLst>
          </a:custGeom>
          <a:ln w="4762">
            <a:solidFill>
              <a:srgbClr val="FF0000"/>
            </a:solidFill>
          </a:ln>
        </p:spPr>
        <p:txBody>
          <a:bodyPr wrap="square" lIns="0" tIns="0" rIns="0" bIns="0" rtlCol="0"/>
          <a:lstStyle/>
          <a:p>
            <a:endParaRPr/>
          </a:p>
        </p:txBody>
      </p:sp>
      <p:sp>
        <p:nvSpPr>
          <p:cNvPr id="90" name="object 91">
            <a:extLst>
              <a:ext uri="{FF2B5EF4-FFF2-40B4-BE49-F238E27FC236}">
                <a16:creationId xmlns:a16="http://schemas.microsoft.com/office/drawing/2014/main" id="{94055279-E382-0141-73F3-2F133E278762}"/>
              </a:ext>
            </a:extLst>
          </p:cNvPr>
          <p:cNvSpPr/>
          <p:nvPr/>
        </p:nvSpPr>
        <p:spPr>
          <a:xfrm>
            <a:off x="5086849" y="2312635"/>
            <a:ext cx="74345" cy="94023"/>
          </a:xfrm>
          <a:custGeom>
            <a:avLst/>
            <a:gdLst/>
            <a:ahLst/>
            <a:cxnLst/>
            <a:rect l="l" t="t" r="r" b="b"/>
            <a:pathLst>
              <a:path w="35560" h="47625">
                <a:moveTo>
                  <a:pt x="35052" y="47529"/>
                </a:moveTo>
                <a:lnTo>
                  <a:pt x="0" y="47529"/>
                </a:lnTo>
                <a:lnTo>
                  <a:pt x="17525" y="0"/>
                </a:lnTo>
                <a:lnTo>
                  <a:pt x="35052" y="47529"/>
                </a:lnTo>
                <a:close/>
              </a:path>
            </a:pathLst>
          </a:custGeom>
          <a:solidFill>
            <a:srgbClr val="FF0000"/>
          </a:solidFill>
        </p:spPr>
        <p:txBody>
          <a:bodyPr wrap="square" lIns="0" tIns="0" rIns="0" bIns="0" rtlCol="0"/>
          <a:lstStyle/>
          <a:p>
            <a:endParaRPr/>
          </a:p>
        </p:txBody>
      </p:sp>
      <p:sp>
        <p:nvSpPr>
          <p:cNvPr id="91" name="object 92">
            <a:extLst>
              <a:ext uri="{FF2B5EF4-FFF2-40B4-BE49-F238E27FC236}">
                <a16:creationId xmlns:a16="http://schemas.microsoft.com/office/drawing/2014/main" id="{E6B324BC-9959-A0C0-C532-3E3EC1E8566A}"/>
              </a:ext>
            </a:extLst>
          </p:cNvPr>
          <p:cNvSpPr/>
          <p:nvPr/>
        </p:nvSpPr>
        <p:spPr>
          <a:xfrm>
            <a:off x="5086849" y="2312635"/>
            <a:ext cx="74345" cy="94023"/>
          </a:xfrm>
          <a:custGeom>
            <a:avLst/>
            <a:gdLst/>
            <a:ahLst/>
            <a:cxnLst/>
            <a:rect l="l" t="t" r="r" b="b"/>
            <a:pathLst>
              <a:path w="35560" h="47625">
                <a:moveTo>
                  <a:pt x="35052" y="47529"/>
                </a:moveTo>
                <a:lnTo>
                  <a:pt x="17525" y="0"/>
                </a:lnTo>
                <a:lnTo>
                  <a:pt x="0" y="47529"/>
                </a:lnTo>
                <a:lnTo>
                  <a:pt x="35052" y="47529"/>
                </a:lnTo>
                <a:close/>
              </a:path>
            </a:pathLst>
          </a:custGeom>
          <a:ln w="4762">
            <a:solidFill>
              <a:srgbClr val="FF0000"/>
            </a:solidFill>
          </a:ln>
        </p:spPr>
        <p:txBody>
          <a:bodyPr wrap="square" lIns="0" tIns="0" rIns="0" bIns="0" rtlCol="0"/>
          <a:lstStyle/>
          <a:p>
            <a:endParaRPr/>
          </a:p>
        </p:txBody>
      </p:sp>
      <p:sp>
        <p:nvSpPr>
          <p:cNvPr id="92" name="object 93">
            <a:extLst>
              <a:ext uri="{FF2B5EF4-FFF2-40B4-BE49-F238E27FC236}">
                <a16:creationId xmlns:a16="http://schemas.microsoft.com/office/drawing/2014/main" id="{428F69F2-4DBB-959D-B74E-DF4441395E9A}"/>
              </a:ext>
            </a:extLst>
          </p:cNvPr>
          <p:cNvSpPr/>
          <p:nvPr/>
        </p:nvSpPr>
        <p:spPr>
          <a:xfrm>
            <a:off x="5120093" y="2406470"/>
            <a:ext cx="7965" cy="196822"/>
          </a:xfrm>
          <a:custGeom>
            <a:avLst/>
            <a:gdLst/>
            <a:ahLst/>
            <a:cxnLst/>
            <a:rect l="l" t="t" r="r" b="b"/>
            <a:pathLst>
              <a:path w="3810" h="99694">
                <a:moveTo>
                  <a:pt x="3340" y="0"/>
                </a:moveTo>
                <a:lnTo>
                  <a:pt x="0" y="0"/>
                </a:lnTo>
                <a:lnTo>
                  <a:pt x="0" y="99631"/>
                </a:lnTo>
                <a:lnTo>
                  <a:pt x="3340" y="99631"/>
                </a:lnTo>
                <a:lnTo>
                  <a:pt x="3340" y="0"/>
                </a:lnTo>
                <a:close/>
              </a:path>
            </a:pathLst>
          </a:custGeom>
          <a:solidFill>
            <a:srgbClr val="FF0000"/>
          </a:solidFill>
        </p:spPr>
        <p:txBody>
          <a:bodyPr wrap="square" lIns="0" tIns="0" rIns="0" bIns="0" rtlCol="0"/>
          <a:lstStyle/>
          <a:p>
            <a:endParaRPr/>
          </a:p>
        </p:txBody>
      </p:sp>
      <p:sp>
        <p:nvSpPr>
          <p:cNvPr id="93" name="object 94">
            <a:extLst>
              <a:ext uri="{FF2B5EF4-FFF2-40B4-BE49-F238E27FC236}">
                <a16:creationId xmlns:a16="http://schemas.microsoft.com/office/drawing/2014/main" id="{C33CAE3E-4637-8343-24A4-9ABE9BD882D1}"/>
              </a:ext>
            </a:extLst>
          </p:cNvPr>
          <p:cNvSpPr/>
          <p:nvPr/>
        </p:nvSpPr>
        <p:spPr>
          <a:xfrm>
            <a:off x="5120105" y="2406470"/>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94" name="object 95">
            <a:extLst>
              <a:ext uri="{FF2B5EF4-FFF2-40B4-BE49-F238E27FC236}">
                <a16:creationId xmlns:a16="http://schemas.microsoft.com/office/drawing/2014/main" id="{128A9293-4784-91CD-4846-B664408D8DC4}"/>
              </a:ext>
            </a:extLst>
          </p:cNvPr>
          <p:cNvSpPr/>
          <p:nvPr/>
        </p:nvSpPr>
        <p:spPr>
          <a:xfrm>
            <a:off x="5571749" y="2312635"/>
            <a:ext cx="74345" cy="94023"/>
          </a:xfrm>
          <a:custGeom>
            <a:avLst/>
            <a:gdLst/>
            <a:ahLst/>
            <a:cxnLst/>
            <a:rect l="l" t="t" r="r" b="b"/>
            <a:pathLst>
              <a:path w="35560" h="47625">
                <a:moveTo>
                  <a:pt x="35051" y="47529"/>
                </a:moveTo>
                <a:lnTo>
                  <a:pt x="0" y="47529"/>
                </a:lnTo>
                <a:lnTo>
                  <a:pt x="17525" y="0"/>
                </a:lnTo>
                <a:lnTo>
                  <a:pt x="35051" y="47529"/>
                </a:lnTo>
                <a:close/>
              </a:path>
            </a:pathLst>
          </a:custGeom>
          <a:solidFill>
            <a:srgbClr val="FF0000"/>
          </a:solidFill>
        </p:spPr>
        <p:txBody>
          <a:bodyPr wrap="square" lIns="0" tIns="0" rIns="0" bIns="0" rtlCol="0"/>
          <a:lstStyle/>
          <a:p>
            <a:endParaRPr/>
          </a:p>
        </p:txBody>
      </p:sp>
      <p:sp>
        <p:nvSpPr>
          <p:cNvPr id="95" name="object 96">
            <a:extLst>
              <a:ext uri="{FF2B5EF4-FFF2-40B4-BE49-F238E27FC236}">
                <a16:creationId xmlns:a16="http://schemas.microsoft.com/office/drawing/2014/main" id="{B0D0BAAA-D6B7-B12F-53C9-1F7308F8D396}"/>
              </a:ext>
            </a:extLst>
          </p:cNvPr>
          <p:cNvSpPr/>
          <p:nvPr/>
        </p:nvSpPr>
        <p:spPr>
          <a:xfrm>
            <a:off x="5571749" y="2312635"/>
            <a:ext cx="74345" cy="94023"/>
          </a:xfrm>
          <a:custGeom>
            <a:avLst/>
            <a:gdLst/>
            <a:ahLst/>
            <a:cxnLst/>
            <a:rect l="l" t="t" r="r" b="b"/>
            <a:pathLst>
              <a:path w="35560" h="47625">
                <a:moveTo>
                  <a:pt x="35051" y="47529"/>
                </a:moveTo>
                <a:lnTo>
                  <a:pt x="17525" y="0"/>
                </a:lnTo>
                <a:lnTo>
                  <a:pt x="0" y="47529"/>
                </a:lnTo>
                <a:lnTo>
                  <a:pt x="35051" y="47529"/>
                </a:lnTo>
                <a:close/>
              </a:path>
            </a:pathLst>
          </a:custGeom>
          <a:ln w="4762">
            <a:solidFill>
              <a:srgbClr val="FF0000"/>
            </a:solidFill>
          </a:ln>
        </p:spPr>
        <p:txBody>
          <a:bodyPr wrap="square" lIns="0" tIns="0" rIns="0" bIns="0" rtlCol="0"/>
          <a:lstStyle/>
          <a:p>
            <a:endParaRPr/>
          </a:p>
        </p:txBody>
      </p:sp>
      <p:sp>
        <p:nvSpPr>
          <p:cNvPr id="96" name="object 97">
            <a:extLst>
              <a:ext uri="{FF2B5EF4-FFF2-40B4-BE49-F238E27FC236}">
                <a16:creationId xmlns:a16="http://schemas.microsoft.com/office/drawing/2014/main" id="{A6083726-72C0-DEC5-22A7-530CC2ADE3A4}"/>
              </a:ext>
            </a:extLst>
          </p:cNvPr>
          <p:cNvSpPr/>
          <p:nvPr/>
        </p:nvSpPr>
        <p:spPr>
          <a:xfrm>
            <a:off x="5605005" y="2406470"/>
            <a:ext cx="7965" cy="196822"/>
          </a:xfrm>
          <a:custGeom>
            <a:avLst/>
            <a:gdLst/>
            <a:ahLst/>
            <a:cxnLst/>
            <a:rect l="l" t="t" r="r" b="b"/>
            <a:pathLst>
              <a:path w="3810" h="99694">
                <a:moveTo>
                  <a:pt x="3327" y="0"/>
                </a:moveTo>
                <a:lnTo>
                  <a:pt x="0" y="0"/>
                </a:lnTo>
                <a:lnTo>
                  <a:pt x="0" y="99631"/>
                </a:lnTo>
                <a:lnTo>
                  <a:pt x="3327" y="99631"/>
                </a:lnTo>
                <a:lnTo>
                  <a:pt x="3327" y="0"/>
                </a:lnTo>
                <a:close/>
              </a:path>
            </a:pathLst>
          </a:custGeom>
          <a:solidFill>
            <a:srgbClr val="FF0000"/>
          </a:solidFill>
        </p:spPr>
        <p:txBody>
          <a:bodyPr wrap="square" lIns="0" tIns="0" rIns="0" bIns="0" rtlCol="0"/>
          <a:lstStyle/>
          <a:p>
            <a:endParaRPr/>
          </a:p>
        </p:txBody>
      </p:sp>
      <p:sp>
        <p:nvSpPr>
          <p:cNvPr id="97" name="object 98">
            <a:extLst>
              <a:ext uri="{FF2B5EF4-FFF2-40B4-BE49-F238E27FC236}">
                <a16:creationId xmlns:a16="http://schemas.microsoft.com/office/drawing/2014/main" id="{B3937A0E-91AC-2195-BBDC-C13EE2010ED6}"/>
              </a:ext>
            </a:extLst>
          </p:cNvPr>
          <p:cNvSpPr/>
          <p:nvPr/>
        </p:nvSpPr>
        <p:spPr>
          <a:xfrm>
            <a:off x="5605005" y="2406470"/>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98" name="object 99">
            <a:extLst>
              <a:ext uri="{FF2B5EF4-FFF2-40B4-BE49-F238E27FC236}">
                <a16:creationId xmlns:a16="http://schemas.microsoft.com/office/drawing/2014/main" id="{E0BBA9C4-F1AC-080D-E3A5-64B7EFC113E2}"/>
              </a:ext>
            </a:extLst>
          </p:cNvPr>
          <p:cNvSpPr/>
          <p:nvPr/>
        </p:nvSpPr>
        <p:spPr>
          <a:xfrm>
            <a:off x="6056647" y="2312635"/>
            <a:ext cx="74345" cy="94023"/>
          </a:xfrm>
          <a:custGeom>
            <a:avLst/>
            <a:gdLst/>
            <a:ahLst/>
            <a:cxnLst/>
            <a:rect l="l" t="t" r="r" b="b"/>
            <a:pathLst>
              <a:path w="35560" h="47625">
                <a:moveTo>
                  <a:pt x="35051" y="47529"/>
                </a:moveTo>
                <a:lnTo>
                  <a:pt x="0" y="47529"/>
                </a:lnTo>
                <a:lnTo>
                  <a:pt x="17621" y="0"/>
                </a:lnTo>
                <a:lnTo>
                  <a:pt x="35051" y="47529"/>
                </a:lnTo>
                <a:close/>
              </a:path>
            </a:pathLst>
          </a:custGeom>
          <a:solidFill>
            <a:srgbClr val="FF0000"/>
          </a:solidFill>
        </p:spPr>
        <p:txBody>
          <a:bodyPr wrap="square" lIns="0" tIns="0" rIns="0" bIns="0" rtlCol="0"/>
          <a:lstStyle/>
          <a:p>
            <a:endParaRPr/>
          </a:p>
        </p:txBody>
      </p:sp>
      <p:sp>
        <p:nvSpPr>
          <p:cNvPr id="99" name="object 100">
            <a:extLst>
              <a:ext uri="{FF2B5EF4-FFF2-40B4-BE49-F238E27FC236}">
                <a16:creationId xmlns:a16="http://schemas.microsoft.com/office/drawing/2014/main" id="{D17ECB4E-1A5F-23E7-E120-A39DA74A5DD4}"/>
              </a:ext>
            </a:extLst>
          </p:cNvPr>
          <p:cNvSpPr/>
          <p:nvPr/>
        </p:nvSpPr>
        <p:spPr>
          <a:xfrm>
            <a:off x="6056647" y="2312635"/>
            <a:ext cx="74345" cy="94023"/>
          </a:xfrm>
          <a:custGeom>
            <a:avLst/>
            <a:gdLst/>
            <a:ahLst/>
            <a:cxnLst/>
            <a:rect l="l" t="t" r="r" b="b"/>
            <a:pathLst>
              <a:path w="35560" h="47625">
                <a:moveTo>
                  <a:pt x="35051" y="47529"/>
                </a:moveTo>
                <a:lnTo>
                  <a:pt x="17621" y="0"/>
                </a:lnTo>
                <a:lnTo>
                  <a:pt x="0" y="47529"/>
                </a:lnTo>
                <a:lnTo>
                  <a:pt x="35051" y="47529"/>
                </a:lnTo>
                <a:close/>
              </a:path>
            </a:pathLst>
          </a:custGeom>
          <a:ln w="4762">
            <a:solidFill>
              <a:srgbClr val="FF0000"/>
            </a:solidFill>
          </a:ln>
        </p:spPr>
        <p:txBody>
          <a:bodyPr wrap="square" lIns="0" tIns="0" rIns="0" bIns="0" rtlCol="0"/>
          <a:lstStyle/>
          <a:p>
            <a:endParaRPr/>
          </a:p>
        </p:txBody>
      </p:sp>
      <p:sp>
        <p:nvSpPr>
          <p:cNvPr id="100" name="object 101">
            <a:extLst>
              <a:ext uri="{FF2B5EF4-FFF2-40B4-BE49-F238E27FC236}">
                <a16:creationId xmlns:a16="http://schemas.microsoft.com/office/drawing/2014/main" id="{1F879105-14C9-0309-3CFD-749426DD88D3}"/>
              </a:ext>
            </a:extLst>
          </p:cNvPr>
          <p:cNvSpPr/>
          <p:nvPr/>
        </p:nvSpPr>
        <p:spPr>
          <a:xfrm>
            <a:off x="6089891" y="2406470"/>
            <a:ext cx="7965" cy="196822"/>
          </a:xfrm>
          <a:custGeom>
            <a:avLst/>
            <a:gdLst/>
            <a:ahLst/>
            <a:cxnLst/>
            <a:rect l="l" t="t" r="r" b="b"/>
            <a:pathLst>
              <a:path w="3810" h="99694">
                <a:moveTo>
                  <a:pt x="3327" y="0"/>
                </a:moveTo>
                <a:lnTo>
                  <a:pt x="0" y="0"/>
                </a:lnTo>
                <a:lnTo>
                  <a:pt x="0" y="99631"/>
                </a:lnTo>
                <a:lnTo>
                  <a:pt x="3327" y="99631"/>
                </a:lnTo>
                <a:lnTo>
                  <a:pt x="3327" y="0"/>
                </a:lnTo>
                <a:close/>
              </a:path>
            </a:pathLst>
          </a:custGeom>
          <a:solidFill>
            <a:srgbClr val="FF0000"/>
          </a:solidFill>
        </p:spPr>
        <p:txBody>
          <a:bodyPr wrap="square" lIns="0" tIns="0" rIns="0" bIns="0" rtlCol="0"/>
          <a:lstStyle/>
          <a:p>
            <a:endParaRPr/>
          </a:p>
        </p:txBody>
      </p:sp>
      <p:sp>
        <p:nvSpPr>
          <p:cNvPr id="101" name="object 102">
            <a:extLst>
              <a:ext uri="{FF2B5EF4-FFF2-40B4-BE49-F238E27FC236}">
                <a16:creationId xmlns:a16="http://schemas.microsoft.com/office/drawing/2014/main" id="{E17F6F8D-AD3F-67A4-16FF-90FD4E4CE96C}"/>
              </a:ext>
            </a:extLst>
          </p:cNvPr>
          <p:cNvSpPr/>
          <p:nvPr/>
        </p:nvSpPr>
        <p:spPr>
          <a:xfrm>
            <a:off x="6089903" y="2406470"/>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102" name="object 103">
            <a:extLst>
              <a:ext uri="{FF2B5EF4-FFF2-40B4-BE49-F238E27FC236}">
                <a16:creationId xmlns:a16="http://schemas.microsoft.com/office/drawing/2014/main" id="{29517659-8229-1140-8264-2037CF795AE5}"/>
              </a:ext>
            </a:extLst>
          </p:cNvPr>
          <p:cNvSpPr/>
          <p:nvPr/>
        </p:nvSpPr>
        <p:spPr>
          <a:xfrm>
            <a:off x="6541547" y="2312635"/>
            <a:ext cx="74345" cy="94023"/>
          </a:xfrm>
          <a:custGeom>
            <a:avLst/>
            <a:gdLst/>
            <a:ahLst/>
            <a:cxnLst/>
            <a:rect l="l" t="t" r="r" b="b"/>
            <a:pathLst>
              <a:path w="35560" h="47625">
                <a:moveTo>
                  <a:pt x="35147" y="47529"/>
                </a:moveTo>
                <a:lnTo>
                  <a:pt x="0" y="47529"/>
                </a:lnTo>
                <a:lnTo>
                  <a:pt x="17621" y="0"/>
                </a:lnTo>
                <a:lnTo>
                  <a:pt x="35147" y="47529"/>
                </a:lnTo>
                <a:close/>
              </a:path>
            </a:pathLst>
          </a:custGeom>
          <a:solidFill>
            <a:srgbClr val="FF0000"/>
          </a:solidFill>
        </p:spPr>
        <p:txBody>
          <a:bodyPr wrap="square" lIns="0" tIns="0" rIns="0" bIns="0" rtlCol="0"/>
          <a:lstStyle/>
          <a:p>
            <a:endParaRPr/>
          </a:p>
        </p:txBody>
      </p:sp>
      <p:sp>
        <p:nvSpPr>
          <p:cNvPr id="103" name="object 104">
            <a:extLst>
              <a:ext uri="{FF2B5EF4-FFF2-40B4-BE49-F238E27FC236}">
                <a16:creationId xmlns:a16="http://schemas.microsoft.com/office/drawing/2014/main" id="{731B99FA-7AC8-F4D6-10CB-4E118B642304}"/>
              </a:ext>
            </a:extLst>
          </p:cNvPr>
          <p:cNvSpPr/>
          <p:nvPr/>
        </p:nvSpPr>
        <p:spPr>
          <a:xfrm>
            <a:off x="6541547" y="2312635"/>
            <a:ext cx="74345" cy="94023"/>
          </a:xfrm>
          <a:custGeom>
            <a:avLst/>
            <a:gdLst/>
            <a:ahLst/>
            <a:cxnLst/>
            <a:rect l="l" t="t" r="r" b="b"/>
            <a:pathLst>
              <a:path w="35560" h="47625">
                <a:moveTo>
                  <a:pt x="35147" y="47529"/>
                </a:moveTo>
                <a:lnTo>
                  <a:pt x="17621" y="0"/>
                </a:lnTo>
                <a:lnTo>
                  <a:pt x="0" y="47529"/>
                </a:lnTo>
                <a:lnTo>
                  <a:pt x="35147" y="47529"/>
                </a:lnTo>
                <a:close/>
              </a:path>
            </a:pathLst>
          </a:custGeom>
          <a:ln w="4762">
            <a:solidFill>
              <a:srgbClr val="FF0000"/>
            </a:solidFill>
          </a:ln>
        </p:spPr>
        <p:txBody>
          <a:bodyPr wrap="square" lIns="0" tIns="0" rIns="0" bIns="0" rtlCol="0"/>
          <a:lstStyle/>
          <a:p>
            <a:endParaRPr/>
          </a:p>
        </p:txBody>
      </p:sp>
      <p:sp>
        <p:nvSpPr>
          <p:cNvPr id="104" name="object 105">
            <a:extLst>
              <a:ext uri="{FF2B5EF4-FFF2-40B4-BE49-F238E27FC236}">
                <a16:creationId xmlns:a16="http://schemas.microsoft.com/office/drawing/2014/main" id="{E7C8E1A2-74CA-35B7-325F-2921D1BE4EDC}"/>
              </a:ext>
            </a:extLst>
          </p:cNvPr>
          <p:cNvSpPr/>
          <p:nvPr/>
        </p:nvSpPr>
        <p:spPr>
          <a:xfrm>
            <a:off x="6574776" y="2406470"/>
            <a:ext cx="7965" cy="196822"/>
          </a:xfrm>
          <a:custGeom>
            <a:avLst/>
            <a:gdLst/>
            <a:ahLst/>
            <a:cxnLst/>
            <a:rect l="l" t="t" r="r" b="b"/>
            <a:pathLst>
              <a:path w="3810" h="99694">
                <a:moveTo>
                  <a:pt x="3340" y="0"/>
                </a:moveTo>
                <a:lnTo>
                  <a:pt x="0" y="0"/>
                </a:lnTo>
                <a:lnTo>
                  <a:pt x="0" y="99631"/>
                </a:lnTo>
                <a:lnTo>
                  <a:pt x="3340" y="99631"/>
                </a:lnTo>
                <a:lnTo>
                  <a:pt x="3340" y="0"/>
                </a:lnTo>
                <a:close/>
              </a:path>
            </a:pathLst>
          </a:custGeom>
          <a:solidFill>
            <a:srgbClr val="FF0000"/>
          </a:solidFill>
        </p:spPr>
        <p:txBody>
          <a:bodyPr wrap="square" lIns="0" tIns="0" rIns="0" bIns="0" rtlCol="0"/>
          <a:lstStyle/>
          <a:p>
            <a:endParaRPr/>
          </a:p>
        </p:txBody>
      </p:sp>
      <p:sp>
        <p:nvSpPr>
          <p:cNvPr id="105" name="object 106">
            <a:extLst>
              <a:ext uri="{FF2B5EF4-FFF2-40B4-BE49-F238E27FC236}">
                <a16:creationId xmlns:a16="http://schemas.microsoft.com/office/drawing/2014/main" id="{7D74E9B3-A530-9737-06D9-017A794FF12F}"/>
              </a:ext>
            </a:extLst>
          </p:cNvPr>
          <p:cNvSpPr/>
          <p:nvPr/>
        </p:nvSpPr>
        <p:spPr>
          <a:xfrm>
            <a:off x="6574803" y="2406470"/>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106" name="object 107">
            <a:extLst>
              <a:ext uri="{FF2B5EF4-FFF2-40B4-BE49-F238E27FC236}">
                <a16:creationId xmlns:a16="http://schemas.microsoft.com/office/drawing/2014/main" id="{C5FA47E0-B7E3-8C7B-8E37-A962584E699C}"/>
              </a:ext>
            </a:extLst>
          </p:cNvPr>
          <p:cNvSpPr/>
          <p:nvPr/>
        </p:nvSpPr>
        <p:spPr>
          <a:xfrm>
            <a:off x="7026447" y="2312635"/>
            <a:ext cx="74345" cy="94023"/>
          </a:xfrm>
          <a:custGeom>
            <a:avLst/>
            <a:gdLst/>
            <a:ahLst/>
            <a:cxnLst/>
            <a:rect l="l" t="t" r="r" b="b"/>
            <a:pathLst>
              <a:path w="35560" h="47625">
                <a:moveTo>
                  <a:pt x="35146" y="47529"/>
                </a:moveTo>
                <a:lnTo>
                  <a:pt x="0" y="47529"/>
                </a:lnTo>
                <a:lnTo>
                  <a:pt x="17525" y="0"/>
                </a:lnTo>
                <a:lnTo>
                  <a:pt x="35146" y="47529"/>
                </a:lnTo>
                <a:close/>
              </a:path>
            </a:pathLst>
          </a:custGeom>
          <a:solidFill>
            <a:srgbClr val="FF0000"/>
          </a:solidFill>
        </p:spPr>
        <p:txBody>
          <a:bodyPr wrap="square" lIns="0" tIns="0" rIns="0" bIns="0" rtlCol="0"/>
          <a:lstStyle/>
          <a:p>
            <a:endParaRPr/>
          </a:p>
        </p:txBody>
      </p:sp>
      <p:sp>
        <p:nvSpPr>
          <p:cNvPr id="107" name="object 108">
            <a:extLst>
              <a:ext uri="{FF2B5EF4-FFF2-40B4-BE49-F238E27FC236}">
                <a16:creationId xmlns:a16="http://schemas.microsoft.com/office/drawing/2014/main" id="{2B4D429F-0F8B-32E9-B6B1-8BD0872C9F3F}"/>
              </a:ext>
            </a:extLst>
          </p:cNvPr>
          <p:cNvSpPr/>
          <p:nvPr/>
        </p:nvSpPr>
        <p:spPr>
          <a:xfrm>
            <a:off x="7026447" y="2312635"/>
            <a:ext cx="74345" cy="94023"/>
          </a:xfrm>
          <a:custGeom>
            <a:avLst/>
            <a:gdLst/>
            <a:ahLst/>
            <a:cxnLst/>
            <a:rect l="l" t="t" r="r" b="b"/>
            <a:pathLst>
              <a:path w="35560" h="47625">
                <a:moveTo>
                  <a:pt x="35146" y="47529"/>
                </a:moveTo>
                <a:lnTo>
                  <a:pt x="17525" y="0"/>
                </a:lnTo>
                <a:lnTo>
                  <a:pt x="0" y="47529"/>
                </a:lnTo>
                <a:lnTo>
                  <a:pt x="35146" y="47529"/>
                </a:lnTo>
                <a:close/>
              </a:path>
            </a:pathLst>
          </a:custGeom>
          <a:ln w="4762">
            <a:solidFill>
              <a:srgbClr val="FF0000"/>
            </a:solidFill>
          </a:ln>
        </p:spPr>
        <p:txBody>
          <a:bodyPr wrap="square" lIns="0" tIns="0" rIns="0" bIns="0" rtlCol="0"/>
          <a:lstStyle/>
          <a:p>
            <a:endParaRPr/>
          </a:p>
        </p:txBody>
      </p:sp>
      <p:sp>
        <p:nvSpPr>
          <p:cNvPr id="108" name="object 109">
            <a:extLst>
              <a:ext uri="{FF2B5EF4-FFF2-40B4-BE49-F238E27FC236}">
                <a16:creationId xmlns:a16="http://schemas.microsoft.com/office/drawing/2014/main" id="{9061E1D1-E577-92FE-EF61-DA2FE448C19A}"/>
              </a:ext>
            </a:extLst>
          </p:cNvPr>
          <p:cNvSpPr/>
          <p:nvPr/>
        </p:nvSpPr>
        <p:spPr>
          <a:xfrm>
            <a:off x="7059691" y="2406470"/>
            <a:ext cx="7965" cy="196822"/>
          </a:xfrm>
          <a:custGeom>
            <a:avLst/>
            <a:gdLst/>
            <a:ahLst/>
            <a:cxnLst/>
            <a:rect l="l" t="t" r="r" b="b"/>
            <a:pathLst>
              <a:path w="3810" h="99694">
                <a:moveTo>
                  <a:pt x="3340" y="0"/>
                </a:moveTo>
                <a:lnTo>
                  <a:pt x="0" y="0"/>
                </a:lnTo>
                <a:lnTo>
                  <a:pt x="0" y="99631"/>
                </a:lnTo>
                <a:lnTo>
                  <a:pt x="3340" y="99631"/>
                </a:lnTo>
                <a:lnTo>
                  <a:pt x="3340" y="0"/>
                </a:lnTo>
                <a:close/>
              </a:path>
            </a:pathLst>
          </a:custGeom>
          <a:solidFill>
            <a:srgbClr val="FF0000"/>
          </a:solidFill>
        </p:spPr>
        <p:txBody>
          <a:bodyPr wrap="square" lIns="0" tIns="0" rIns="0" bIns="0" rtlCol="0"/>
          <a:lstStyle/>
          <a:p>
            <a:endParaRPr/>
          </a:p>
        </p:txBody>
      </p:sp>
      <p:sp>
        <p:nvSpPr>
          <p:cNvPr id="109" name="object 110">
            <a:extLst>
              <a:ext uri="{FF2B5EF4-FFF2-40B4-BE49-F238E27FC236}">
                <a16:creationId xmlns:a16="http://schemas.microsoft.com/office/drawing/2014/main" id="{AC0A4526-142B-090B-0D63-BA60A71EBA8F}"/>
              </a:ext>
            </a:extLst>
          </p:cNvPr>
          <p:cNvSpPr/>
          <p:nvPr/>
        </p:nvSpPr>
        <p:spPr>
          <a:xfrm>
            <a:off x="7059703" y="2406470"/>
            <a:ext cx="7965" cy="196822"/>
          </a:xfrm>
          <a:custGeom>
            <a:avLst/>
            <a:gdLst/>
            <a:ahLst/>
            <a:cxnLst/>
            <a:rect l="l" t="t" r="r" b="b"/>
            <a:pathLst>
              <a:path w="3810" h="99694">
                <a:moveTo>
                  <a:pt x="3333" y="0"/>
                </a:moveTo>
                <a:lnTo>
                  <a:pt x="0" y="0"/>
                </a:lnTo>
                <a:lnTo>
                  <a:pt x="0" y="99631"/>
                </a:lnTo>
                <a:lnTo>
                  <a:pt x="3333" y="99631"/>
                </a:lnTo>
                <a:lnTo>
                  <a:pt x="3333" y="0"/>
                </a:lnTo>
                <a:close/>
              </a:path>
            </a:pathLst>
          </a:custGeom>
          <a:ln w="4762">
            <a:solidFill>
              <a:srgbClr val="FF0000"/>
            </a:solidFill>
          </a:ln>
        </p:spPr>
        <p:txBody>
          <a:bodyPr wrap="square" lIns="0" tIns="0" rIns="0" bIns="0" rtlCol="0"/>
          <a:lstStyle/>
          <a:p>
            <a:endParaRPr/>
          </a:p>
        </p:txBody>
      </p:sp>
      <p:sp>
        <p:nvSpPr>
          <p:cNvPr id="110" name="object 111">
            <a:extLst>
              <a:ext uri="{FF2B5EF4-FFF2-40B4-BE49-F238E27FC236}">
                <a16:creationId xmlns:a16="http://schemas.microsoft.com/office/drawing/2014/main" id="{71FF74A7-5C42-C945-D3A0-8CF95F2D7B10}"/>
              </a:ext>
            </a:extLst>
          </p:cNvPr>
          <p:cNvSpPr/>
          <p:nvPr/>
        </p:nvSpPr>
        <p:spPr>
          <a:xfrm>
            <a:off x="7511347" y="2312635"/>
            <a:ext cx="74345" cy="94023"/>
          </a:xfrm>
          <a:custGeom>
            <a:avLst/>
            <a:gdLst/>
            <a:ahLst/>
            <a:cxnLst/>
            <a:rect l="l" t="t" r="r" b="b"/>
            <a:pathLst>
              <a:path w="35560" h="47625">
                <a:moveTo>
                  <a:pt x="35147" y="47529"/>
                </a:moveTo>
                <a:lnTo>
                  <a:pt x="0" y="47529"/>
                </a:lnTo>
                <a:lnTo>
                  <a:pt x="17525" y="0"/>
                </a:lnTo>
                <a:lnTo>
                  <a:pt x="35147" y="47529"/>
                </a:lnTo>
                <a:close/>
              </a:path>
            </a:pathLst>
          </a:custGeom>
          <a:solidFill>
            <a:srgbClr val="FF0000"/>
          </a:solidFill>
        </p:spPr>
        <p:txBody>
          <a:bodyPr wrap="square" lIns="0" tIns="0" rIns="0" bIns="0" rtlCol="0"/>
          <a:lstStyle/>
          <a:p>
            <a:endParaRPr/>
          </a:p>
        </p:txBody>
      </p:sp>
      <p:sp>
        <p:nvSpPr>
          <p:cNvPr id="111" name="object 112">
            <a:extLst>
              <a:ext uri="{FF2B5EF4-FFF2-40B4-BE49-F238E27FC236}">
                <a16:creationId xmlns:a16="http://schemas.microsoft.com/office/drawing/2014/main" id="{EFC11AF6-2D15-95DC-4F84-0267038F7709}"/>
              </a:ext>
            </a:extLst>
          </p:cNvPr>
          <p:cNvSpPr/>
          <p:nvPr/>
        </p:nvSpPr>
        <p:spPr>
          <a:xfrm>
            <a:off x="7511347" y="2312635"/>
            <a:ext cx="74345" cy="94023"/>
          </a:xfrm>
          <a:custGeom>
            <a:avLst/>
            <a:gdLst/>
            <a:ahLst/>
            <a:cxnLst/>
            <a:rect l="l" t="t" r="r" b="b"/>
            <a:pathLst>
              <a:path w="35560" h="47625">
                <a:moveTo>
                  <a:pt x="35147" y="47529"/>
                </a:moveTo>
                <a:lnTo>
                  <a:pt x="17525" y="0"/>
                </a:lnTo>
                <a:lnTo>
                  <a:pt x="0" y="47529"/>
                </a:lnTo>
                <a:lnTo>
                  <a:pt x="35147" y="47529"/>
                </a:lnTo>
                <a:close/>
              </a:path>
            </a:pathLst>
          </a:custGeom>
          <a:ln w="4762">
            <a:solidFill>
              <a:srgbClr val="FF0000"/>
            </a:solidFill>
          </a:ln>
        </p:spPr>
        <p:txBody>
          <a:bodyPr wrap="square" lIns="0" tIns="0" rIns="0" bIns="0" rtlCol="0"/>
          <a:lstStyle/>
          <a:p>
            <a:endParaRPr/>
          </a:p>
        </p:txBody>
      </p:sp>
      <p:cxnSp>
        <p:nvCxnSpPr>
          <p:cNvPr id="6" name="Conector recto de flecha 5">
            <a:extLst>
              <a:ext uri="{FF2B5EF4-FFF2-40B4-BE49-F238E27FC236}">
                <a16:creationId xmlns:a16="http://schemas.microsoft.com/office/drawing/2014/main" id="{341F6757-5C99-16B1-8773-D8B2D6ECD0FA}"/>
              </a:ext>
            </a:extLst>
          </p:cNvPr>
          <p:cNvCxnSpPr/>
          <p:nvPr/>
        </p:nvCxnSpPr>
        <p:spPr>
          <a:xfrm>
            <a:off x="4158045" y="2760779"/>
            <a:ext cx="169813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AB08B182-61D8-5778-F4AF-B8A9CB465B16}"/>
              </a:ext>
            </a:extLst>
          </p:cNvPr>
          <p:cNvCxnSpPr/>
          <p:nvPr/>
        </p:nvCxnSpPr>
        <p:spPr>
          <a:xfrm>
            <a:off x="5887555" y="2760779"/>
            <a:ext cx="169813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6" name="object 33">
            <a:extLst>
              <a:ext uri="{FF2B5EF4-FFF2-40B4-BE49-F238E27FC236}">
                <a16:creationId xmlns:a16="http://schemas.microsoft.com/office/drawing/2014/main" id="{3853C2A5-2175-18B9-98C1-6FBCA7BD2329}"/>
              </a:ext>
            </a:extLst>
          </p:cNvPr>
          <p:cNvSpPr txBox="1"/>
          <p:nvPr/>
        </p:nvSpPr>
        <p:spPr>
          <a:xfrm>
            <a:off x="6623579" y="2803190"/>
            <a:ext cx="555822" cy="257763"/>
          </a:xfrm>
          <a:prstGeom prst="rect">
            <a:avLst/>
          </a:prstGeom>
        </p:spPr>
        <p:txBody>
          <a:bodyPr vert="horz" wrap="square" lIns="0" tIns="11430" rIns="0" bIns="0" rtlCol="0">
            <a:spAutoFit/>
          </a:bodyPr>
          <a:lstStyle/>
          <a:p>
            <a:pPr marL="12700">
              <a:lnSpc>
                <a:spcPct val="100000"/>
              </a:lnSpc>
              <a:spcBef>
                <a:spcPts val="90"/>
              </a:spcBef>
            </a:pPr>
            <a:r>
              <a:rPr sz="1600" spc="-25" dirty="0">
                <a:latin typeface="Aptos "/>
                <a:cs typeface="Microsoft Sans Serif"/>
              </a:rPr>
              <a:t>L</a:t>
            </a:r>
            <a:r>
              <a:rPr sz="1600" dirty="0">
                <a:latin typeface="Aptos "/>
              </a:rPr>
              <a:t>/</a:t>
            </a:r>
            <a:r>
              <a:rPr lang="es-CO" sz="1600" dirty="0">
                <a:latin typeface="Aptos "/>
              </a:rPr>
              <a:t>2</a:t>
            </a:r>
            <a:endParaRPr sz="1600" dirty="0">
              <a:latin typeface="Aptos "/>
            </a:endParaRPr>
          </a:p>
        </p:txBody>
      </p:sp>
      <p:cxnSp>
        <p:nvCxnSpPr>
          <p:cNvPr id="27" name="Conector recto de flecha 26">
            <a:extLst>
              <a:ext uri="{FF2B5EF4-FFF2-40B4-BE49-F238E27FC236}">
                <a16:creationId xmlns:a16="http://schemas.microsoft.com/office/drawing/2014/main" id="{40BA33FC-0AE5-5191-8733-BF307578EF8F}"/>
              </a:ext>
            </a:extLst>
          </p:cNvPr>
          <p:cNvCxnSpPr>
            <a:cxnSpLocks/>
          </p:cNvCxnSpPr>
          <p:nvPr/>
        </p:nvCxnSpPr>
        <p:spPr>
          <a:xfrm>
            <a:off x="4140572" y="4525560"/>
            <a:ext cx="340493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Conector recto de flecha 28">
            <a:extLst>
              <a:ext uri="{FF2B5EF4-FFF2-40B4-BE49-F238E27FC236}">
                <a16:creationId xmlns:a16="http://schemas.microsoft.com/office/drawing/2014/main" id="{7531C5A3-9109-1DD4-00A3-88A7A8F66C01}"/>
              </a:ext>
            </a:extLst>
          </p:cNvPr>
          <p:cNvCxnSpPr>
            <a:cxnSpLocks/>
          </p:cNvCxnSpPr>
          <p:nvPr/>
        </p:nvCxnSpPr>
        <p:spPr>
          <a:xfrm flipV="1">
            <a:off x="7833159" y="3289528"/>
            <a:ext cx="0" cy="100743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1" name="object 33">
            <a:extLst>
              <a:ext uri="{FF2B5EF4-FFF2-40B4-BE49-F238E27FC236}">
                <a16:creationId xmlns:a16="http://schemas.microsoft.com/office/drawing/2014/main" id="{13DD2B4B-F595-5A99-7DEC-6D4B16B054D9}"/>
              </a:ext>
            </a:extLst>
          </p:cNvPr>
          <p:cNvSpPr txBox="1"/>
          <p:nvPr/>
        </p:nvSpPr>
        <p:spPr>
          <a:xfrm>
            <a:off x="5814746" y="4550153"/>
            <a:ext cx="235049" cy="257763"/>
          </a:xfrm>
          <a:prstGeom prst="rect">
            <a:avLst/>
          </a:prstGeom>
        </p:spPr>
        <p:txBody>
          <a:bodyPr vert="horz" wrap="square" lIns="0" tIns="11430" rIns="0" bIns="0" rtlCol="0">
            <a:spAutoFit/>
          </a:bodyPr>
          <a:lstStyle/>
          <a:p>
            <a:pPr marL="12700">
              <a:lnSpc>
                <a:spcPct val="100000"/>
              </a:lnSpc>
              <a:spcBef>
                <a:spcPts val="90"/>
              </a:spcBef>
            </a:pPr>
            <a:r>
              <a:rPr sz="1600" spc="-25" dirty="0">
                <a:latin typeface="Aptos "/>
                <a:cs typeface="Microsoft Sans Serif"/>
              </a:rPr>
              <a:t>L</a:t>
            </a:r>
            <a:endParaRPr sz="1600" dirty="0">
              <a:latin typeface="Aptos "/>
            </a:endParaRPr>
          </a:p>
        </p:txBody>
      </p:sp>
      <p:sp>
        <p:nvSpPr>
          <p:cNvPr id="32" name="object 33">
            <a:extLst>
              <a:ext uri="{FF2B5EF4-FFF2-40B4-BE49-F238E27FC236}">
                <a16:creationId xmlns:a16="http://schemas.microsoft.com/office/drawing/2014/main" id="{1FF34768-14CD-A39E-74C1-D9FD33D53FE9}"/>
              </a:ext>
            </a:extLst>
          </p:cNvPr>
          <p:cNvSpPr txBox="1"/>
          <p:nvPr/>
        </p:nvSpPr>
        <p:spPr>
          <a:xfrm>
            <a:off x="7969105" y="3641034"/>
            <a:ext cx="410555" cy="257763"/>
          </a:xfrm>
          <a:prstGeom prst="rect">
            <a:avLst/>
          </a:prstGeom>
        </p:spPr>
        <p:txBody>
          <a:bodyPr vert="horz" wrap="square" lIns="0" tIns="11430" rIns="0" bIns="0" rtlCol="0">
            <a:spAutoFit/>
          </a:bodyPr>
          <a:lstStyle/>
          <a:p>
            <a:pPr marL="12700">
              <a:lnSpc>
                <a:spcPct val="100000"/>
              </a:lnSpc>
              <a:spcBef>
                <a:spcPts val="90"/>
              </a:spcBef>
            </a:pPr>
            <a:r>
              <a:rPr lang="es-419" sz="1600" spc="-25" dirty="0">
                <a:latin typeface="Aptos "/>
                <a:cs typeface="Microsoft Sans Serif"/>
              </a:rPr>
              <a:t>B</a:t>
            </a:r>
            <a:endParaRPr sz="1600" dirty="0">
              <a:latin typeface="Aptos "/>
            </a:endParaRPr>
          </a:p>
        </p:txBody>
      </p:sp>
      <p:sp>
        <p:nvSpPr>
          <p:cNvPr id="113" name="object 33">
            <a:extLst>
              <a:ext uri="{FF2B5EF4-FFF2-40B4-BE49-F238E27FC236}">
                <a16:creationId xmlns:a16="http://schemas.microsoft.com/office/drawing/2014/main" id="{B99F916F-5989-1421-AAFB-7055728A6F0C}"/>
              </a:ext>
            </a:extLst>
          </p:cNvPr>
          <p:cNvSpPr txBox="1"/>
          <p:nvPr/>
        </p:nvSpPr>
        <p:spPr>
          <a:xfrm>
            <a:off x="5770030" y="887291"/>
            <a:ext cx="235049" cy="257763"/>
          </a:xfrm>
          <a:prstGeom prst="rect">
            <a:avLst/>
          </a:prstGeom>
        </p:spPr>
        <p:txBody>
          <a:bodyPr vert="horz" wrap="square" lIns="0" tIns="11430" rIns="0" bIns="0" rtlCol="0">
            <a:spAutoFit/>
          </a:bodyPr>
          <a:lstStyle/>
          <a:p>
            <a:pPr marL="12700">
              <a:lnSpc>
                <a:spcPct val="100000"/>
              </a:lnSpc>
              <a:spcBef>
                <a:spcPts val="90"/>
              </a:spcBef>
            </a:pPr>
            <a:r>
              <a:rPr lang="es-419" sz="1600" spc="-25" dirty="0">
                <a:latin typeface="Aptos "/>
                <a:cs typeface="Microsoft Sans Serif"/>
              </a:rPr>
              <a:t>R</a:t>
            </a:r>
            <a:endParaRPr sz="1600" dirty="0">
              <a:latin typeface="Aptos "/>
            </a:endParaRPr>
          </a:p>
        </p:txBody>
      </p:sp>
      <p:pic>
        <p:nvPicPr>
          <p:cNvPr id="68" name="object 24">
            <a:extLst>
              <a:ext uri="{FF2B5EF4-FFF2-40B4-BE49-F238E27FC236}">
                <a16:creationId xmlns:a16="http://schemas.microsoft.com/office/drawing/2014/main" id="{866B2029-4669-EDAE-F60C-BDEBE6EB4FC5}"/>
              </a:ext>
            </a:extLst>
          </p:cNvPr>
          <p:cNvPicPr/>
          <p:nvPr/>
        </p:nvPicPr>
        <p:blipFill>
          <a:blip r:embed="rId8" cstate="print"/>
          <a:stretch>
            <a:fillRect/>
          </a:stretch>
        </p:blipFill>
        <p:spPr>
          <a:xfrm>
            <a:off x="4140572" y="5960125"/>
            <a:ext cx="3445119" cy="786306"/>
          </a:xfrm>
          <a:prstGeom prst="rect">
            <a:avLst/>
          </a:prstGeom>
        </p:spPr>
      </p:pic>
      <p:grpSp>
        <p:nvGrpSpPr>
          <p:cNvPr id="127" name="Grupo 126">
            <a:extLst>
              <a:ext uri="{FF2B5EF4-FFF2-40B4-BE49-F238E27FC236}">
                <a16:creationId xmlns:a16="http://schemas.microsoft.com/office/drawing/2014/main" id="{B88663B6-85FC-424F-0AC3-B6DBF3148E2A}"/>
              </a:ext>
            </a:extLst>
          </p:cNvPr>
          <p:cNvGrpSpPr/>
          <p:nvPr/>
        </p:nvGrpSpPr>
        <p:grpSpPr>
          <a:xfrm>
            <a:off x="4184542" y="4891786"/>
            <a:ext cx="3394298" cy="926829"/>
            <a:chOff x="9549915" y="3717912"/>
            <a:chExt cx="1841754" cy="480918"/>
          </a:xfrm>
        </p:grpSpPr>
        <p:sp>
          <p:nvSpPr>
            <p:cNvPr id="36" name="object 23">
              <a:extLst>
                <a:ext uri="{FF2B5EF4-FFF2-40B4-BE49-F238E27FC236}">
                  <a16:creationId xmlns:a16="http://schemas.microsoft.com/office/drawing/2014/main" id="{00D5DF6C-C4E1-90E7-7AE5-737A27FCF262}"/>
                </a:ext>
              </a:extLst>
            </p:cNvPr>
            <p:cNvSpPr/>
            <p:nvPr/>
          </p:nvSpPr>
          <p:spPr>
            <a:xfrm>
              <a:off x="9585920" y="3732581"/>
              <a:ext cx="1767205" cy="453390"/>
            </a:xfrm>
            <a:custGeom>
              <a:avLst/>
              <a:gdLst/>
              <a:ahLst/>
              <a:cxnLst/>
              <a:rect l="l" t="t" r="r" b="b"/>
              <a:pathLst>
                <a:path w="1767205" h="453389">
                  <a:moveTo>
                    <a:pt x="0" y="225742"/>
                  </a:moveTo>
                  <a:lnTo>
                    <a:pt x="0" y="206597"/>
                  </a:lnTo>
                </a:path>
                <a:path w="1767205" h="453389">
                  <a:moveTo>
                    <a:pt x="47720" y="225742"/>
                  </a:moveTo>
                  <a:lnTo>
                    <a:pt x="47720" y="180784"/>
                  </a:lnTo>
                </a:path>
                <a:path w="1767205" h="453389">
                  <a:moveTo>
                    <a:pt x="95535" y="225742"/>
                  </a:moveTo>
                  <a:lnTo>
                    <a:pt x="95535" y="154971"/>
                  </a:lnTo>
                </a:path>
                <a:path w="1767205" h="453389">
                  <a:moveTo>
                    <a:pt x="143256" y="225742"/>
                  </a:moveTo>
                  <a:lnTo>
                    <a:pt x="143256" y="129063"/>
                  </a:lnTo>
                </a:path>
                <a:path w="1767205" h="453389">
                  <a:moveTo>
                    <a:pt x="190976" y="225742"/>
                  </a:moveTo>
                  <a:lnTo>
                    <a:pt x="190976" y="103250"/>
                  </a:lnTo>
                </a:path>
                <a:path w="1767205" h="453389">
                  <a:moveTo>
                    <a:pt x="238696" y="225742"/>
                  </a:moveTo>
                  <a:lnTo>
                    <a:pt x="238696" y="77438"/>
                  </a:lnTo>
                </a:path>
                <a:path w="1767205" h="453389">
                  <a:moveTo>
                    <a:pt x="286511" y="225742"/>
                  </a:moveTo>
                  <a:lnTo>
                    <a:pt x="286511" y="51625"/>
                  </a:lnTo>
                </a:path>
                <a:path w="1767205" h="453389">
                  <a:moveTo>
                    <a:pt x="334232" y="225742"/>
                  </a:moveTo>
                  <a:lnTo>
                    <a:pt x="334232" y="25812"/>
                  </a:lnTo>
                </a:path>
                <a:path w="1767205" h="453389">
                  <a:moveTo>
                    <a:pt x="381952" y="225742"/>
                  </a:moveTo>
                  <a:lnTo>
                    <a:pt x="381952" y="0"/>
                  </a:lnTo>
                </a:path>
                <a:path w="1767205" h="453389">
                  <a:moveTo>
                    <a:pt x="429768" y="451199"/>
                  </a:moveTo>
                  <a:lnTo>
                    <a:pt x="429768" y="225742"/>
                  </a:lnTo>
                </a:path>
                <a:path w="1767205" h="453389">
                  <a:moveTo>
                    <a:pt x="477488" y="427577"/>
                  </a:moveTo>
                  <a:lnTo>
                    <a:pt x="477488" y="225742"/>
                  </a:lnTo>
                </a:path>
                <a:path w="1767205" h="453389">
                  <a:moveTo>
                    <a:pt x="525208" y="403955"/>
                  </a:moveTo>
                  <a:lnTo>
                    <a:pt x="525208" y="225742"/>
                  </a:lnTo>
                </a:path>
                <a:path w="1767205" h="453389">
                  <a:moveTo>
                    <a:pt x="573023" y="380238"/>
                  </a:moveTo>
                  <a:lnTo>
                    <a:pt x="573023" y="225742"/>
                  </a:lnTo>
                </a:path>
                <a:path w="1767205" h="453389">
                  <a:moveTo>
                    <a:pt x="620744" y="356520"/>
                  </a:moveTo>
                  <a:lnTo>
                    <a:pt x="620744" y="225742"/>
                  </a:lnTo>
                </a:path>
                <a:path w="1767205" h="453389">
                  <a:moveTo>
                    <a:pt x="668559" y="332898"/>
                  </a:moveTo>
                  <a:lnTo>
                    <a:pt x="668559" y="225742"/>
                  </a:lnTo>
                </a:path>
                <a:path w="1767205" h="453389">
                  <a:moveTo>
                    <a:pt x="716280" y="309276"/>
                  </a:moveTo>
                  <a:lnTo>
                    <a:pt x="716280" y="225742"/>
                  </a:lnTo>
                </a:path>
                <a:path w="1767205" h="453389">
                  <a:moveTo>
                    <a:pt x="764000" y="285654"/>
                  </a:moveTo>
                  <a:lnTo>
                    <a:pt x="764000" y="225742"/>
                  </a:lnTo>
                </a:path>
                <a:path w="1767205" h="453389">
                  <a:moveTo>
                    <a:pt x="811720" y="261937"/>
                  </a:moveTo>
                  <a:lnTo>
                    <a:pt x="811720" y="225742"/>
                  </a:lnTo>
                </a:path>
                <a:path w="1767205" h="453389">
                  <a:moveTo>
                    <a:pt x="859440" y="238315"/>
                  </a:moveTo>
                  <a:lnTo>
                    <a:pt x="859440" y="225742"/>
                  </a:lnTo>
                </a:path>
                <a:path w="1767205" h="453389">
                  <a:moveTo>
                    <a:pt x="907256" y="225742"/>
                  </a:moveTo>
                  <a:lnTo>
                    <a:pt x="907256" y="214693"/>
                  </a:lnTo>
                </a:path>
                <a:path w="1767205" h="453389">
                  <a:moveTo>
                    <a:pt x="954976" y="225742"/>
                  </a:moveTo>
                  <a:lnTo>
                    <a:pt x="954976" y="190881"/>
                  </a:lnTo>
                </a:path>
                <a:path w="1767205" h="453389">
                  <a:moveTo>
                    <a:pt x="1002696" y="225742"/>
                  </a:moveTo>
                  <a:lnTo>
                    <a:pt x="1002696" y="167258"/>
                  </a:lnTo>
                </a:path>
                <a:path w="1767205" h="453389">
                  <a:moveTo>
                    <a:pt x="1050512" y="225742"/>
                  </a:moveTo>
                  <a:lnTo>
                    <a:pt x="1050512" y="143637"/>
                  </a:lnTo>
                </a:path>
                <a:path w="1767205" h="453389">
                  <a:moveTo>
                    <a:pt x="1098232" y="225742"/>
                  </a:moveTo>
                  <a:lnTo>
                    <a:pt x="1098232" y="120015"/>
                  </a:lnTo>
                </a:path>
                <a:path w="1767205" h="453389">
                  <a:moveTo>
                    <a:pt x="1146048" y="225742"/>
                  </a:moveTo>
                  <a:lnTo>
                    <a:pt x="1146048" y="96297"/>
                  </a:lnTo>
                </a:path>
                <a:path w="1767205" h="453389">
                  <a:moveTo>
                    <a:pt x="1193768" y="225742"/>
                  </a:moveTo>
                  <a:lnTo>
                    <a:pt x="1193768" y="72675"/>
                  </a:lnTo>
                </a:path>
                <a:path w="1767205" h="453389">
                  <a:moveTo>
                    <a:pt x="1241488" y="225742"/>
                  </a:moveTo>
                  <a:lnTo>
                    <a:pt x="1241488" y="49053"/>
                  </a:lnTo>
                </a:path>
                <a:path w="1767205" h="453389">
                  <a:moveTo>
                    <a:pt x="1289303" y="225742"/>
                  </a:moveTo>
                  <a:lnTo>
                    <a:pt x="1289303" y="25336"/>
                  </a:lnTo>
                </a:path>
                <a:path w="1767205" h="453389">
                  <a:moveTo>
                    <a:pt x="1337024" y="225742"/>
                  </a:moveTo>
                  <a:lnTo>
                    <a:pt x="1337024" y="1619"/>
                  </a:lnTo>
                </a:path>
                <a:path w="1767205" h="453389">
                  <a:moveTo>
                    <a:pt x="1384744" y="453008"/>
                  </a:moveTo>
                  <a:lnTo>
                    <a:pt x="1384744" y="225742"/>
                  </a:lnTo>
                </a:path>
                <a:path w="1767205" h="453389">
                  <a:moveTo>
                    <a:pt x="1432464" y="427196"/>
                  </a:moveTo>
                  <a:lnTo>
                    <a:pt x="1432464" y="225742"/>
                  </a:lnTo>
                </a:path>
                <a:path w="1767205" h="453389">
                  <a:moveTo>
                    <a:pt x="1480185" y="401383"/>
                  </a:moveTo>
                  <a:lnTo>
                    <a:pt x="1480185" y="225742"/>
                  </a:lnTo>
                </a:path>
                <a:path w="1767205" h="453389">
                  <a:moveTo>
                    <a:pt x="1528000" y="375570"/>
                  </a:moveTo>
                  <a:lnTo>
                    <a:pt x="1528000" y="225742"/>
                  </a:lnTo>
                </a:path>
                <a:path w="1767205" h="453389">
                  <a:moveTo>
                    <a:pt x="1575720" y="349758"/>
                  </a:moveTo>
                  <a:lnTo>
                    <a:pt x="1575720" y="225742"/>
                  </a:lnTo>
                </a:path>
                <a:path w="1767205" h="453389">
                  <a:moveTo>
                    <a:pt x="1623536" y="323945"/>
                  </a:moveTo>
                  <a:lnTo>
                    <a:pt x="1623536" y="225742"/>
                  </a:lnTo>
                </a:path>
                <a:path w="1767205" h="453389">
                  <a:moveTo>
                    <a:pt x="1671256" y="298132"/>
                  </a:moveTo>
                  <a:lnTo>
                    <a:pt x="1671256" y="225742"/>
                  </a:lnTo>
                </a:path>
                <a:path w="1767205" h="453389">
                  <a:moveTo>
                    <a:pt x="1718976" y="272319"/>
                  </a:moveTo>
                  <a:lnTo>
                    <a:pt x="1718976" y="225742"/>
                  </a:lnTo>
                </a:path>
                <a:path w="1767205" h="453389">
                  <a:moveTo>
                    <a:pt x="1766792" y="246507"/>
                  </a:moveTo>
                  <a:lnTo>
                    <a:pt x="1766792" y="225742"/>
                  </a:lnTo>
                </a:path>
              </a:pathLst>
            </a:custGeom>
            <a:ln w="4762">
              <a:solidFill>
                <a:srgbClr val="FF0000"/>
              </a:solidFill>
            </a:ln>
          </p:spPr>
          <p:txBody>
            <a:bodyPr wrap="square" lIns="0" tIns="0" rIns="0" bIns="0" rtlCol="0"/>
            <a:lstStyle/>
            <a:p>
              <a:endParaRPr/>
            </a:p>
          </p:txBody>
        </p:sp>
        <p:sp>
          <p:nvSpPr>
            <p:cNvPr id="112" name="object 25">
              <a:extLst>
                <a:ext uri="{FF2B5EF4-FFF2-40B4-BE49-F238E27FC236}">
                  <a16:creationId xmlns:a16="http://schemas.microsoft.com/office/drawing/2014/main" id="{E4EFBDFD-0762-C2B2-894A-967A9CBB303A}"/>
                </a:ext>
              </a:extLst>
            </p:cNvPr>
            <p:cNvSpPr/>
            <p:nvPr/>
          </p:nvSpPr>
          <p:spPr>
            <a:xfrm>
              <a:off x="9549916" y="3717919"/>
              <a:ext cx="442595" cy="241935"/>
            </a:xfrm>
            <a:custGeom>
              <a:avLst/>
              <a:gdLst/>
              <a:ahLst/>
              <a:cxnLst/>
              <a:rect l="l" t="t" r="r" b="b"/>
              <a:pathLst>
                <a:path w="442594" h="241935">
                  <a:moveTo>
                    <a:pt x="442048" y="0"/>
                  </a:moveTo>
                  <a:lnTo>
                    <a:pt x="0" y="238975"/>
                  </a:lnTo>
                  <a:lnTo>
                    <a:pt x="1130" y="241744"/>
                  </a:lnTo>
                  <a:lnTo>
                    <a:pt x="439381" y="4851"/>
                  </a:lnTo>
                  <a:lnTo>
                    <a:pt x="442048" y="0"/>
                  </a:lnTo>
                  <a:close/>
                </a:path>
              </a:pathLst>
            </a:custGeom>
            <a:solidFill>
              <a:srgbClr val="000000"/>
            </a:solidFill>
          </p:spPr>
          <p:txBody>
            <a:bodyPr wrap="square" lIns="0" tIns="0" rIns="0" bIns="0" rtlCol="0"/>
            <a:lstStyle/>
            <a:p>
              <a:endParaRPr/>
            </a:p>
          </p:txBody>
        </p:sp>
        <p:sp>
          <p:nvSpPr>
            <p:cNvPr id="116" name="object 26">
              <a:extLst>
                <a:ext uri="{FF2B5EF4-FFF2-40B4-BE49-F238E27FC236}">
                  <a16:creationId xmlns:a16="http://schemas.microsoft.com/office/drawing/2014/main" id="{07B2D81D-99D2-5723-350B-572A7800FE71}"/>
                </a:ext>
              </a:extLst>
            </p:cNvPr>
            <p:cNvSpPr/>
            <p:nvPr/>
          </p:nvSpPr>
          <p:spPr>
            <a:xfrm>
              <a:off x="9549915" y="3717912"/>
              <a:ext cx="442595" cy="241935"/>
            </a:xfrm>
            <a:custGeom>
              <a:avLst/>
              <a:gdLst/>
              <a:ahLst/>
              <a:cxnLst/>
              <a:rect l="l" t="t" r="r" b="b"/>
              <a:pathLst>
                <a:path w="442594" h="241935">
                  <a:moveTo>
                    <a:pt x="0" y="238982"/>
                  </a:moveTo>
                  <a:lnTo>
                    <a:pt x="1142" y="241744"/>
                  </a:lnTo>
                  <a:lnTo>
                    <a:pt x="439388" y="4857"/>
                  </a:lnTo>
                  <a:lnTo>
                    <a:pt x="442055" y="0"/>
                  </a:lnTo>
                  <a:lnTo>
                    <a:pt x="0" y="238982"/>
                  </a:lnTo>
                  <a:close/>
                </a:path>
              </a:pathLst>
            </a:custGeom>
            <a:ln w="4762">
              <a:solidFill>
                <a:srgbClr val="000000"/>
              </a:solidFill>
            </a:ln>
          </p:spPr>
          <p:txBody>
            <a:bodyPr wrap="square" lIns="0" tIns="0" rIns="0" bIns="0" rtlCol="0"/>
            <a:lstStyle/>
            <a:p>
              <a:endParaRPr/>
            </a:p>
          </p:txBody>
        </p:sp>
        <p:sp>
          <p:nvSpPr>
            <p:cNvPr id="117" name="object 27">
              <a:extLst>
                <a:ext uri="{FF2B5EF4-FFF2-40B4-BE49-F238E27FC236}">
                  <a16:creationId xmlns:a16="http://schemas.microsoft.com/office/drawing/2014/main" id="{C87F9154-1490-DCBC-4E9F-0BD7D29E93A7}"/>
                </a:ext>
              </a:extLst>
            </p:cNvPr>
            <p:cNvSpPr/>
            <p:nvPr/>
          </p:nvSpPr>
          <p:spPr>
            <a:xfrm>
              <a:off x="9989297" y="3717919"/>
              <a:ext cx="3175" cy="480695"/>
            </a:xfrm>
            <a:custGeom>
              <a:avLst/>
              <a:gdLst/>
              <a:ahLst/>
              <a:cxnLst/>
              <a:rect l="l" t="t" r="r" b="b"/>
              <a:pathLst>
                <a:path w="3175" h="480694">
                  <a:moveTo>
                    <a:pt x="2667" y="0"/>
                  </a:moveTo>
                  <a:lnTo>
                    <a:pt x="0" y="4851"/>
                  </a:lnTo>
                  <a:lnTo>
                    <a:pt x="0" y="480631"/>
                  </a:lnTo>
                  <a:lnTo>
                    <a:pt x="2667" y="476059"/>
                  </a:lnTo>
                  <a:lnTo>
                    <a:pt x="2667" y="0"/>
                  </a:lnTo>
                  <a:close/>
                </a:path>
              </a:pathLst>
            </a:custGeom>
            <a:solidFill>
              <a:srgbClr val="000000"/>
            </a:solidFill>
          </p:spPr>
          <p:txBody>
            <a:bodyPr wrap="square" lIns="0" tIns="0" rIns="0" bIns="0" rtlCol="0"/>
            <a:lstStyle/>
            <a:p>
              <a:endParaRPr/>
            </a:p>
          </p:txBody>
        </p:sp>
        <p:sp>
          <p:nvSpPr>
            <p:cNvPr id="118" name="object 28">
              <a:extLst>
                <a:ext uri="{FF2B5EF4-FFF2-40B4-BE49-F238E27FC236}">
                  <a16:creationId xmlns:a16="http://schemas.microsoft.com/office/drawing/2014/main" id="{28E0B7D3-E881-B45F-A5FA-14347896B2E0}"/>
                </a:ext>
              </a:extLst>
            </p:cNvPr>
            <p:cNvSpPr/>
            <p:nvPr/>
          </p:nvSpPr>
          <p:spPr>
            <a:xfrm>
              <a:off x="9989304" y="3717912"/>
              <a:ext cx="3175" cy="480695"/>
            </a:xfrm>
            <a:custGeom>
              <a:avLst/>
              <a:gdLst/>
              <a:ahLst/>
              <a:cxnLst/>
              <a:rect l="l" t="t" r="r" b="b"/>
              <a:pathLst>
                <a:path w="3175" h="480694">
                  <a:moveTo>
                    <a:pt x="2666" y="0"/>
                  </a:moveTo>
                  <a:lnTo>
                    <a:pt x="0" y="4857"/>
                  </a:lnTo>
                  <a:lnTo>
                    <a:pt x="0" y="480631"/>
                  </a:lnTo>
                  <a:lnTo>
                    <a:pt x="2666" y="476059"/>
                  </a:lnTo>
                  <a:lnTo>
                    <a:pt x="2666" y="0"/>
                  </a:lnTo>
                  <a:close/>
                </a:path>
              </a:pathLst>
            </a:custGeom>
            <a:ln w="4762">
              <a:solidFill>
                <a:srgbClr val="000000"/>
              </a:solidFill>
            </a:ln>
          </p:spPr>
          <p:txBody>
            <a:bodyPr wrap="square" lIns="0" tIns="0" rIns="0" bIns="0" rtlCol="0"/>
            <a:lstStyle/>
            <a:p>
              <a:endParaRPr/>
            </a:p>
          </p:txBody>
        </p:sp>
        <p:sp>
          <p:nvSpPr>
            <p:cNvPr id="119" name="object 29">
              <a:extLst>
                <a:ext uri="{FF2B5EF4-FFF2-40B4-BE49-F238E27FC236}">
                  <a16:creationId xmlns:a16="http://schemas.microsoft.com/office/drawing/2014/main" id="{75EE5068-CEC1-E0BF-171E-41BACE91B086}"/>
                </a:ext>
              </a:extLst>
            </p:cNvPr>
            <p:cNvSpPr/>
            <p:nvPr/>
          </p:nvSpPr>
          <p:spPr>
            <a:xfrm>
              <a:off x="9989297" y="3718008"/>
              <a:ext cx="963294" cy="480695"/>
            </a:xfrm>
            <a:custGeom>
              <a:avLst/>
              <a:gdLst/>
              <a:ahLst/>
              <a:cxnLst/>
              <a:rect l="l" t="t" r="r" b="b"/>
              <a:pathLst>
                <a:path w="963294" h="480694">
                  <a:moveTo>
                    <a:pt x="963079" y="0"/>
                  </a:moveTo>
                  <a:lnTo>
                    <a:pt x="2667" y="475970"/>
                  </a:lnTo>
                  <a:lnTo>
                    <a:pt x="0" y="480542"/>
                  </a:lnTo>
                  <a:lnTo>
                    <a:pt x="960412" y="4572"/>
                  </a:lnTo>
                  <a:lnTo>
                    <a:pt x="963079" y="0"/>
                  </a:lnTo>
                  <a:close/>
                </a:path>
              </a:pathLst>
            </a:custGeom>
            <a:solidFill>
              <a:srgbClr val="000000"/>
            </a:solidFill>
          </p:spPr>
          <p:txBody>
            <a:bodyPr wrap="square" lIns="0" tIns="0" rIns="0" bIns="0" rtlCol="0"/>
            <a:lstStyle/>
            <a:p>
              <a:endParaRPr/>
            </a:p>
          </p:txBody>
        </p:sp>
        <p:sp>
          <p:nvSpPr>
            <p:cNvPr id="120" name="object 30">
              <a:extLst>
                <a:ext uri="{FF2B5EF4-FFF2-40B4-BE49-F238E27FC236}">
                  <a16:creationId xmlns:a16="http://schemas.microsoft.com/office/drawing/2014/main" id="{6C16633E-63D3-8644-F327-83ADC1F90486}"/>
                </a:ext>
              </a:extLst>
            </p:cNvPr>
            <p:cNvSpPr/>
            <p:nvPr/>
          </p:nvSpPr>
          <p:spPr>
            <a:xfrm>
              <a:off x="9989304" y="3718007"/>
              <a:ext cx="963294" cy="480695"/>
            </a:xfrm>
            <a:custGeom>
              <a:avLst/>
              <a:gdLst/>
              <a:ahLst/>
              <a:cxnLst/>
              <a:rect l="l" t="t" r="r" b="b"/>
              <a:pathLst>
                <a:path w="963294" h="480694">
                  <a:moveTo>
                    <a:pt x="2666" y="475964"/>
                  </a:moveTo>
                  <a:lnTo>
                    <a:pt x="0" y="480536"/>
                  </a:lnTo>
                  <a:lnTo>
                    <a:pt x="960405" y="4572"/>
                  </a:lnTo>
                  <a:lnTo>
                    <a:pt x="963072" y="0"/>
                  </a:lnTo>
                  <a:lnTo>
                    <a:pt x="2666" y="475964"/>
                  </a:lnTo>
                  <a:close/>
                </a:path>
              </a:pathLst>
            </a:custGeom>
            <a:ln w="4762">
              <a:solidFill>
                <a:srgbClr val="000000"/>
              </a:solidFill>
            </a:ln>
          </p:spPr>
          <p:txBody>
            <a:bodyPr wrap="square" lIns="0" tIns="0" rIns="0" bIns="0" rtlCol="0"/>
            <a:lstStyle/>
            <a:p>
              <a:endParaRPr/>
            </a:p>
          </p:txBody>
        </p:sp>
        <p:sp>
          <p:nvSpPr>
            <p:cNvPr id="121" name="object 31">
              <a:extLst>
                <a:ext uri="{FF2B5EF4-FFF2-40B4-BE49-F238E27FC236}">
                  <a16:creationId xmlns:a16="http://schemas.microsoft.com/office/drawing/2014/main" id="{F8704B42-39F8-158C-AD0D-59D6E4E25B2B}"/>
                </a:ext>
              </a:extLst>
            </p:cNvPr>
            <p:cNvSpPr/>
            <p:nvPr/>
          </p:nvSpPr>
          <p:spPr>
            <a:xfrm>
              <a:off x="10949710" y="3718008"/>
              <a:ext cx="3175" cy="480695"/>
            </a:xfrm>
            <a:custGeom>
              <a:avLst/>
              <a:gdLst/>
              <a:ahLst/>
              <a:cxnLst/>
              <a:rect l="l" t="t" r="r" b="b"/>
              <a:pathLst>
                <a:path w="3175" h="480694">
                  <a:moveTo>
                    <a:pt x="2667" y="0"/>
                  </a:moveTo>
                  <a:lnTo>
                    <a:pt x="0" y="4572"/>
                  </a:lnTo>
                  <a:lnTo>
                    <a:pt x="0" y="480631"/>
                  </a:lnTo>
                  <a:lnTo>
                    <a:pt x="2667" y="475780"/>
                  </a:lnTo>
                  <a:lnTo>
                    <a:pt x="2667" y="0"/>
                  </a:lnTo>
                  <a:close/>
                </a:path>
              </a:pathLst>
            </a:custGeom>
            <a:solidFill>
              <a:srgbClr val="000000"/>
            </a:solidFill>
          </p:spPr>
          <p:txBody>
            <a:bodyPr wrap="square" lIns="0" tIns="0" rIns="0" bIns="0" rtlCol="0"/>
            <a:lstStyle/>
            <a:p>
              <a:endParaRPr/>
            </a:p>
          </p:txBody>
        </p:sp>
        <p:sp>
          <p:nvSpPr>
            <p:cNvPr id="122" name="object 32">
              <a:extLst>
                <a:ext uri="{FF2B5EF4-FFF2-40B4-BE49-F238E27FC236}">
                  <a16:creationId xmlns:a16="http://schemas.microsoft.com/office/drawing/2014/main" id="{9271A3B1-1B47-FD03-BAD6-2F13C02DA8F1}"/>
                </a:ext>
              </a:extLst>
            </p:cNvPr>
            <p:cNvSpPr/>
            <p:nvPr/>
          </p:nvSpPr>
          <p:spPr>
            <a:xfrm>
              <a:off x="10949710" y="3718007"/>
              <a:ext cx="3175" cy="480695"/>
            </a:xfrm>
            <a:custGeom>
              <a:avLst/>
              <a:gdLst/>
              <a:ahLst/>
              <a:cxnLst/>
              <a:rect l="l" t="t" r="r" b="b"/>
              <a:pathLst>
                <a:path w="3175" h="480694">
                  <a:moveTo>
                    <a:pt x="2666" y="0"/>
                  </a:moveTo>
                  <a:lnTo>
                    <a:pt x="0" y="4572"/>
                  </a:lnTo>
                  <a:lnTo>
                    <a:pt x="0" y="480631"/>
                  </a:lnTo>
                  <a:lnTo>
                    <a:pt x="2666" y="475773"/>
                  </a:lnTo>
                  <a:lnTo>
                    <a:pt x="2666" y="0"/>
                  </a:lnTo>
                  <a:close/>
                </a:path>
              </a:pathLst>
            </a:custGeom>
            <a:ln w="4762">
              <a:solidFill>
                <a:srgbClr val="000000"/>
              </a:solidFill>
            </a:ln>
          </p:spPr>
          <p:txBody>
            <a:bodyPr wrap="square" lIns="0" tIns="0" rIns="0" bIns="0" rtlCol="0"/>
            <a:lstStyle/>
            <a:p>
              <a:endParaRPr/>
            </a:p>
          </p:txBody>
        </p:sp>
        <p:sp>
          <p:nvSpPr>
            <p:cNvPr id="123" name="object 33">
              <a:extLst>
                <a:ext uri="{FF2B5EF4-FFF2-40B4-BE49-F238E27FC236}">
                  <a16:creationId xmlns:a16="http://schemas.microsoft.com/office/drawing/2014/main" id="{F6ADDC7C-D06C-0412-E2FC-741D00E427B0}"/>
                </a:ext>
              </a:extLst>
            </p:cNvPr>
            <p:cNvSpPr/>
            <p:nvPr/>
          </p:nvSpPr>
          <p:spPr>
            <a:xfrm>
              <a:off x="10949710" y="3956895"/>
              <a:ext cx="441959" cy="241935"/>
            </a:xfrm>
            <a:custGeom>
              <a:avLst/>
              <a:gdLst/>
              <a:ahLst/>
              <a:cxnLst/>
              <a:rect l="l" t="t" r="r" b="b"/>
              <a:pathLst>
                <a:path w="441960" h="241935">
                  <a:moveTo>
                    <a:pt x="441947" y="2768"/>
                  </a:moveTo>
                  <a:lnTo>
                    <a:pt x="440817" y="0"/>
                  </a:lnTo>
                  <a:lnTo>
                    <a:pt x="2667" y="236893"/>
                  </a:lnTo>
                  <a:lnTo>
                    <a:pt x="0" y="241744"/>
                  </a:lnTo>
                  <a:lnTo>
                    <a:pt x="441947" y="2768"/>
                  </a:lnTo>
                  <a:close/>
                </a:path>
              </a:pathLst>
            </a:custGeom>
            <a:solidFill>
              <a:srgbClr val="000000"/>
            </a:solidFill>
          </p:spPr>
          <p:txBody>
            <a:bodyPr wrap="square" lIns="0" tIns="0" rIns="0" bIns="0" rtlCol="0"/>
            <a:lstStyle/>
            <a:p>
              <a:endParaRPr/>
            </a:p>
          </p:txBody>
        </p:sp>
        <p:sp>
          <p:nvSpPr>
            <p:cNvPr id="124" name="object 34">
              <a:extLst>
                <a:ext uri="{FF2B5EF4-FFF2-40B4-BE49-F238E27FC236}">
                  <a16:creationId xmlns:a16="http://schemas.microsoft.com/office/drawing/2014/main" id="{A9EB5251-F203-8063-5391-2CEBC876F5A3}"/>
                </a:ext>
              </a:extLst>
            </p:cNvPr>
            <p:cNvSpPr/>
            <p:nvPr/>
          </p:nvSpPr>
          <p:spPr>
            <a:xfrm>
              <a:off x="10949710" y="3956895"/>
              <a:ext cx="441959" cy="241935"/>
            </a:xfrm>
            <a:custGeom>
              <a:avLst/>
              <a:gdLst/>
              <a:ahLst/>
              <a:cxnLst/>
              <a:rect l="l" t="t" r="r" b="b"/>
              <a:pathLst>
                <a:path w="441960" h="241935">
                  <a:moveTo>
                    <a:pt x="2666" y="236886"/>
                  </a:moveTo>
                  <a:lnTo>
                    <a:pt x="0" y="241744"/>
                  </a:lnTo>
                  <a:lnTo>
                    <a:pt x="441959" y="2762"/>
                  </a:lnTo>
                  <a:lnTo>
                    <a:pt x="440816" y="0"/>
                  </a:lnTo>
                  <a:lnTo>
                    <a:pt x="2666" y="236886"/>
                  </a:lnTo>
                  <a:close/>
                </a:path>
              </a:pathLst>
            </a:custGeom>
            <a:ln w="4762">
              <a:solidFill>
                <a:srgbClr val="000000"/>
              </a:solidFill>
            </a:ln>
          </p:spPr>
          <p:txBody>
            <a:bodyPr wrap="square" lIns="0" tIns="0" rIns="0" bIns="0" rtlCol="0"/>
            <a:lstStyle/>
            <a:p>
              <a:endParaRPr/>
            </a:p>
          </p:txBody>
        </p:sp>
        <p:sp>
          <p:nvSpPr>
            <p:cNvPr id="125" name="object 35">
              <a:extLst>
                <a:ext uri="{FF2B5EF4-FFF2-40B4-BE49-F238E27FC236}">
                  <a16:creationId xmlns:a16="http://schemas.microsoft.com/office/drawing/2014/main" id="{3CAEE8BF-9442-6ECD-23DA-4FC04DF31123}"/>
                </a:ext>
              </a:extLst>
            </p:cNvPr>
            <p:cNvSpPr/>
            <p:nvPr/>
          </p:nvSpPr>
          <p:spPr>
            <a:xfrm>
              <a:off x="9550576" y="3956806"/>
              <a:ext cx="1840864" cy="3175"/>
            </a:xfrm>
            <a:custGeom>
              <a:avLst/>
              <a:gdLst/>
              <a:ahLst/>
              <a:cxnLst/>
              <a:rect l="l" t="t" r="r" b="b"/>
              <a:pathLst>
                <a:path w="1840864" h="3175">
                  <a:moveTo>
                    <a:pt x="1840509" y="0"/>
                  </a:moveTo>
                  <a:lnTo>
                    <a:pt x="0" y="0"/>
                  </a:lnTo>
                  <a:lnTo>
                    <a:pt x="0" y="2946"/>
                  </a:lnTo>
                  <a:lnTo>
                    <a:pt x="1840509" y="2946"/>
                  </a:lnTo>
                  <a:lnTo>
                    <a:pt x="1840509" y="0"/>
                  </a:lnTo>
                  <a:close/>
                </a:path>
              </a:pathLst>
            </a:custGeom>
            <a:solidFill>
              <a:srgbClr val="000000"/>
            </a:solidFill>
          </p:spPr>
          <p:txBody>
            <a:bodyPr wrap="square" lIns="0" tIns="0" rIns="0" bIns="0" rtlCol="0"/>
            <a:lstStyle/>
            <a:p>
              <a:endParaRPr/>
            </a:p>
          </p:txBody>
        </p:sp>
        <p:sp>
          <p:nvSpPr>
            <p:cNvPr id="126" name="object 36">
              <a:extLst>
                <a:ext uri="{FF2B5EF4-FFF2-40B4-BE49-F238E27FC236}">
                  <a16:creationId xmlns:a16="http://schemas.microsoft.com/office/drawing/2014/main" id="{9471B1A7-F755-D99C-CDBC-BA1EE1C55C71}"/>
                </a:ext>
              </a:extLst>
            </p:cNvPr>
            <p:cNvSpPr/>
            <p:nvPr/>
          </p:nvSpPr>
          <p:spPr>
            <a:xfrm>
              <a:off x="9550582" y="3956799"/>
              <a:ext cx="1840864" cy="3175"/>
            </a:xfrm>
            <a:custGeom>
              <a:avLst/>
              <a:gdLst/>
              <a:ahLst/>
              <a:cxnLst/>
              <a:rect l="l" t="t" r="r" b="b"/>
              <a:pathLst>
                <a:path w="1840864" h="3175">
                  <a:moveTo>
                    <a:pt x="0" y="0"/>
                  </a:moveTo>
                  <a:lnTo>
                    <a:pt x="0" y="2952"/>
                  </a:lnTo>
                  <a:lnTo>
                    <a:pt x="1840515" y="2952"/>
                  </a:lnTo>
                  <a:lnTo>
                    <a:pt x="1840515" y="0"/>
                  </a:lnTo>
                  <a:lnTo>
                    <a:pt x="0" y="0"/>
                  </a:lnTo>
                  <a:close/>
                </a:path>
              </a:pathLst>
            </a:custGeom>
            <a:ln w="4762">
              <a:solidFill>
                <a:srgbClr val="000000"/>
              </a:solidFill>
            </a:ln>
          </p:spPr>
          <p:txBody>
            <a:bodyPr wrap="square" lIns="0" tIns="0" rIns="0" bIns="0" rtlCol="0"/>
            <a:lstStyle/>
            <a:p>
              <a:endParaRPr/>
            </a:p>
          </p:txBody>
        </p:sp>
      </p:grpSp>
      <p:sp>
        <p:nvSpPr>
          <p:cNvPr id="133" name="CuadroTexto 132">
            <a:extLst>
              <a:ext uri="{FF2B5EF4-FFF2-40B4-BE49-F238E27FC236}">
                <a16:creationId xmlns:a16="http://schemas.microsoft.com/office/drawing/2014/main" id="{12A2FB32-565A-7F5E-76E4-BC424248C37F}"/>
              </a:ext>
            </a:extLst>
          </p:cNvPr>
          <p:cNvSpPr txBox="1"/>
          <p:nvPr/>
        </p:nvSpPr>
        <p:spPr>
          <a:xfrm>
            <a:off x="8778240" y="4359400"/>
            <a:ext cx="3063011" cy="1200329"/>
          </a:xfrm>
          <a:prstGeom prst="rect">
            <a:avLst/>
          </a:prstGeom>
          <a:noFill/>
        </p:spPr>
        <p:txBody>
          <a:bodyPr wrap="square">
            <a:spAutoFit/>
          </a:bodyPr>
          <a:lstStyle/>
          <a:p>
            <a:r>
              <a:rPr lang="es-CO" dirty="0"/>
              <a:t>Sección crítica a cortante a una distancia “d” de la cara de la columna. Verificar que </a:t>
            </a:r>
            <a:r>
              <a:rPr lang="es-CO" dirty="0" err="1"/>
              <a:t>Vu≤ϕVc</a:t>
            </a:r>
            <a:endParaRPr lang="es-CO" dirty="0"/>
          </a:p>
        </p:txBody>
      </p:sp>
      <p:sp>
        <p:nvSpPr>
          <p:cNvPr id="135" name="CuadroTexto 134">
            <a:extLst>
              <a:ext uri="{FF2B5EF4-FFF2-40B4-BE49-F238E27FC236}">
                <a16:creationId xmlns:a16="http://schemas.microsoft.com/office/drawing/2014/main" id="{0DDF2464-3311-723E-B860-CE2EA810BF83}"/>
              </a:ext>
            </a:extLst>
          </p:cNvPr>
          <p:cNvSpPr txBox="1"/>
          <p:nvPr/>
        </p:nvSpPr>
        <p:spPr>
          <a:xfrm>
            <a:off x="498887" y="5908439"/>
            <a:ext cx="3341593" cy="923330"/>
          </a:xfrm>
          <a:prstGeom prst="rect">
            <a:avLst/>
          </a:prstGeom>
          <a:noFill/>
        </p:spPr>
        <p:txBody>
          <a:bodyPr wrap="square">
            <a:spAutoFit/>
          </a:bodyPr>
          <a:lstStyle/>
          <a:p>
            <a:r>
              <a:rPr lang="es-CO" dirty="0"/>
              <a:t>Diseñar a flexión a viga de ancho “b”, altura total h y altura efectiva d.</a:t>
            </a:r>
          </a:p>
        </p:txBody>
      </p:sp>
    </p:spTree>
    <p:extLst>
      <p:ext uri="{BB962C8B-B14F-4D97-AF65-F5344CB8AC3E}">
        <p14:creationId xmlns:p14="http://schemas.microsoft.com/office/powerpoint/2010/main" val="1167899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E5DF8-C05A-5837-AD9B-C8639B1B1BB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3E68A1D-A257-2FF5-D8F2-5C9752892593}"/>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CD766774-5379-E0FC-A71F-CCB7D6EB46D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1F9FF09A-4DFA-E8C0-011B-FD65E7F3882A}"/>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12FF74D1-5501-BC1C-9B33-2A0AFBAE9454}"/>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combinada</a:t>
            </a:r>
          </a:p>
        </p:txBody>
      </p:sp>
      <p:grpSp>
        <p:nvGrpSpPr>
          <p:cNvPr id="517" name="Grupo 516">
            <a:extLst>
              <a:ext uri="{FF2B5EF4-FFF2-40B4-BE49-F238E27FC236}">
                <a16:creationId xmlns:a16="http://schemas.microsoft.com/office/drawing/2014/main" id="{316EDE6F-8CC4-5845-425E-6311130B2BBC}"/>
              </a:ext>
            </a:extLst>
          </p:cNvPr>
          <p:cNvGrpSpPr/>
          <p:nvPr/>
        </p:nvGrpSpPr>
        <p:grpSpPr>
          <a:xfrm>
            <a:off x="3375660" y="1878774"/>
            <a:ext cx="5661660" cy="4091935"/>
            <a:chOff x="5709189" y="3502570"/>
            <a:chExt cx="2444346" cy="2049697"/>
          </a:xfrm>
        </p:grpSpPr>
        <p:sp>
          <p:nvSpPr>
            <p:cNvPr id="284" name="object 8">
              <a:extLst>
                <a:ext uri="{FF2B5EF4-FFF2-40B4-BE49-F238E27FC236}">
                  <a16:creationId xmlns:a16="http://schemas.microsoft.com/office/drawing/2014/main" id="{DF253E9D-6DC4-F4DA-4EF4-866D3CA420A0}"/>
                </a:ext>
              </a:extLst>
            </p:cNvPr>
            <p:cNvSpPr/>
            <p:nvPr/>
          </p:nvSpPr>
          <p:spPr>
            <a:xfrm>
              <a:off x="5709189" y="5353150"/>
              <a:ext cx="45085" cy="60960"/>
            </a:xfrm>
            <a:custGeom>
              <a:avLst/>
              <a:gdLst/>
              <a:ahLst/>
              <a:cxnLst/>
              <a:rect l="l" t="t" r="r" b="b"/>
              <a:pathLst>
                <a:path w="45085" h="60960">
                  <a:moveTo>
                    <a:pt x="44576" y="60674"/>
                  </a:moveTo>
                  <a:lnTo>
                    <a:pt x="0" y="60674"/>
                  </a:lnTo>
                  <a:lnTo>
                    <a:pt x="22288" y="0"/>
                  </a:lnTo>
                  <a:lnTo>
                    <a:pt x="44576" y="60674"/>
                  </a:lnTo>
                  <a:close/>
                </a:path>
              </a:pathLst>
            </a:custGeom>
            <a:solidFill>
              <a:srgbClr val="FF0000"/>
            </a:solidFill>
          </p:spPr>
          <p:txBody>
            <a:bodyPr wrap="square" lIns="0" tIns="0" rIns="0" bIns="0" rtlCol="0"/>
            <a:lstStyle/>
            <a:p>
              <a:endParaRPr/>
            </a:p>
          </p:txBody>
        </p:sp>
        <p:sp>
          <p:nvSpPr>
            <p:cNvPr id="285" name="object 9">
              <a:extLst>
                <a:ext uri="{FF2B5EF4-FFF2-40B4-BE49-F238E27FC236}">
                  <a16:creationId xmlns:a16="http://schemas.microsoft.com/office/drawing/2014/main" id="{082B1590-A20B-6CB8-38DA-667AD11247F4}"/>
                </a:ext>
              </a:extLst>
            </p:cNvPr>
            <p:cNvSpPr/>
            <p:nvPr/>
          </p:nvSpPr>
          <p:spPr>
            <a:xfrm>
              <a:off x="5709189" y="5353150"/>
              <a:ext cx="45085" cy="60960"/>
            </a:xfrm>
            <a:custGeom>
              <a:avLst/>
              <a:gdLst/>
              <a:ahLst/>
              <a:cxnLst/>
              <a:rect l="l" t="t" r="r" b="b"/>
              <a:pathLst>
                <a:path w="45085" h="60960">
                  <a:moveTo>
                    <a:pt x="44576" y="60674"/>
                  </a:moveTo>
                  <a:lnTo>
                    <a:pt x="22288" y="0"/>
                  </a:lnTo>
                  <a:lnTo>
                    <a:pt x="0" y="60674"/>
                  </a:lnTo>
                  <a:lnTo>
                    <a:pt x="44576" y="60674"/>
                  </a:lnTo>
                  <a:close/>
                </a:path>
              </a:pathLst>
            </a:custGeom>
            <a:ln w="4762">
              <a:solidFill>
                <a:srgbClr val="FF0000"/>
              </a:solidFill>
            </a:ln>
          </p:spPr>
          <p:txBody>
            <a:bodyPr wrap="square" lIns="0" tIns="0" rIns="0" bIns="0" rtlCol="0"/>
            <a:lstStyle/>
            <a:p>
              <a:endParaRPr/>
            </a:p>
          </p:txBody>
        </p:sp>
        <p:sp>
          <p:nvSpPr>
            <p:cNvPr id="286" name="object 10">
              <a:extLst>
                <a:ext uri="{FF2B5EF4-FFF2-40B4-BE49-F238E27FC236}">
                  <a16:creationId xmlns:a16="http://schemas.microsoft.com/office/drawing/2014/main" id="{D0529088-10BA-B29F-455D-17E05296CF89}"/>
                </a:ext>
              </a:extLst>
            </p:cNvPr>
            <p:cNvSpPr/>
            <p:nvPr/>
          </p:nvSpPr>
          <p:spPr>
            <a:xfrm>
              <a:off x="5729376" y="5413825"/>
              <a:ext cx="4445" cy="129539"/>
            </a:xfrm>
            <a:custGeom>
              <a:avLst/>
              <a:gdLst/>
              <a:ahLst/>
              <a:cxnLst/>
              <a:rect l="l" t="t" r="r" b="b"/>
              <a:pathLst>
                <a:path w="4444" h="129539">
                  <a:moveTo>
                    <a:pt x="4191" y="0"/>
                  </a:moveTo>
                  <a:lnTo>
                    <a:pt x="0" y="0"/>
                  </a:lnTo>
                  <a:lnTo>
                    <a:pt x="0" y="128968"/>
                  </a:lnTo>
                  <a:lnTo>
                    <a:pt x="4191" y="124777"/>
                  </a:lnTo>
                  <a:lnTo>
                    <a:pt x="4191" y="0"/>
                  </a:lnTo>
                  <a:close/>
                </a:path>
              </a:pathLst>
            </a:custGeom>
            <a:solidFill>
              <a:srgbClr val="FF0000"/>
            </a:solidFill>
          </p:spPr>
          <p:txBody>
            <a:bodyPr wrap="square" lIns="0" tIns="0" rIns="0" bIns="0" rtlCol="0"/>
            <a:lstStyle/>
            <a:p>
              <a:endParaRPr/>
            </a:p>
          </p:txBody>
        </p:sp>
        <p:sp>
          <p:nvSpPr>
            <p:cNvPr id="287" name="object 11">
              <a:extLst>
                <a:ext uri="{FF2B5EF4-FFF2-40B4-BE49-F238E27FC236}">
                  <a16:creationId xmlns:a16="http://schemas.microsoft.com/office/drawing/2014/main" id="{8357693C-E019-E948-9786-E4DE0EDAD4DF}"/>
                </a:ext>
              </a:extLst>
            </p:cNvPr>
            <p:cNvSpPr/>
            <p:nvPr/>
          </p:nvSpPr>
          <p:spPr>
            <a:xfrm>
              <a:off x="5729382" y="5413824"/>
              <a:ext cx="4445" cy="129539"/>
            </a:xfrm>
            <a:custGeom>
              <a:avLst/>
              <a:gdLst/>
              <a:ahLst/>
              <a:cxnLst/>
              <a:rect l="l" t="t" r="r" b="b"/>
              <a:pathLst>
                <a:path w="4444" h="129539">
                  <a:moveTo>
                    <a:pt x="4191" y="0"/>
                  </a:moveTo>
                  <a:lnTo>
                    <a:pt x="0" y="0"/>
                  </a:lnTo>
                  <a:lnTo>
                    <a:pt x="0" y="128968"/>
                  </a:lnTo>
                  <a:lnTo>
                    <a:pt x="4191" y="124777"/>
                  </a:lnTo>
                  <a:lnTo>
                    <a:pt x="4191" y="0"/>
                  </a:lnTo>
                  <a:close/>
                </a:path>
              </a:pathLst>
            </a:custGeom>
            <a:ln w="4762">
              <a:solidFill>
                <a:srgbClr val="FF0000"/>
              </a:solidFill>
            </a:ln>
          </p:spPr>
          <p:txBody>
            <a:bodyPr wrap="square" lIns="0" tIns="0" rIns="0" bIns="0" rtlCol="0"/>
            <a:lstStyle/>
            <a:p>
              <a:endParaRPr/>
            </a:p>
          </p:txBody>
        </p:sp>
        <p:sp>
          <p:nvSpPr>
            <p:cNvPr id="288" name="object 12">
              <a:extLst>
                <a:ext uri="{FF2B5EF4-FFF2-40B4-BE49-F238E27FC236}">
                  <a16:creationId xmlns:a16="http://schemas.microsoft.com/office/drawing/2014/main" id="{C1A02E60-443D-744C-5F71-E7413B2D1B6B}"/>
                </a:ext>
              </a:extLst>
            </p:cNvPr>
            <p:cNvSpPr/>
            <p:nvPr/>
          </p:nvSpPr>
          <p:spPr>
            <a:xfrm>
              <a:off x="5729376" y="5538602"/>
              <a:ext cx="2245360" cy="4445"/>
            </a:xfrm>
            <a:custGeom>
              <a:avLst/>
              <a:gdLst/>
              <a:ahLst/>
              <a:cxnLst/>
              <a:rect l="l" t="t" r="r" b="b"/>
              <a:pathLst>
                <a:path w="2245360" h="4444">
                  <a:moveTo>
                    <a:pt x="2245144" y="4191"/>
                  </a:moveTo>
                  <a:lnTo>
                    <a:pt x="2240762" y="0"/>
                  </a:lnTo>
                  <a:lnTo>
                    <a:pt x="4191" y="0"/>
                  </a:lnTo>
                  <a:lnTo>
                    <a:pt x="0" y="4191"/>
                  </a:lnTo>
                  <a:lnTo>
                    <a:pt x="2245144" y="4191"/>
                  </a:lnTo>
                  <a:close/>
                </a:path>
              </a:pathLst>
            </a:custGeom>
            <a:solidFill>
              <a:srgbClr val="FF0000"/>
            </a:solidFill>
          </p:spPr>
          <p:txBody>
            <a:bodyPr wrap="square" lIns="0" tIns="0" rIns="0" bIns="0" rtlCol="0"/>
            <a:lstStyle/>
            <a:p>
              <a:endParaRPr/>
            </a:p>
          </p:txBody>
        </p:sp>
        <p:sp>
          <p:nvSpPr>
            <p:cNvPr id="289" name="object 13">
              <a:extLst>
                <a:ext uri="{FF2B5EF4-FFF2-40B4-BE49-F238E27FC236}">
                  <a16:creationId xmlns:a16="http://schemas.microsoft.com/office/drawing/2014/main" id="{5D700DD1-8582-E7F6-8DF5-10C04DC2E4F8}"/>
                </a:ext>
              </a:extLst>
            </p:cNvPr>
            <p:cNvSpPr/>
            <p:nvPr/>
          </p:nvSpPr>
          <p:spPr>
            <a:xfrm>
              <a:off x="5729382" y="5538602"/>
              <a:ext cx="2245360" cy="4445"/>
            </a:xfrm>
            <a:custGeom>
              <a:avLst/>
              <a:gdLst/>
              <a:ahLst/>
              <a:cxnLst/>
              <a:rect l="l" t="t" r="r" b="b"/>
              <a:pathLst>
                <a:path w="2245360" h="4444">
                  <a:moveTo>
                    <a:pt x="4191" y="0"/>
                  </a:moveTo>
                  <a:lnTo>
                    <a:pt x="0" y="4191"/>
                  </a:lnTo>
                  <a:lnTo>
                    <a:pt x="2245137" y="4191"/>
                  </a:lnTo>
                  <a:lnTo>
                    <a:pt x="2240756" y="0"/>
                  </a:lnTo>
                  <a:lnTo>
                    <a:pt x="4191" y="0"/>
                  </a:lnTo>
                  <a:close/>
                </a:path>
              </a:pathLst>
            </a:custGeom>
            <a:ln w="4762">
              <a:solidFill>
                <a:srgbClr val="FF0000"/>
              </a:solidFill>
            </a:ln>
          </p:spPr>
          <p:txBody>
            <a:bodyPr wrap="square" lIns="0" tIns="0" rIns="0" bIns="0" rtlCol="0"/>
            <a:lstStyle/>
            <a:p>
              <a:endParaRPr/>
            </a:p>
          </p:txBody>
        </p:sp>
        <p:sp>
          <p:nvSpPr>
            <p:cNvPr id="290" name="object 14">
              <a:extLst>
                <a:ext uri="{FF2B5EF4-FFF2-40B4-BE49-F238E27FC236}">
                  <a16:creationId xmlns:a16="http://schemas.microsoft.com/office/drawing/2014/main" id="{D43E8850-A5A5-EE20-0842-FAC4BA29D593}"/>
                </a:ext>
              </a:extLst>
            </p:cNvPr>
            <p:cNvSpPr/>
            <p:nvPr/>
          </p:nvSpPr>
          <p:spPr>
            <a:xfrm>
              <a:off x="7970139" y="5413825"/>
              <a:ext cx="4445" cy="129539"/>
            </a:xfrm>
            <a:custGeom>
              <a:avLst/>
              <a:gdLst/>
              <a:ahLst/>
              <a:cxnLst/>
              <a:rect l="l" t="t" r="r" b="b"/>
              <a:pathLst>
                <a:path w="4445" h="129539">
                  <a:moveTo>
                    <a:pt x="4381" y="0"/>
                  </a:moveTo>
                  <a:lnTo>
                    <a:pt x="0" y="0"/>
                  </a:lnTo>
                  <a:lnTo>
                    <a:pt x="0" y="124777"/>
                  </a:lnTo>
                  <a:lnTo>
                    <a:pt x="4381" y="128968"/>
                  </a:lnTo>
                  <a:lnTo>
                    <a:pt x="4381" y="0"/>
                  </a:lnTo>
                  <a:close/>
                </a:path>
              </a:pathLst>
            </a:custGeom>
            <a:solidFill>
              <a:srgbClr val="FF0000"/>
            </a:solidFill>
          </p:spPr>
          <p:txBody>
            <a:bodyPr wrap="square" lIns="0" tIns="0" rIns="0" bIns="0" rtlCol="0"/>
            <a:lstStyle/>
            <a:p>
              <a:endParaRPr/>
            </a:p>
          </p:txBody>
        </p:sp>
        <p:sp>
          <p:nvSpPr>
            <p:cNvPr id="291" name="object 15">
              <a:extLst>
                <a:ext uri="{FF2B5EF4-FFF2-40B4-BE49-F238E27FC236}">
                  <a16:creationId xmlns:a16="http://schemas.microsoft.com/office/drawing/2014/main" id="{92D792B0-8E60-051D-6E25-024CDCD11DB0}"/>
                </a:ext>
              </a:extLst>
            </p:cNvPr>
            <p:cNvSpPr/>
            <p:nvPr/>
          </p:nvSpPr>
          <p:spPr>
            <a:xfrm>
              <a:off x="7970138" y="5413824"/>
              <a:ext cx="4445" cy="129539"/>
            </a:xfrm>
            <a:custGeom>
              <a:avLst/>
              <a:gdLst/>
              <a:ahLst/>
              <a:cxnLst/>
              <a:rect l="l" t="t" r="r" b="b"/>
              <a:pathLst>
                <a:path w="4445" h="129539">
                  <a:moveTo>
                    <a:pt x="0" y="124777"/>
                  </a:moveTo>
                  <a:lnTo>
                    <a:pt x="4381" y="128968"/>
                  </a:lnTo>
                  <a:lnTo>
                    <a:pt x="4381" y="0"/>
                  </a:lnTo>
                  <a:lnTo>
                    <a:pt x="0" y="0"/>
                  </a:lnTo>
                  <a:lnTo>
                    <a:pt x="0" y="124777"/>
                  </a:lnTo>
                  <a:close/>
                </a:path>
              </a:pathLst>
            </a:custGeom>
            <a:ln w="4762">
              <a:solidFill>
                <a:srgbClr val="FF0000"/>
              </a:solidFill>
            </a:ln>
          </p:spPr>
          <p:txBody>
            <a:bodyPr wrap="square" lIns="0" tIns="0" rIns="0" bIns="0" rtlCol="0"/>
            <a:lstStyle/>
            <a:p>
              <a:endParaRPr/>
            </a:p>
          </p:txBody>
        </p:sp>
        <p:sp>
          <p:nvSpPr>
            <p:cNvPr id="292" name="object 16">
              <a:extLst>
                <a:ext uri="{FF2B5EF4-FFF2-40B4-BE49-F238E27FC236}">
                  <a16:creationId xmlns:a16="http://schemas.microsoft.com/office/drawing/2014/main" id="{C7480764-06E3-4CD2-CB2A-2D8F806ED2E1}"/>
                </a:ext>
              </a:extLst>
            </p:cNvPr>
            <p:cNvSpPr/>
            <p:nvPr/>
          </p:nvSpPr>
          <p:spPr>
            <a:xfrm>
              <a:off x="6082664" y="5353150"/>
              <a:ext cx="45085" cy="60960"/>
            </a:xfrm>
            <a:custGeom>
              <a:avLst/>
              <a:gdLst/>
              <a:ahLst/>
              <a:cxnLst/>
              <a:rect l="l" t="t" r="r" b="b"/>
              <a:pathLst>
                <a:path w="45085" h="60960">
                  <a:moveTo>
                    <a:pt x="44576" y="60674"/>
                  </a:moveTo>
                  <a:lnTo>
                    <a:pt x="0" y="60674"/>
                  </a:lnTo>
                  <a:lnTo>
                    <a:pt x="22193" y="0"/>
                  </a:lnTo>
                  <a:lnTo>
                    <a:pt x="44576" y="60674"/>
                  </a:lnTo>
                  <a:close/>
                </a:path>
              </a:pathLst>
            </a:custGeom>
            <a:solidFill>
              <a:srgbClr val="FF0000"/>
            </a:solidFill>
          </p:spPr>
          <p:txBody>
            <a:bodyPr wrap="square" lIns="0" tIns="0" rIns="0" bIns="0" rtlCol="0"/>
            <a:lstStyle/>
            <a:p>
              <a:endParaRPr/>
            </a:p>
          </p:txBody>
        </p:sp>
        <p:sp>
          <p:nvSpPr>
            <p:cNvPr id="293" name="object 17">
              <a:extLst>
                <a:ext uri="{FF2B5EF4-FFF2-40B4-BE49-F238E27FC236}">
                  <a16:creationId xmlns:a16="http://schemas.microsoft.com/office/drawing/2014/main" id="{2CE16630-F5CE-5E1F-7C1D-B171EAD7C1DC}"/>
                </a:ext>
              </a:extLst>
            </p:cNvPr>
            <p:cNvSpPr/>
            <p:nvPr/>
          </p:nvSpPr>
          <p:spPr>
            <a:xfrm>
              <a:off x="6082664" y="5353150"/>
              <a:ext cx="45085" cy="60960"/>
            </a:xfrm>
            <a:custGeom>
              <a:avLst/>
              <a:gdLst/>
              <a:ahLst/>
              <a:cxnLst/>
              <a:rect l="l" t="t" r="r" b="b"/>
              <a:pathLst>
                <a:path w="45085" h="60960">
                  <a:moveTo>
                    <a:pt x="44576" y="60674"/>
                  </a:moveTo>
                  <a:lnTo>
                    <a:pt x="22193" y="0"/>
                  </a:lnTo>
                  <a:lnTo>
                    <a:pt x="0" y="60674"/>
                  </a:lnTo>
                  <a:lnTo>
                    <a:pt x="44576" y="60674"/>
                  </a:lnTo>
                  <a:close/>
                </a:path>
              </a:pathLst>
            </a:custGeom>
            <a:ln w="4762">
              <a:solidFill>
                <a:srgbClr val="FF0000"/>
              </a:solidFill>
            </a:ln>
          </p:spPr>
          <p:txBody>
            <a:bodyPr wrap="square" lIns="0" tIns="0" rIns="0" bIns="0" rtlCol="0"/>
            <a:lstStyle/>
            <a:p>
              <a:endParaRPr/>
            </a:p>
          </p:txBody>
        </p:sp>
        <p:sp>
          <p:nvSpPr>
            <p:cNvPr id="294" name="object 18">
              <a:extLst>
                <a:ext uri="{FF2B5EF4-FFF2-40B4-BE49-F238E27FC236}">
                  <a16:creationId xmlns:a16="http://schemas.microsoft.com/office/drawing/2014/main" id="{C22FBC89-5721-1623-CEFB-E782B2B366A3}"/>
                </a:ext>
              </a:extLst>
            </p:cNvPr>
            <p:cNvSpPr/>
            <p:nvPr/>
          </p:nvSpPr>
          <p:spPr>
            <a:xfrm>
              <a:off x="6102858" y="5413825"/>
              <a:ext cx="4445" cy="127000"/>
            </a:xfrm>
            <a:custGeom>
              <a:avLst/>
              <a:gdLst/>
              <a:ahLst/>
              <a:cxnLst/>
              <a:rect l="l" t="t" r="r" b="b"/>
              <a:pathLst>
                <a:path w="4444" h="127000">
                  <a:moveTo>
                    <a:pt x="4191" y="0"/>
                  </a:moveTo>
                  <a:lnTo>
                    <a:pt x="0" y="0"/>
                  </a:lnTo>
                  <a:lnTo>
                    <a:pt x="0" y="126974"/>
                  </a:lnTo>
                  <a:lnTo>
                    <a:pt x="4191" y="126974"/>
                  </a:lnTo>
                  <a:lnTo>
                    <a:pt x="4191" y="0"/>
                  </a:lnTo>
                  <a:close/>
                </a:path>
              </a:pathLst>
            </a:custGeom>
            <a:solidFill>
              <a:srgbClr val="FF0000"/>
            </a:solidFill>
          </p:spPr>
          <p:txBody>
            <a:bodyPr wrap="square" lIns="0" tIns="0" rIns="0" bIns="0" rtlCol="0"/>
            <a:lstStyle/>
            <a:p>
              <a:endParaRPr/>
            </a:p>
          </p:txBody>
        </p:sp>
        <p:sp>
          <p:nvSpPr>
            <p:cNvPr id="295" name="object 19">
              <a:extLst>
                <a:ext uri="{FF2B5EF4-FFF2-40B4-BE49-F238E27FC236}">
                  <a16:creationId xmlns:a16="http://schemas.microsoft.com/office/drawing/2014/main" id="{BB2EC737-E567-92AA-651D-66EA70E34DC3}"/>
                </a:ext>
              </a:extLst>
            </p:cNvPr>
            <p:cNvSpPr/>
            <p:nvPr/>
          </p:nvSpPr>
          <p:spPr>
            <a:xfrm>
              <a:off x="6102857" y="5413824"/>
              <a:ext cx="4445" cy="127000"/>
            </a:xfrm>
            <a:custGeom>
              <a:avLst/>
              <a:gdLst/>
              <a:ahLst/>
              <a:cxnLst/>
              <a:rect l="l" t="t" r="r" b="b"/>
              <a:pathLst>
                <a:path w="4444" h="127000">
                  <a:moveTo>
                    <a:pt x="4191" y="0"/>
                  </a:moveTo>
                  <a:lnTo>
                    <a:pt x="0" y="0"/>
                  </a:lnTo>
                  <a:lnTo>
                    <a:pt x="0" y="126968"/>
                  </a:lnTo>
                  <a:lnTo>
                    <a:pt x="4191" y="126968"/>
                  </a:lnTo>
                  <a:lnTo>
                    <a:pt x="4191" y="0"/>
                  </a:lnTo>
                  <a:close/>
                </a:path>
              </a:pathLst>
            </a:custGeom>
            <a:ln w="4762">
              <a:solidFill>
                <a:srgbClr val="FF0000"/>
              </a:solidFill>
            </a:ln>
          </p:spPr>
          <p:txBody>
            <a:bodyPr wrap="square" lIns="0" tIns="0" rIns="0" bIns="0" rtlCol="0"/>
            <a:lstStyle/>
            <a:p>
              <a:endParaRPr/>
            </a:p>
          </p:txBody>
        </p:sp>
        <p:sp>
          <p:nvSpPr>
            <p:cNvPr id="296" name="object 20">
              <a:extLst>
                <a:ext uri="{FF2B5EF4-FFF2-40B4-BE49-F238E27FC236}">
                  <a16:creationId xmlns:a16="http://schemas.microsoft.com/office/drawing/2014/main" id="{31E29360-F8BB-D7DA-8892-D5F12E6B8D31}"/>
                </a:ext>
              </a:extLst>
            </p:cNvPr>
            <p:cNvSpPr/>
            <p:nvPr/>
          </p:nvSpPr>
          <p:spPr>
            <a:xfrm>
              <a:off x="6456044" y="5353150"/>
              <a:ext cx="45085" cy="60960"/>
            </a:xfrm>
            <a:custGeom>
              <a:avLst/>
              <a:gdLst/>
              <a:ahLst/>
              <a:cxnLst/>
              <a:rect l="l" t="t" r="r" b="b"/>
              <a:pathLst>
                <a:path w="45085" h="60960">
                  <a:moveTo>
                    <a:pt x="44767" y="60674"/>
                  </a:moveTo>
                  <a:lnTo>
                    <a:pt x="0" y="60674"/>
                  </a:lnTo>
                  <a:lnTo>
                    <a:pt x="22383" y="0"/>
                  </a:lnTo>
                  <a:lnTo>
                    <a:pt x="44767" y="60674"/>
                  </a:lnTo>
                  <a:close/>
                </a:path>
              </a:pathLst>
            </a:custGeom>
            <a:solidFill>
              <a:srgbClr val="FF0000"/>
            </a:solidFill>
          </p:spPr>
          <p:txBody>
            <a:bodyPr wrap="square" lIns="0" tIns="0" rIns="0" bIns="0" rtlCol="0"/>
            <a:lstStyle/>
            <a:p>
              <a:endParaRPr/>
            </a:p>
          </p:txBody>
        </p:sp>
        <p:sp>
          <p:nvSpPr>
            <p:cNvPr id="297" name="object 21">
              <a:extLst>
                <a:ext uri="{FF2B5EF4-FFF2-40B4-BE49-F238E27FC236}">
                  <a16:creationId xmlns:a16="http://schemas.microsoft.com/office/drawing/2014/main" id="{9FFAB0B0-E4C0-0A16-EB67-66F01BE1A46E}"/>
                </a:ext>
              </a:extLst>
            </p:cNvPr>
            <p:cNvSpPr/>
            <p:nvPr/>
          </p:nvSpPr>
          <p:spPr>
            <a:xfrm>
              <a:off x="6456044" y="5353150"/>
              <a:ext cx="45085" cy="60960"/>
            </a:xfrm>
            <a:custGeom>
              <a:avLst/>
              <a:gdLst/>
              <a:ahLst/>
              <a:cxnLst/>
              <a:rect l="l" t="t" r="r" b="b"/>
              <a:pathLst>
                <a:path w="45085" h="60960">
                  <a:moveTo>
                    <a:pt x="44767" y="60674"/>
                  </a:moveTo>
                  <a:lnTo>
                    <a:pt x="22383" y="0"/>
                  </a:lnTo>
                  <a:lnTo>
                    <a:pt x="0" y="60674"/>
                  </a:lnTo>
                  <a:lnTo>
                    <a:pt x="44767" y="60674"/>
                  </a:lnTo>
                  <a:close/>
                </a:path>
              </a:pathLst>
            </a:custGeom>
            <a:ln w="4762">
              <a:solidFill>
                <a:srgbClr val="FF0000"/>
              </a:solidFill>
            </a:ln>
          </p:spPr>
          <p:txBody>
            <a:bodyPr wrap="square" lIns="0" tIns="0" rIns="0" bIns="0" rtlCol="0"/>
            <a:lstStyle/>
            <a:p>
              <a:endParaRPr/>
            </a:p>
          </p:txBody>
        </p:sp>
        <p:sp>
          <p:nvSpPr>
            <p:cNvPr id="298" name="object 22">
              <a:extLst>
                <a:ext uri="{FF2B5EF4-FFF2-40B4-BE49-F238E27FC236}">
                  <a16:creationId xmlns:a16="http://schemas.microsoft.com/office/drawing/2014/main" id="{93D63C73-97F8-520C-9D7C-1E6D9AD6C5FD}"/>
                </a:ext>
              </a:extLst>
            </p:cNvPr>
            <p:cNvSpPr/>
            <p:nvPr/>
          </p:nvSpPr>
          <p:spPr>
            <a:xfrm>
              <a:off x="6476326" y="5413825"/>
              <a:ext cx="4445" cy="127000"/>
            </a:xfrm>
            <a:custGeom>
              <a:avLst/>
              <a:gdLst/>
              <a:ahLst/>
              <a:cxnLst/>
              <a:rect l="l" t="t" r="r" b="b"/>
              <a:pathLst>
                <a:path w="4444" h="127000">
                  <a:moveTo>
                    <a:pt x="4191" y="0"/>
                  </a:moveTo>
                  <a:lnTo>
                    <a:pt x="0" y="0"/>
                  </a:lnTo>
                  <a:lnTo>
                    <a:pt x="0" y="126974"/>
                  </a:lnTo>
                  <a:lnTo>
                    <a:pt x="4191" y="126974"/>
                  </a:lnTo>
                  <a:lnTo>
                    <a:pt x="4191" y="0"/>
                  </a:lnTo>
                  <a:close/>
                </a:path>
              </a:pathLst>
            </a:custGeom>
            <a:solidFill>
              <a:srgbClr val="FF0000"/>
            </a:solidFill>
          </p:spPr>
          <p:txBody>
            <a:bodyPr wrap="square" lIns="0" tIns="0" rIns="0" bIns="0" rtlCol="0"/>
            <a:lstStyle/>
            <a:p>
              <a:endParaRPr/>
            </a:p>
          </p:txBody>
        </p:sp>
        <p:sp>
          <p:nvSpPr>
            <p:cNvPr id="299" name="object 23">
              <a:extLst>
                <a:ext uri="{FF2B5EF4-FFF2-40B4-BE49-F238E27FC236}">
                  <a16:creationId xmlns:a16="http://schemas.microsoft.com/office/drawing/2014/main" id="{658E2D46-1DCE-CB8C-7C49-32D4743A968D}"/>
                </a:ext>
              </a:extLst>
            </p:cNvPr>
            <p:cNvSpPr/>
            <p:nvPr/>
          </p:nvSpPr>
          <p:spPr>
            <a:xfrm>
              <a:off x="6476333" y="5413824"/>
              <a:ext cx="4445" cy="127000"/>
            </a:xfrm>
            <a:custGeom>
              <a:avLst/>
              <a:gdLst/>
              <a:ahLst/>
              <a:cxnLst/>
              <a:rect l="l" t="t" r="r" b="b"/>
              <a:pathLst>
                <a:path w="4444" h="127000">
                  <a:moveTo>
                    <a:pt x="4191" y="0"/>
                  </a:moveTo>
                  <a:lnTo>
                    <a:pt x="0" y="0"/>
                  </a:lnTo>
                  <a:lnTo>
                    <a:pt x="0" y="126968"/>
                  </a:lnTo>
                  <a:lnTo>
                    <a:pt x="4191" y="126968"/>
                  </a:lnTo>
                  <a:lnTo>
                    <a:pt x="4191" y="0"/>
                  </a:lnTo>
                  <a:close/>
                </a:path>
              </a:pathLst>
            </a:custGeom>
            <a:ln w="4762">
              <a:solidFill>
                <a:srgbClr val="FF0000"/>
              </a:solidFill>
            </a:ln>
          </p:spPr>
          <p:txBody>
            <a:bodyPr wrap="square" lIns="0" tIns="0" rIns="0" bIns="0" rtlCol="0"/>
            <a:lstStyle/>
            <a:p>
              <a:endParaRPr/>
            </a:p>
          </p:txBody>
        </p:sp>
        <p:sp>
          <p:nvSpPr>
            <p:cNvPr id="300" name="object 24">
              <a:extLst>
                <a:ext uri="{FF2B5EF4-FFF2-40B4-BE49-F238E27FC236}">
                  <a16:creationId xmlns:a16="http://schemas.microsoft.com/office/drawing/2014/main" id="{0C2BB64A-1E6A-FA66-1861-0A7AA4855EAE}"/>
                </a:ext>
              </a:extLst>
            </p:cNvPr>
            <p:cNvSpPr/>
            <p:nvPr/>
          </p:nvSpPr>
          <p:spPr>
            <a:xfrm>
              <a:off x="6829520" y="5353150"/>
              <a:ext cx="45085" cy="60960"/>
            </a:xfrm>
            <a:custGeom>
              <a:avLst/>
              <a:gdLst/>
              <a:ahLst/>
              <a:cxnLst/>
              <a:rect l="l" t="t" r="r" b="b"/>
              <a:pathLst>
                <a:path w="45085" h="60960">
                  <a:moveTo>
                    <a:pt x="44767" y="60674"/>
                  </a:moveTo>
                  <a:lnTo>
                    <a:pt x="0" y="60674"/>
                  </a:lnTo>
                  <a:lnTo>
                    <a:pt x="22383" y="0"/>
                  </a:lnTo>
                  <a:lnTo>
                    <a:pt x="44767" y="60674"/>
                  </a:lnTo>
                  <a:close/>
                </a:path>
              </a:pathLst>
            </a:custGeom>
            <a:solidFill>
              <a:srgbClr val="FF0000"/>
            </a:solidFill>
          </p:spPr>
          <p:txBody>
            <a:bodyPr wrap="square" lIns="0" tIns="0" rIns="0" bIns="0" rtlCol="0"/>
            <a:lstStyle/>
            <a:p>
              <a:endParaRPr/>
            </a:p>
          </p:txBody>
        </p:sp>
        <p:sp>
          <p:nvSpPr>
            <p:cNvPr id="301" name="object 25">
              <a:extLst>
                <a:ext uri="{FF2B5EF4-FFF2-40B4-BE49-F238E27FC236}">
                  <a16:creationId xmlns:a16="http://schemas.microsoft.com/office/drawing/2014/main" id="{39D58C12-8860-74A2-1956-5EF614B53E5F}"/>
                </a:ext>
              </a:extLst>
            </p:cNvPr>
            <p:cNvSpPr/>
            <p:nvPr/>
          </p:nvSpPr>
          <p:spPr>
            <a:xfrm>
              <a:off x="6829520" y="5353150"/>
              <a:ext cx="45085" cy="60960"/>
            </a:xfrm>
            <a:custGeom>
              <a:avLst/>
              <a:gdLst/>
              <a:ahLst/>
              <a:cxnLst/>
              <a:rect l="l" t="t" r="r" b="b"/>
              <a:pathLst>
                <a:path w="45085" h="60960">
                  <a:moveTo>
                    <a:pt x="44767" y="60674"/>
                  </a:moveTo>
                  <a:lnTo>
                    <a:pt x="22383" y="0"/>
                  </a:lnTo>
                  <a:lnTo>
                    <a:pt x="0" y="60674"/>
                  </a:lnTo>
                  <a:lnTo>
                    <a:pt x="44767" y="60674"/>
                  </a:lnTo>
                  <a:close/>
                </a:path>
              </a:pathLst>
            </a:custGeom>
            <a:ln w="4762">
              <a:solidFill>
                <a:srgbClr val="FF0000"/>
              </a:solidFill>
            </a:ln>
          </p:spPr>
          <p:txBody>
            <a:bodyPr wrap="square" lIns="0" tIns="0" rIns="0" bIns="0" rtlCol="0"/>
            <a:lstStyle/>
            <a:p>
              <a:endParaRPr/>
            </a:p>
          </p:txBody>
        </p:sp>
        <p:sp>
          <p:nvSpPr>
            <p:cNvPr id="302" name="object 26">
              <a:extLst>
                <a:ext uri="{FF2B5EF4-FFF2-40B4-BE49-F238E27FC236}">
                  <a16:creationId xmlns:a16="http://schemas.microsoft.com/office/drawing/2014/main" id="{4D98BBB2-51A5-854B-6DBB-F7847EC237AF}"/>
                </a:ext>
              </a:extLst>
            </p:cNvPr>
            <p:cNvSpPr/>
            <p:nvPr/>
          </p:nvSpPr>
          <p:spPr>
            <a:xfrm>
              <a:off x="6849707" y="5413825"/>
              <a:ext cx="4445" cy="127000"/>
            </a:xfrm>
            <a:custGeom>
              <a:avLst/>
              <a:gdLst/>
              <a:ahLst/>
              <a:cxnLst/>
              <a:rect l="l" t="t" r="r" b="b"/>
              <a:pathLst>
                <a:path w="4444" h="127000">
                  <a:moveTo>
                    <a:pt x="4279" y="0"/>
                  </a:moveTo>
                  <a:lnTo>
                    <a:pt x="0" y="0"/>
                  </a:lnTo>
                  <a:lnTo>
                    <a:pt x="0" y="126974"/>
                  </a:lnTo>
                  <a:lnTo>
                    <a:pt x="4279" y="126974"/>
                  </a:lnTo>
                  <a:lnTo>
                    <a:pt x="4279" y="0"/>
                  </a:lnTo>
                  <a:close/>
                </a:path>
              </a:pathLst>
            </a:custGeom>
            <a:solidFill>
              <a:srgbClr val="FF0000"/>
            </a:solidFill>
          </p:spPr>
          <p:txBody>
            <a:bodyPr wrap="square" lIns="0" tIns="0" rIns="0" bIns="0" rtlCol="0"/>
            <a:lstStyle/>
            <a:p>
              <a:endParaRPr/>
            </a:p>
          </p:txBody>
        </p:sp>
        <p:sp>
          <p:nvSpPr>
            <p:cNvPr id="303" name="object 27">
              <a:extLst>
                <a:ext uri="{FF2B5EF4-FFF2-40B4-BE49-F238E27FC236}">
                  <a16:creationId xmlns:a16="http://schemas.microsoft.com/office/drawing/2014/main" id="{A3FD683B-AA01-AE0E-33FD-6103BFB68896}"/>
                </a:ext>
              </a:extLst>
            </p:cNvPr>
            <p:cNvSpPr/>
            <p:nvPr/>
          </p:nvSpPr>
          <p:spPr>
            <a:xfrm>
              <a:off x="6849713" y="5413824"/>
              <a:ext cx="4445" cy="127000"/>
            </a:xfrm>
            <a:custGeom>
              <a:avLst/>
              <a:gdLst/>
              <a:ahLst/>
              <a:cxnLst/>
              <a:rect l="l" t="t" r="r" b="b"/>
              <a:pathLst>
                <a:path w="4444" h="127000">
                  <a:moveTo>
                    <a:pt x="4286" y="0"/>
                  </a:moveTo>
                  <a:lnTo>
                    <a:pt x="0" y="0"/>
                  </a:lnTo>
                  <a:lnTo>
                    <a:pt x="0" y="126968"/>
                  </a:lnTo>
                  <a:lnTo>
                    <a:pt x="4286" y="126968"/>
                  </a:lnTo>
                  <a:lnTo>
                    <a:pt x="4286" y="0"/>
                  </a:lnTo>
                  <a:close/>
                </a:path>
              </a:pathLst>
            </a:custGeom>
            <a:ln w="4762">
              <a:solidFill>
                <a:srgbClr val="FF0000"/>
              </a:solidFill>
            </a:ln>
          </p:spPr>
          <p:txBody>
            <a:bodyPr wrap="square" lIns="0" tIns="0" rIns="0" bIns="0" rtlCol="0"/>
            <a:lstStyle/>
            <a:p>
              <a:endParaRPr/>
            </a:p>
          </p:txBody>
        </p:sp>
        <p:sp>
          <p:nvSpPr>
            <p:cNvPr id="304" name="object 28">
              <a:extLst>
                <a:ext uri="{FF2B5EF4-FFF2-40B4-BE49-F238E27FC236}">
                  <a16:creationId xmlns:a16="http://schemas.microsoft.com/office/drawing/2014/main" id="{83BE9B49-D1B6-71FD-5960-3ACE645F09A9}"/>
                </a:ext>
              </a:extLst>
            </p:cNvPr>
            <p:cNvSpPr/>
            <p:nvPr/>
          </p:nvSpPr>
          <p:spPr>
            <a:xfrm>
              <a:off x="7202995" y="5353150"/>
              <a:ext cx="45085" cy="60960"/>
            </a:xfrm>
            <a:custGeom>
              <a:avLst/>
              <a:gdLst/>
              <a:ahLst/>
              <a:cxnLst/>
              <a:rect l="l" t="t" r="r" b="b"/>
              <a:pathLst>
                <a:path w="45085" h="60960">
                  <a:moveTo>
                    <a:pt x="44767" y="60674"/>
                  </a:moveTo>
                  <a:lnTo>
                    <a:pt x="0" y="60674"/>
                  </a:lnTo>
                  <a:lnTo>
                    <a:pt x="22383" y="0"/>
                  </a:lnTo>
                  <a:lnTo>
                    <a:pt x="44767" y="60674"/>
                  </a:lnTo>
                  <a:close/>
                </a:path>
              </a:pathLst>
            </a:custGeom>
            <a:solidFill>
              <a:srgbClr val="FF0000"/>
            </a:solidFill>
          </p:spPr>
          <p:txBody>
            <a:bodyPr wrap="square" lIns="0" tIns="0" rIns="0" bIns="0" rtlCol="0"/>
            <a:lstStyle/>
            <a:p>
              <a:endParaRPr/>
            </a:p>
          </p:txBody>
        </p:sp>
        <p:sp>
          <p:nvSpPr>
            <p:cNvPr id="305" name="object 29">
              <a:extLst>
                <a:ext uri="{FF2B5EF4-FFF2-40B4-BE49-F238E27FC236}">
                  <a16:creationId xmlns:a16="http://schemas.microsoft.com/office/drawing/2014/main" id="{5EDABA31-6384-AF80-F3C1-99A21A384647}"/>
                </a:ext>
              </a:extLst>
            </p:cNvPr>
            <p:cNvSpPr/>
            <p:nvPr/>
          </p:nvSpPr>
          <p:spPr>
            <a:xfrm>
              <a:off x="7202995" y="5353150"/>
              <a:ext cx="45085" cy="60960"/>
            </a:xfrm>
            <a:custGeom>
              <a:avLst/>
              <a:gdLst/>
              <a:ahLst/>
              <a:cxnLst/>
              <a:rect l="l" t="t" r="r" b="b"/>
              <a:pathLst>
                <a:path w="45085" h="60960">
                  <a:moveTo>
                    <a:pt x="44767" y="60674"/>
                  </a:moveTo>
                  <a:lnTo>
                    <a:pt x="22383" y="0"/>
                  </a:lnTo>
                  <a:lnTo>
                    <a:pt x="0" y="60674"/>
                  </a:lnTo>
                  <a:lnTo>
                    <a:pt x="44767" y="60674"/>
                  </a:lnTo>
                  <a:close/>
                </a:path>
              </a:pathLst>
            </a:custGeom>
            <a:ln w="4762">
              <a:solidFill>
                <a:srgbClr val="FF0000"/>
              </a:solidFill>
            </a:ln>
          </p:spPr>
          <p:txBody>
            <a:bodyPr wrap="square" lIns="0" tIns="0" rIns="0" bIns="0" rtlCol="0"/>
            <a:lstStyle/>
            <a:p>
              <a:endParaRPr/>
            </a:p>
          </p:txBody>
        </p:sp>
        <p:sp>
          <p:nvSpPr>
            <p:cNvPr id="306" name="object 30">
              <a:extLst>
                <a:ext uri="{FF2B5EF4-FFF2-40B4-BE49-F238E27FC236}">
                  <a16:creationId xmlns:a16="http://schemas.microsoft.com/office/drawing/2014/main" id="{DA495728-162E-D2B0-D5EA-61AE1530E555}"/>
                </a:ext>
              </a:extLst>
            </p:cNvPr>
            <p:cNvSpPr/>
            <p:nvPr/>
          </p:nvSpPr>
          <p:spPr>
            <a:xfrm>
              <a:off x="7223175" y="5413825"/>
              <a:ext cx="4445" cy="127000"/>
            </a:xfrm>
            <a:custGeom>
              <a:avLst/>
              <a:gdLst/>
              <a:ahLst/>
              <a:cxnLst/>
              <a:rect l="l" t="t" r="r" b="b"/>
              <a:pathLst>
                <a:path w="4445" h="127000">
                  <a:moveTo>
                    <a:pt x="4381" y="0"/>
                  </a:moveTo>
                  <a:lnTo>
                    <a:pt x="0" y="0"/>
                  </a:lnTo>
                  <a:lnTo>
                    <a:pt x="0" y="126974"/>
                  </a:lnTo>
                  <a:lnTo>
                    <a:pt x="4381" y="126974"/>
                  </a:lnTo>
                  <a:lnTo>
                    <a:pt x="4381" y="0"/>
                  </a:lnTo>
                  <a:close/>
                </a:path>
              </a:pathLst>
            </a:custGeom>
            <a:solidFill>
              <a:srgbClr val="FF0000"/>
            </a:solidFill>
          </p:spPr>
          <p:txBody>
            <a:bodyPr wrap="square" lIns="0" tIns="0" rIns="0" bIns="0" rtlCol="0"/>
            <a:lstStyle/>
            <a:p>
              <a:endParaRPr/>
            </a:p>
          </p:txBody>
        </p:sp>
        <p:sp>
          <p:nvSpPr>
            <p:cNvPr id="307" name="object 31">
              <a:extLst>
                <a:ext uri="{FF2B5EF4-FFF2-40B4-BE49-F238E27FC236}">
                  <a16:creationId xmlns:a16="http://schemas.microsoft.com/office/drawing/2014/main" id="{51ED310B-6CDD-7539-81AE-4D1DF59E82E2}"/>
                </a:ext>
              </a:extLst>
            </p:cNvPr>
            <p:cNvSpPr/>
            <p:nvPr/>
          </p:nvSpPr>
          <p:spPr>
            <a:xfrm>
              <a:off x="7223188" y="5413824"/>
              <a:ext cx="4445" cy="127000"/>
            </a:xfrm>
            <a:custGeom>
              <a:avLst/>
              <a:gdLst/>
              <a:ahLst/>
              <a:cxnLst/>
              <a:rect l="l" t="t" r="r" b="b"/>
              <a:pathLst>
                <a:path w="4445" h="127000">
                  <a:moveTo>
                    <a:pt x="4381" y="0"/>
                  </a:moveTo>
                  <a:lnTo>
                    <a:pt x="0" y="0"/>
                  </a:lnTo>
                  <a:lnTo>
                    <a:pt x="0" y="126968"/>
                  </a:lnTo>
                  <a:lnTo>
                    <a:pt x="4381" y="126968"/>
                  </a:lnTo>
                  <a:lnTo>
                    <a:pt x="4381" y="0"/>
                  </a:lnTo>
                  <a:close/>
                </a:path>
              </a:pathLst>
            </a:custGeom>
            <a:ln w="4762">
              <a:solidFill>
                <a:srgbClr val="FF0000"/>
              </a:solidFill>
            </a:ln>
          </p:spPr>
          <p:txBody>
            <a:bodyPr wrap="square" lIns="0" tIns="0" rIns="0" bIns="0" rtlCol="0"/>
            <a:lstStyle/>
            <a:p>
              <a:endParaRPr/>
            </a:p>
          </p:txBody>
        </p:sp>
        <p:sp>
          <p:nvSpPr>
            <p:cNvPr id="308" name="object 32">
              <a:extLst>
                <a:ext uri="{FF2B5EF4-FFF2-40B4-BE49-F238E27FC236}">
                  <a16:creationId xmlns:a16="http://schemas.microsoft.com/office/drawing/2014/main" id="{84B478EB-94F7-5489-2089-D5E6D9DE8D68}"/>
                </a:ext>
              </a:extLst>
            </p:cNvPr>
            <p:cNvSpPr/>
            <p:nvPr/>
          </p:nvSpPr>
          <p:spPr>
            <a:xfrm>
              <a:off x="7576470" y="5353150"/>
              <a:ext cx="45085" cy="60960"/>
            </a:xfrm>
            <a:custGeom>
              <a:avLst/>
              <a:gdLst/>
              <a:ahLst/>
              <a:cxnLst/>
              <a:rect l="l" t="t" r="r" b="b"/>
              <a:pathLst>
                <a:path w="45085" h="60960">
                  <a:moveTo>
                    <a:pt x="44767" y="60674"/>
                  </a:moveTo>
                  <a:lnTo>
                    <a:pt x="0" y="60674"/>
                  </a:lnTo>
                  <a:lnTo>
                    <a:pt x="22383" y="0"/>
                  </a:lnTo>
                  <a:lnTo>
                    <a:pt x="44767" y="60674"/>
                  </a:lnTo>
                  <a:close/>
                </a:path>
              </a:pathLst>
            </a:custGeom>
            <a:solidFill>
              <a:srgbClr val="FF0000"/>
            </a:solidFill>
          </p:spPr>
          <p:txBody>
            <a:bodyPr wrap="square" lIns="0" tIns="0" rIns="0" bIns="0" rtlCol="0"/>
            <a:lstStyle/>
            <a:p>
              <a:endParaRPr/>
            </a:p>
          </p:txBody>
        </p:sp>
        <p:sp>
          <p:nvSpPr>
            <p:cNvPr id="309" name="object 33">
              <a:extLst>
                <a:ext uri="{FF2B5EF4-FFF2-40B4-BE49-F238E27FC236}">
                  <a16:creationId xmlns:a16="http://schemas.microsoft.com/office/drawing/2014/main" id="{04C94CE6-EFC8-C9D0-AEDD-A6CECE75EBC1}"/>
                </a:ext>
              </a:extLst>
            </p:cNvPr>
            <p:cNvSpPr/>
            <p:nvPr/>
          </p:nvSpPr>
          <p:spPr>
            <a:xfrm>
              <a:off x="7576470" y="5353150"/>
              <a:ext cx="45085" cy="60960"/>
            </a:xfrm>
            <a:custGeom>
              <a:avLst/>
              <a:gdLst/>
              <a:ahLst/>
              <a:cxnLst/>
              <a:rect l="l" t="t" r="r" b="b"/>
              <a:pathLst>
                <a:path w="45085" h="60960">
                  <a:moveTo>
                    <a:pt x="44767" y="60674"/>
                  </a:moveTo>
                  <a:lnTo>
                    <a:pt x="22383" y="0"/>
                  </a:lnTo>
                  <a:lnTo>
                    <a:pt x="0" y="60674"/>
                  </a:lnTo>
                  <a:lnTo>
                    <a:pt x="44767" y="60674"/>
                  </a:lnTo>
                  <a:close/>
                </a:path>
              </a:pathLst>
            </a:custGeom>
            <a:ln w="4762">
              <a:solidFill>
                <a:srgbClr val="FF0000"/>
              </a:solidFill>
            </a:ln>
          </p:spPr>
          <p:txBody>
            <a:bodyPr wrap="square" lIns="0" tIns="0" rIns="0" bIns="0" rtlCol="0"/>
            <a:lstStyle/>
            <a:p>
              <a:endParaRPr/>
            </a:p>
          </p:txBody>
        </p:sp>
        <p:sp>
          <p:nvSpPr>
            <p:cNvPr id="310" name="object 34">
              <a:extLst>
                <a:ext uri="{FF2B5EF4-FFF2-40B4-BE49-F238E27FC236}">
                  <a16:creationId xmlns:a16="http://schemas.microsoft.com/office/drawing/2014/main" id="{042AC910-EC7B-11D8-BE0A-DE86B50489BF}"/>
                </a:ext>
              </a:extLst>
            </p:cNvPr>
            <p:cNvSpPr/>
            <p:nvPr/>
          </p:nvSpPr>
          <p:spPr>
            <a:xfrm>
              <a:off x="7596657" y="5413825"/>
              <a:ext cx="4445" cy="127000"/>
            </a:xfrm>
            <a:custGeom>
              <a:avLst/>
              <a:gdLst/>
              <a:ahLst/>
              <a:cxnLst/>
              <a:rect l="l" t="t" r="r" b="b"/>
              <a:pathLst>
                <a:path w="4445" h="127000">
                  <a:moveTo>
                    <a:pt x="4381" y="0"/>
                  </a:moveTo>
                  <a:lnTo>
                    <a:pt x="0" y="0"/>
                  </a:lnTo>
                  <a:lnTo>
                    <a:pt x="0" y="126974"/>
                  </a:lnTo>
                  <a:lnTo>
                    <a:pt x="4381" y="126974"/>
                  </a:lnTo>
                  <a:lnTo>
                    <a:pt x="4381" y="0"/>
                  </a:lnTo>
                  <a:close/>
                </a:path>
              </a:pathLst>
            </a:custGeom>
            <a:solidFill>
              <a:srgbClr val="FF0000"/>
            </a:solidFill>
          </p:spPr>
          <p:txBody>
            <a:bodyPr wrap="square" lIns="0" tIns="0" rIns="0" bIns="0" rtlCol="0"/>
            <a:lstStyle/>
            <a:p>
              <a:endParaRPr/>
            </a:p>
          </p:txBody>
        </p:sp>
        <p:sp>
          <p:nvSpPr>
            <p:cNvPr id="311" name="object 35">
              <a:extLst>
                <a:ext uri="{FF2B5EF4-FFF2-40B4-BE49-F238E27FC236}">
                  <a16:creationId xmlns:a16="http://schemas.microsoft.com/office/drawing/2014/main" id="{CB7FD5CE-72BB-2766-D810-E9B2B848DADE}"/>
                </a:ext>
              </a:extLst>
            </p:cNvPr>
            <p:cNvSpPr/>
            <p:nvPr/>
          </p:nvSpPr>
          <p:spPr>
            <a:xfrm>
              <a:off x="7596663" y="5413824"/>
              <a:ext cx="4445" cy="127000"/>
            </a:xfrm>
            <a:custGeom>
              <a:avLst/>
              <a:gdLst/>
              <a:ahLst/>
              <a:cxnLst/>
              <a:rect l="l" t="t" r="r" b="b"/>
              <a:pathLst>
                <a:path w="4445" h="127000">
                  <a:moveTo>
                    <a:pt x="4381" y="0"/>
                  </a:moveTo>
                  <a:lnTo>
                    <a:pt x="0" y="0"/>
                  </a:lnTo>
                  <a:lnTo>
                    <a:pt x="0" y="126968"/>
                  </a:lnTo>
                  <a:lnTo>
                    <a:pt x="4381" y="126968"/>
                  </a:lnTo>
                  <a:lnTo>
                    <a:pt x="4381" y="0"/>
                  </a:lnTo>
                  <a:close/>
                </a:path>
              </a:pathLst>
            </a:custGeom>
            <a:ln w="4762">
              <a:solidFill>
                <a:srgbClr val="FF0000"/>
              </a:solidFill>
            </a:ln>
          </p:spPr>
          <p:txBody>
            <a:bodyPr wrap="square" lIns="0" tIns="0" rIns="0" bIns="0" rtlCol="0"/>
            <a:lstStyle/>
            <a:p>
              <a:endParaRPr/>
            </a:p>
          </p:txBody>
        </p:sp>
        <p:sp>
          <p:nvSpPr>
            <p:cNvPr id="312" name="object 36">
              <a:extLst>
                <a:ext uri="{FF2B5EF4-FFF2-40B4-BE49-F238E27FC236}">
                  <a16:creationId xmlns:a16="http://schemas.microsoft.com/office/drawing/2014/main" id="{A57B70AF-3005-49EE-1610-0CBE0F07F8C1}"/>
                </a:ext>
              </a:extLst>
            </p:cNvPr>
            <p:cNvSpPr/>
            <p:nvPr/>
          </p:nvSpPr>
          <p:spPr>
            <a:xfrm>
              <a:off x="7949945" y="5353150"/>
              <a:ext cx="45085" cy="60960"/>
            </a:xfrm>
            <a:custGeom>
              <a:avLst/>
              <a:gdLst/>
              <a:ahLst/>
              <a:cxnLst/>
              <a:rect l="l" t="t" r="r" b="b"/>
              <a:pathLst>
                <a:path w="45085" h="60960">
                  <a:moveTo>
                    <a:pt x="44767" y="60674"/>
                  </a:moveTo>
                  <a:lnTo>
                    <a:pt x="0" y="60674"/>
                  </a:lnTo>
                  <a:lnTo>
                    <a:pt x="22383" y="0"/>
                  </a:lnTo>
                  <a:lnTo>
                    <a:pt x="44767" y="60674"/>
                  </a:lnTo>
                  <a:close/>
                </a:path>
              </a:pathLst>
            </a:custGeom>
            <a:solidFill>
              <a:srgbClr val="FF0000"/>
            </a:solidFill>
          </p:spPr>
          <p:txBody>
            <a:bodyPr wrap="square" lIns="0" tIns="0" rIns="0" bIns="0" rtlCol="0"/>
            <a:lstStyle/>
            <a:p>
              <a:endParaRPr/>
            </a:p>
          </p:txBody>
        </p:sp>
        <p:sp>
          <p:nvSpPr>
            <p:cNvPr id="313" name="object 37">
              <a:extLst>
                <a:ext uri="{FF2B5EF4-FFF2-40B4-BE49-F238E27FC236}">
                  <a16:creationId xmlns:a16="http://schemas.microsoft.com/office/drawing/2014/main" id="{815E0B20-B43F-4182-3F84-AB99B2308DE4}"/>
                </a:ext>
              </a:extLst>
            </p:cNvPr>
            <p:cNvSpPr/>
            <p:nvPr/>
          </p:nvSpPr>
          <p:spPr>
            <a:xfrm>
              <a:off x="7949945" y="5353150"/>
              <a:ext cx="45085" cy="60960"/>
            </a:xfrm>
            <a:custGeom>
              <a:avLst/>
              <a:gdLst/>
              <a:ahLst/>
              <a:cxnLst/>
              <a:rect l="l" t="t" r="r" b="b"/>
              <a:pathLst>
                <a:path w="45085" h="60960">
                  <a:moveTo>
                    <a:pt x="44767" y="60674"/>
                  </a:moveTo>
                  <a:lnTo>
                    <a:pt x="22383" y="0"/>
                  </a:lnTo>
                  <a:lnTo>
                    <a:pt x="0" y="60674"/>
                  </a:lnTo>
                  <a:lnTo>
                    <a:pt x="44767" y="60674"/>
                  </a:lnTo>
                  <a:close/>
                </a:path>
              </a:pathLst>
            </a:custGeom>
            <a:ln w="4762">
              <a:solidFill>
                <a:srgbClr val="FF0000"/>
              </a:solidFill>
            </a:ln>
          </p:spPr>
          <p:txBody>
            <a:bodyPr wrap="square" lIns="0" tIns="0" rIns="0" bIns="0" rtlCol="0"/>
            <a:lstStyle/>
            <a:p>
              <a:endParaRPr/>
            </a:p>
          </p:txBody>
        </p:sp>
        <p:sp>
          <p:nvSpPr>
            <p:cNvPr id="314" name="object 38">
              <a:extLst>
                <a:ext uri="{FF2B5EF4-FFF2-40B4-BE49-F238E27FC236}">
                  <a16:creationId xmlns:a16="http://schemas.microsoft.com/office/drawing/2014/main" id="{0BAC57BF-7420-9D22-A798-B4B027FD174B}"/>
                </a:ext>
              </a:extLst>
            </p:cNvPr>
            <p:cNvSpPr/>
            <p:nvPr/>
          </p:nvSpPr>
          <p:spPr>
            <a:xfrm>
              <a:off x="7787734" y="4268729"/>
              <a:ext cx="2540" cy="59055"/>
            </a:xfrm>
            <a:custGeom>
              <a:avLst/>
              <a:gdLst/>
              <a:ahLst/>
              <a:cxnLst/>
              <a:rect l="l" t="t" r="r" b="b"/>
              <a:pathLst>
                <a:path w="2539" h="59055">
                  <a:moveTo>
                    <a:pt x="0" y="59055"/>
                  </a:moveTo>
                  <a:lnTo>
                    <a:pt x="2190" y="59055"/>
                  </a:lnTo>
                  <a:lnTo>
                    <a:pt x="2190" y="0"/>
                  </a:lnTo>
                  <a:lnTo>
                    <a:pt x="0" y="0"/>
                  </a:lnTo>
                  <a:lnTo>
                    <a:pt x="0" y="59055"/>
                  </a:lnTo>
                  <a:close/>
                </a:path>
              </a:pathLst>
            </a:custGeom>
            <a:ln w="4762">
              <a:solidFill>
                <a:srgbClr val="000000"/>
              </a:solidFill>
            </a:ln>
          </p:spPr>
          <p:txBody>
            <a:bodyPr wrap="square" lIns="0" tIns="0" rIns="0" bIns="0" rtlCol="0"/>
            <a:lstStyle/>
            <a:p>
              <a:endParaRPr/>
            </a:p>
          </p:txBody>
        </p:sp>
        <p:sp>
          <p:nvSpPr>
            <p:cNvPr id="315" name="object 39">
              <a:extLst>
                <a:ext uri="{FF2B5EF4-FFF2-40B4-BE49-F238E27FC236}">
                  <a16:creationId xmlns:a16="http://schemas.microsoft.com/office/drawing/2014/main" id="{292195C2-BFCE-4D81-B45E-F4799F5C5873}"/>
                </a:ext>
              </a:extLst>
            </p:cNvPr>
            <p:cNvSpPr/>
            <p:nvPr/>
          </p:nvSpPr>
          <p:spPr>
            <a:xfrm>
              <a:off x="7787729" y="4107566"/>
              <a:ext cx="2540" cy="107950"/>
            </a:xfrm>
            <a:custGeom>
              <a:avLst/>
              <a:gdLst/>
              <a:ahLst/>
              <a:cxnLst/>
              <a:rect l="l" t="t" r="r" b="b"/>
              <a:pathLst>
                <a:path w="2539" h="107950">
                  <a:moveTo>
                    <a:pt x="2184" y="0"/>
                  </a:moveTo>
                  <a:lnTo>
                    <a:pt x="0" y="0"/>
                  </a:lnTo>
                  <a:lnTo>
                    <a:pt x="0" y="107442"/>
                  </a:lnTo>
                  <a:lnTo>
                    <a:pt x="2184" y="107442"/>
                  </a:lnTo>
                  <a:lnTo>
                    <a:pt x="2184" y="0"/>
                  </a:lnTo>
                  <a:close/>
                </a:path>
              </a:pathLst>
            </a:custGeom>
            <a:solidFill>
              <a:srgbClr val="000000"/>
            </a:solidFill>
          </p:spPr>
          <p:txBody>
            <a:bodyPr wrap="square" lIns="0" tIns="0" rIns="0" bIns="0" rtlCol="0"/>
            <a:lstStyle/>
            <a:p>
              <a:endParaRPr/>
            </a:p>
          </p:txBody>
        </p:sp>
        <p:sp>
          <p:nvSpPr>
            <p:cNvPr id="316" name="object 40">
              <a:extLst>
                <a:ext uri="{FF2B5EF4-FFF2-40B4-BE49-F238E27FC236}">
                  <a16:creationId xmlns:a16="http://schemas.microsoft.com/office/drawing/2014/main" id="{6BE5CC7B-58A7-44EF-F69D-8ACE2CCFEDED}"/>
                </a:ext>
              </a:extLst>
            </p:cNvPr>
            <p:cNvSpPr/>
            <p:nvPr/>
          </p:nvSpPr>
          <p:spPr>
            <a:xfrm>
              <a:off x="7787734" y="4107566"/>
              <a:ext cx="2540" cy="107950"/>
            </a:xfrm>
            <a:custGeom>
              <a:avLst/>
              <a:gdLst/>
              <a:ahLst/>
              <a:cxnLst/>
              <a:rect l="l" t="t" r="r" b="b"/>
              <a:pathLst>
                <a:path w="2539" h="107950">
                  <a:moveTo>
                    <a:pt x="0" y="107441"/>
                  </a:moveTo>
                  <a:lnTo>
                    <a:pt x="2190" y="107441"/>
                  </a:lnTo>
                  <a:lnTo>
                    <a:pt x="2190" y="0"/>
                  </a:lnTo>
                  <a:lnTo>
                    <a:pt x="0" y="0"/>
                  </a:lnTo>
                  <a:lnTo>
                    <a:pt x="0" y="107441"/>
                  </a:lnTo>
                  <a:close/>
                </a:path>
              </a:pathLst>
            </a:custGeom>
            <a:ln w="4762">
              <a:solidFill>
                <a:srgbClr val="000000"/>
              </a:solidFill>
            </a:ln>
          </p:spPr>
          <p:txBody>
            <a:bodyPr wrap="square" lIns="0" tIns="0" rIns="0" bIns="0" rtlCol="0"/>
            <a:lstStyle/>
            <a:p>
              <a:endParaRPr/>
            </a:p>
          </p:txBody>
        </p:sp>
        <p:sp>
          <p:nvSpPr>
            <p:cNvPr id="317" name="object 41">
              <a:extLst>
                <a:ext uri="{FF2B5EF4-FFF2-40B4-BE49-F238E27FC236}">
                  <a16:creationId xmlns:a16="http://schemas.microsoft.com/office/drawing/2014/main" id="{28D9114A-ABB5-97DC-59ED-F86AEAF74D38}"/>
                </a:ext>
              </a:extLst>
            </p:cNvPr>
            <p:cNvSpPr/>
            <p:nvPr/>
          </p:nvSpPr>
          <p:spPr>
            <a:xfrm>
              <a:off x="7787729" y="3946505"/>
              <a:ext cx="2540" cy="107950"/>
            </a:xfrm>
            <a:custGeom>
              <a:avLst/>
              <a:gdLst/>
              <a:ahLst/>
              <a:cxnLst/>
              <a:rect l="l" t="t" r="r" b="b"/>
              <a:pathLst>
                <a:path w="2539" h="107950">
                  <a:moveTo>
                    <a:pt x="2184" y="0"/>
                  </a:moveTo>
                  <a:lnTo>
                    <a:pt x="0" y="0"/>
                  </a:lnTo>
                  <a:lnTo>
                    <a:pt x="0" y="107340"/>
                  </a:lnTo>
                  <a:lnTo>
                    <a:pt x="2184" y="107340"/>
                  </a:lnTo>
                  <a:lnTo>
                    <a:pt x="2184" y="0"/>
                  </a:lnTo>
                  <a:close/>
                </a:path>
              </a:pathLst>
            </a:custGeom>
            <a:solidFill>
              <a:srgbClr val="000000"/>
            </a:solidFill>
          </p:spPr>
          <p:txBody>
            <a:bodyPr wrap="square" lIns="0" tIns="0" rIns="0" bIns="0" rtlCol="0"/>
            <a:lstStyle/>
            <a:p>
              <a:endParaRPr/>
            </a:p>
          </p:txBody>
        </p:sp>
        <p:sp>
          <p:nvSpPr>
            <p:cNvPr id="318" name="object 42">
              <a:extLst>
                <a:ext uri="{FF2B5EF4-FFF2-40B4-BE49-F238E27FC236}">
                  <a16:creationId xmlns:a16="http://schemas.microsoft.com/office/drawing/2014/main" id="{CA1C16DA-CECB-45EA-8746-0CB11203C5C4}"/>
                </a:ext>
              </a:extLst>
            </p:cNvPr>
            <p:cNvSpPr/>
            <p:nvPr/>
          </p:nvSpPr>
          <p:spPr>
            <a:xfrm>
              <a:off x="7787734" y="3946498"/>
              <a:ext cx="2540" cy="107950"/>
            </a:xfrm>
            <a:custGeom>
              <a:avLst/>
              <a:gdLst/>
              <a:ahLst/>
              <a:cxnLst/>
              <a:rect l="l" t="t" r="r" b="b"/>
              <a:pathLst>
                <a:path w="2539" h="107950">
                  <a:moveTo>
                    <a:pt x="0" y="107346"/>
                  </a:moveTo>
                  <a:lnTo>
                    <a:pt x="2190" y="107346"/>
                  </a:lnTo>
                  <a:lnTo>
                    <a:pt x="2190" y="0"/>
                  </a:lnTo>
                  <a:lnTo>
                    <a:pt x="0" y="0"/>
                  </a:lnTo>
                  <a:lnTo>
                    <a:pt x="0" y="107346"/>
                  </a:lnTo>
                  <a:close/>
                </a:path>
              </a:pathLst>
            </a:custGeom>
            <a:ln w="4762">
              <a:solidFill>
                <a:srgbClr val="000000"/>
              </a:solidFill>
            </a:ln>
          </p:spPr>
          <p:txBody>
            <a:bodyPr wrap="square" lIns="0" tIns="0" rIns="0" bIns="0" rtlCol="0"/>
            <a:lstStyle/>
            <a:p>
              <a:endParaRPr/>
            </a:p>
          </p:txBody>
        </p:sp>
        <p:sp>
          <p:nvSpPr>
            <p:cNvPr id="319" name="object 43">
              <a:extLst>
                <a:ext uri="{FF2B5EF4-FFF2-40B4-BE49-F238E27FC236}">
                  <a16:creationId xmlns:a16="http://schemas.microsoft.com/office/drawing/2014/main" id="{A48A65C6-F376-9038-B691-43B697FAB7B3}"/>
                </a:ext>
              </a:extLst>
            </p:cNvPr>
            <p:cNvSpPr/>
            <p:nvPr/>
          </p:nvSpPr>
          <p:spPr>
            <a:xfrm>
              <a:off x="7787729" y="3785430"/>
              <a:ext cx="2540" cy="107950"/>
            </a:xfrm>
            <a:custGeom>
              <a:avLst/>
              <a:gdLst/>
              <a:ahLst/>
              <a:cxnLst/>
              <a:rect l="l" t="t" r="r" b="b"/>
              <a:pathLst>
                <a:path w="2539" h="107950">
                  <a:moveTo>
                    <a:pt x="2184" y="0"/>
                  </a:moveTo>
                  <a:lnTo>
                    <a:pt x="0" y="0"/>
                  </a:lnTo>
                  <a:lnTo>
                    <a:pt x="0" y="107442"/>
                  </a:lnTo>
                  <a:lnTo>
                    <a:pt x="2184" y="107442"/>
                  </a:lnTo>
                  <a:lnTo>
                    <a:pt x="2184" y="0"/>
                  </a:lnTo>
                  <a:close/>
                </a:path>
              </a:pathLst>
            </a:custGeom>
            <a:solidFill>
              <a:srgbClr val="000000"/>
            </a:solidFill>
          </p:spPr>
          <p:txBody>
            <a:bodyPr wrap="square" lIns="0" tIns="0" rIns="0" bIns="0" rtlCol="0"/>
            <a:lstStyle/>
            <a:p>
              <a:endParaRPr/>
            </a:p>
          </p:txBody>
        </p:sp>
        <p:sp>
          <p:nvSpPr>
            <p:cNvPr id="320" name="object 44">
              <a:extLst>
                <a:ext uri="{FF2B5EF4-FFF2-40B4-BE49-F238E27FC236}">
                  <a16:creationId xmlns:a16="http://schemas.microsoft.com/office/drawing/2014/main" id="{C3E31083-8EAF-606F-FEF3-01775B80CE76}"/>
                </a:ext>
              </a:extLst>
            </p:cNvPr>
            <p:cNvSpPr/>
            <p:nvPr/>
          </p:nvSpPr>
          <p:spPr>
            <a:xfrm>
              <a:off x="7787734" y="3785430"/>
              <a:ext cx="2540" cy="107950"/>
            </a:xfrm>
            <a:custGeom>
              <a:avLst/>
              <a:gdLst/>
              <a:ahLst/>
              <a:cxnLst/>
              <a:rect l="l" t="t" r="r" b="b"/>
              <a:pathLst>
                <a:path w="2539" h="107950">
                  <a:moveTo>
                    <a:pt x="0" y="107441"/>
                  </a:moveTo>
                  <a:lnTo>
                    <a:pt x="2190" y="107441"/>
                  </a:lnTo>
                  <a:lnTo>
                    <a:pt x="2190" y="0"/>
                  </a:lnTo>
                  <a:lnTo>
                    <a:pt x="0" y="0"/>
                  </a:lnTo>
                  <a:lnTo>
                    <a:pt x="0" y="107441"/>
                  </a:lnTo>
                  <a:close/>
                </a:path>
              </a:pathLst>
            </a:custGeom>
            <a:ln w="4762">
              <a:solidFill>
                <a:srgbClr val="000000"/>
              </a:solidFill>
            </a:ln>
          </p:spPr>
          <p:txBody>
            <a:bodyPr wrap="square" lIns="0" tIns="0" rIns="0" bIns="0" rtlCol="0"/>
            <a:lstStyle/>
            <a:p>
              <a:endParaRPr/>
            </a:p>
          </p:txBody>
        </p:sp>
        <p:sp>
          <p:nvSpPr>
            <p:cNvPr id="321" name="object 45">
              <a:extLst>
                <a:ext uri="{FF2B5EF4-FFF2-40B4-BE49-F238E27FC236}">
                  <a16:creationId xmlns:a16="http://schemas.microsoft.com/office/drawing/2014/main" id="{B1C33D31-0C3C-E1E5-4ED1-ABA560C71C98}"/>
                </a:ext>
              </a:extLst>
            </p:cNvPr>
            <p:cNvSpPr/>
            <p:nvPr/>
          </p:nvSpPr>
          <p:spPr>
            <a:xfrm>
              <a:off x="7787729" y="3624369"/>
              <a:ext cx="2540" cy="107950"/>
            </a:xfrm>
            <a:custGeom>
              <a:avLst/>
              <a:gdLst/>
              <a:ahLst/>
              <a:cxnLst/>
              <a:rect l="l" t="t" r="r" b="b"/>
              <a:pathLst>
                <a:path w="2539" h="107950">
                  <a:moveTo>
                    <a:pt x="2184" y="0"/>
                  </a:moveTo>
                  <a:lnTo>
                    <a:pt x="0" y="0"/>
                  </a:lnTo>
                  <a:lnTo>
                    <a:pt x="0" y="107340"/>
                  </a:lnTo>
                  <a:lnTo>
                    <a:pt x="2184" y="107340"/>
                  </a:lnTo>
                  <a:lnTo>
                    <a:pt x="2184" y="0"/>
                  </a:lnTo>
                  <a:close/>
                </a:path>
              </a:pathLst>
            </a:custGeom>
            <a:solidFill>
              <a:srgbClr val="000000"/>
            </a:solidFill>
          </p:spPr>
          <p:txBody>
            <a:bodyPr wrap="square" lIns="0" tIns="0" rIns="0" bIns="0" rtlCol="0"/>
            <a:lstStyle/>
            <a:p>
              <a:endParaRPr/>
            </a:p>
          </p:txBody>
        </p:sp>
        <p:sp>
          <p:nvSpPr>
            <p:cNvPr id="322" name="object 46">
              <a:extLst>
                <a:ext uri="{FF2B5EF4-FFF2-40B4-BE49-F238E27FC236}">
                  <a16:creationId xmlns:a16="http://schemas.microsoft.com/office/drawing/2014/main" id="{5FDBBB2B-D7DE-593C-81AC-98F99B1E4166}"/>
                </a:ext>
              </a:extLst>
            </p:cNvPr>
            <p:cNvSpPr/>
            <p:nvPr/>
          </p:nvSpPr>
          <p:spPr>
            <a:xfrm>
              <a:off x="7787734" y="3511587"/>
              <a:ext cx="2540" cy="220345"/>
            </a:xfrm>
            <a:custGeom>
              <a:avLst/>
              <a:gdLst/>
              <a:ahLst/>
              <a:cxnLst/>
              <a:rect l="l" t="t" r="r" b="b"/>
              <a:pathLst>
                <a:path w="2539" h="220344">
                  <a:moveTo>
                    <a:pt x="0" y="220122"/>
                  </a:moveTo>
                  <a:lnTo>
                    <a:pt x="2190" y="220122"/>
                  </a:lnTo>
                  <a:lnTo>
                    <a:pt x="2190" y="112775"/>
                  </a:lnTo>
                  <a:lnTo>
                    <a:pt x="0" y="112775"/>
                  </a:lnTo>
                  <a:lnTo>
                    <a:pt x="0" y="220122"/>
                  </a:lnTo>
                  <a:close/>
                </a:path>
                <a:path w="2539" h="220344">
                  <a:moveTo>
                    <a:pt x="0" y="59149"/>
                  </a:moveTo>
                  <a:lnTo>
                    <a:pt x="2190" y="59149"/>
                  </a:lnTo>
                  <a:lnTo>
                    <a:pt x="2190" y="0"/>
                  </a:lnTo>
                  <a:lnTo>
                    <a:pt x="0" y="0"/>
                  </a:lnTo>
                  <a:lnTo>
                    <a:pt x="0" y="59149"/>
                  </a:lnTo>
                  <a:close/>
                </a:path>
              </a:pathLst>
            </a:custGeom>
            <a:ln w="4762">
              <a:solidFill>
                <a:srgbClr val="000000"/>
              </a:solidFill>
            </a:ln>
          </p:spPr>
          <p:txBody>
            <a:bodyPr wrap="square" lIns="0" tIns="0" rIns="0" bIns="0" rtlCol="0"/>
            <a:lstStyle/>
            <a:p>
              <a:endParaRPr/>
            </a:p>
          </p:txBody>
        </p:sp>
        <p:sp>
          <p:nvSpPr>
            <p:cNvPr id="323" name="object 47">
              <a:extLst>
                <a:ext uri="{FF2B5EF4-FFF2-40B4-BE49-F238E27FC236}">
                  <a16:creationId xmlns:a16="http://schemas.microsoft.com/office/drawing/2014/main" id="{229C09DA-79C4-D97F-1442-CAFCCC8A705F}"/>
                </a:ext>
              </a:extLst>
            </p:cNvPr>
            <p:cNvSpPr/>
            <p:nvPr/>
          </p:nvSpPr>
          <p:spPr>
            <a:xfrm>
              <a:off x="7787734" y="3511587"/>
              <a:ext cx="2540" cy="0"/>
            </a:xfrm>
            <a:custGeom>
              <a:avLst/>
              <a:gdLst/>
              <a:ahLst/>
              <a:cxnLst/>
              <a:rect l="l" t="t" r="r" b="b"/>
              <a:pathLst>
                <a:path w="2539">
                  <a:moveTo>
                    <a:pt x="2190" y="0"/>
                  </a:moveTo>
                  <a:lnTo>
                    <a:pt x="0" y="0"/>
                  </a:lnTo>
                  <a:lnTo>
                    <a:pt x="2190" y="0"/>
                  </a:lnTo>
                  <a:close/>
                </a:path>
              </a:pathLst>
            </a:custGeom>
            <a:solidFill>
              <a:srgbClr val="000000"/>
            </a:solidFill>
          </p:spPr>
          <p:txBody>
            <a:bodyPr wrap="square" lIns="0" tIns="0" rIns="0" bIns="0" rtlCol="0"/>
            <a:lstStyle/>
            <a:p>
              <a:endParaRPr/>
            </a:p>
          </p:txBody>
        </p:sp>
        <p:sp>
          <p:nvSpPr>
            <p:cNvPr id="324" name="object 48">
              <a:extLst>
                <a:ext uri="{FF2B5EF4-FFF2-40B4-BE49-F238E27FC236}">
                  <a16:creationId xmlns:a16="http://schemas.microsoft.com/office/drawing/2014/main" id="{AA306403-103F-3450-1143-2DBDF4013DC9}"/>
                </a:ext>
              </a:extLst>
            </p:cNvPr>
            <p:cNvSpPr/>
            <p:nvPr/>
          </p:nvSpPr>
          <p:spPr>
            <a:xfrm>
              <a:off x="7787734" y="3511587"/>
              <a:ext cx="2540" cy="0"/>
            </a:xfrm>
            <a:custGeom>
              <a:avLst/>
              <a:gdLst/>
              <a:ahLst/>
              <a:cxnLst/>
              <a:rect l="l" t="t" r="r" b="b"/>
              <a:pathLst>
                <a:path w="2539">
                  <a:moveTo>
                    <a:pt x="0" y="0"/>
                  </a:moveTo>
                  <a:lnTo>
                    <a:pt x="2190" y="0"/>
                  </a:lnTo>
                  <a:lnTo>
                    <a:pt x="0" y="0"/>
                  </a:lnTo>
                  <a:close/>
                </a:path>
              </a:pathLst>
            </a:custGeom>
            <a:ln w="4762">
              <a:solidFill>
                <a:srgbClr val="000000"/>
              </a:solidFill>
            </a:ln>
          </p:spPr>
          <p:txBody>
            <a:bodyPr wrap="square" lIns="0" tIns="0" rIns="0" bIns="0" rtlCol="0"/>
            <a:lstStyle/>
            <a:p>
              <a:endParaRPr/>
            </a:p>
          </p:txBody>
        </p:sp>
        <p:sp>
          <p:nvSpPr>
            <p:cNvPr id="325" name="object 49">
              <a:extLst>
                <a:ext uri="{FF2B5EF4-FFF2-40B4-BE49-F238E27FC236}">
                  <a16:creationId xmlns:a16="http://schemas.microsoft.com/office/drawing/2014/main" id="{E6E450CE-05D1-D58B-09ED-E770F1BFEE5D}"/>
                </a:ext>
              </a:extLst>
            </p:cNvPr>
            <p:cNvSpPr/>
            <p:nvPr/>
          </p:nvSpPr>
          <p:spPr>
            <a:xfrm>
              <a:off x="7165371" y="4268729"/>
              <a:ext cx="2540" cy="59055"/>
            </a:xfrm>
            <a:custGeom>
              <a:avLst/>
              <a:gdLst/>
              <a:ahLst/>
              <a:cxnLst/>
              <a:rect l="l" t="t" r="r" b="b"/>
              <a:pathLst>
                <a:path w="2539" h="59055">
                  <a:moveTo>
                    <a:pt x="0" y="59055"/>
                  </a:moveTo>
                  <a:lnTo>
                    <a:pt x="2190" y="59055"/>
                  </a:lnTo>
                  <a:lnTo>
                    <a:pt x="2190" y="0"/>
                  </a:lnTo>
                  <a:lnTo>
                    <a:pt x="0" y="0"/>
                  </a:lnTo>
                  <a:lnTo>
                    <a:pt x="0" y="59055"/>
                  </a:lnTo>
                  <a:close/>
                </a:path>
              </a:pathLst>
            </a:custGeom>
            <a:ln w="4762">
              <a:solidFill>
                <a:srgbClr val="000000"/>
              </a:solidFill>
            </a:ln>
          </p:spPr>
          <p:txBody>
            <a:bodyPr wrap="square" lIns="0" tIns="0" rIns="0" bIns="0" rtlCol="0"/>
            <a:lstStyle/>
            <a:p>
              <a:endParaRPr/>
            </a:p>
          </p:txBody>
        </p:sp>
        <p:sp>
          <p:nvSpPr>
            <p:cNvPr id="326" name="object 50">
              <a:extLst>
                <a:ext uri="{FF2B5EF4-FFF2-40B4-BE49-F238E27FC236}">
                  <a16:creationId xmlns:a16="http://schemas.microsoft.com/office/drawing/2014/main" id="{027F152A-A614-480C-B987-64CB3FAFFC1D}"/>
                </a:ext>
              </a:extLst>
            </p:cNvPr>
            <p:cNvSpPr/>
            <p:nvPr/>
          </p:nvSpPr>
          <p:spPr>
            <a:xfrm>
              <a:off x="7165365" y="4107566"/>
              <a:ext cx="2540" cy="107950"/>
            </a:xfrm>
            <a:custGeom>
              <a:avLst/>
              <a:gdLst/>
              <a:ahLst/>
              <a:cxnLst/>
              <a:rect l="l" t="t" r="r" b="b"/>
              <a:pathLst>
                <a:path w="2539" h="107950">
                  <a:moveTo>
                    <a:pt x="2197" y="0"/>
                  </a:moveTo>
                  <a:lnTo>
                    <a:pt x="0" y="0"/>
                  </a:lnTo>
                  <a:lnTo>
                    <a:pt x="0" y="107442"/>
                  </a:lnTo>
                  <a:lnTo>
                    <a:pt x="2197" y="107442"/>
                  </a:lnTo>
                  <a:lnTo>
                    <a:pt x="2197" y="0"/>
                  </a:lnTo>
                  <a:close/>
                </a:path>
              </a:pathLst>
            </a:custGeom>
            <a:solidFill>
              <a:srgbClr val="000000"/>
            </a:solidFill>
          </p:spPr>
          <p:txBody>
            <a:bodyPr wrap="square" lIns="0" tIns="0" rIns="0" bIns="0" rtlCol="0"/>
            <a:lstStyle/>
            <a:p>
              <a:endParaRPr/>
            </a:p>
          </p:txBody>
        </p:sp>
        <p:sp>
          <p:nvSpPr>
            <p:cNvPr id="327" name="object 51">
              <a:extLst>
                <a:ext uri="{FF2B5EF4-FFF2-40B4-BE49-F238E27FC236}">
                  <a16:creationId xmlns:a16="http://schemas.microsoft.com/office/drawing/2014/main" id="{A20F31E0-CAF0-8B7C-65D2-177FD58BB061}"/>
                </a:ext>
              </a:extLst>
            </p:cNvPr>
            <p:cNvSpPr/>
            <p:nvPr/>
          </p:nvSpPr>
          <p:spPr>
            <a:xfrm>
              <a:off x="7165371" y="4107566"/>
              <a:ext cx="2540" cy="107950"/>
            </a:xfrm>
            <a:custGeom>
              <a:avLst/>
              <a:gdLst/>
              <a:ahLst/>
              <a:cxnLst/>
              <a:rect l="l" t="t" r="r" b="b"/>
              <a:pathLst>
                <a:path w="2539" h="107950">
                  <a:moveTo>
                    <a:pt x="0" y="107441"/>
                  </a:moveTo>
                  <a:lnTo>
                    <a:pt x="2190" y="107441"/>
                  </a:lnTo>
                  <a:lnTo>
                    <a:pt x="2190" y="0"/>
                  </a:lnTo>
                  <a:lnTo>
                    <a:pt x="0" y="0"/>
                  </a:lnTo>
                  <a:lnTo>
                    <a:pt x="0" y="107441"/>
                  </a:lnTo>
                  <a:close/>
                </a:path>
              </a:pathLst>
            </a:custGeom>
            <a:ln w="4762">
              <a:solidFill>
                <a:srgbClr val="000000"/>
              </a:solidFill>
            </a:ln>
          </p:spPr>
          <p:txBody>
            <a:bodyPr wrap="square" lIns="0" tIns="0" rIns="0" bIns="0" rtlCol="0"/>
            <a:lstStyle/>
            <a:p>
              <a:endParaRPr/>
            </a:p>
          </p:txBody>
        </p:sp>
        <p:sp>
          <p:nvSpPr>
            <p:cNvPr id="328" name="object 52">
              <a:extLst>
                <a:ext uri="{FF2B5EF4-FFF2-40B4-BE49-F238E27FC236}">
                  <a16:creationId xmlns:a16="http://schemas.microsoft.com/office/drawing/2014/main" id="{77B3B39B-61BB-1F3F-8C45-B5111C7EEF59}"/>
                </a:ext>
              </a:extLst>
            </p:cNvPr>
            <p:cNvSpPr/>
            <p:nvPr/>
          </p:nvSpPr>
          <p:spPr>
            <a:xfrm>
              <a:off x="7165365" y="3946505"/>
              <a:ext cx="2540" cy="107950"/>
            </a:xfrm>
            <a:custGeom>
              <a:avLst/>
              <a:gdLst/>
              <a:ahLst/>
              <a:cxnLst/>
              <a:rect l="l" t="t" r="r" b="b"/>
              <a:pathLst>
                <a:path w="2539" h="107950">
                  <a:moveTo>
                    <a:pt x="2197" y="0"/>
                  </a:moveTo>
                  <a:lnTo>
                    <a:pt x="0" y="0"/>
                  </a:lnTo>
                  <a:lnTo>
                    <a:pt x="0" y="107340"/>
                  </a:lnTo>
                  <a:lnTo>
                    <a:pt x="2197" y="107340"/>
                  </a:lnTo>
                  <a:lnTo>
                    <a:pt x="2197" y="0"/>
                  </a:lnTo>
                  <a:close/>
                </a:path>
              </a:pathLst>
            </a:custGeom>
            <a:solidFill>
              <a:srgbClr val="000000"/>
            </a:solidFill>
          </p:spPr>
          <p:txBody>
            <a:bodyPr wrap="square" lIns="0" tIns="0" rIns="0" bIns="0" rtlCol="0"/>
            <a:lstStyle/>
            <a:p>
              <a:endParaRPr/>
            </a:p>
          </p:txBody>
        </p:sp>
        <p:sp>
          <p:nvSpPr>
            <p:cNvPr id="329" name="object 53">
              <a:extLst>
                <a:ext uri="{FF2B5EF4-FFF2-40B4-BE49-F238E27FC236}">
                  <a16:creationId xmlns:a16="http://schemas.microsoft.com/office/drawing/2014/main" id="{92036FE0-8FD5-A4C4-782D-399D069759A6}"/>
                </a:ext>
              </a:extLst>
            </p:cNvPr>
            <p:cNvSpPr/>
            <p:nvPr/>
          </p:nvSpPr>
          <p:spPr>
            <a:xfrm>
              <a:off x="7165371" y="3946498"/>
              <a:ext cx="2540" cy="107950"/>
            </a:xfrm>
            <a:custGeom>
              <a:avLst/>
              <a:gdLst/>
              <a:ahLst/>
              <a:cxnLst/>
              <a:rect l="l" t="t" r="r" b="b"/>
              <a:pathLst>
                <a:path w="2539" h="107950">
                  <a:moveTo>
                    <a:pt x="0" y="107346"/>
                  </a:moveTo>
                  <a:lnTo>
                    <a:pt x="2190" y="107346"/>
                  </a:lnTo>
                  <a:lnTo>
                    <a:pt x="2190" y="0"/>
                  </a:lnTo>
                  <a:lnTo>
                    <a:pt x="0" y="0"/>
                  </a:lnTo>
                  <a:lnTo>
                    <a:pt x="0" y="107346"/>
                  </a:lnTo>
                  <a:close/>
                </a:path>
              </a:pathLst>
            </a:custGeom>
            <a:ln w="4762">
              <a:solidFill>
                <a:srgbClr val="000000"/>
              </a:solidFill>
            </a:ln>
          </p:spPr>
          <p:txBody>
            <a:bodyPr wrap="square" lIns="0" tIns="0" rIns="0" bIns="0" rtlCol="0"/>
            <a:lstStyle/>
            <a:p>
              <a:endParaRPr/>
            </a:p>
          </p:txBody>
        </p:sp>
        <p:sp>
          <p:nvSpPr>
            <p:cNvPr id="330" name="object 54">
              <a:extLst>
                <a:ext uri="{FF2B5EF4-FFF2-40B4-BE49-F238E27FC236}">
                  <a16:creationId xmlns:a16="http://schemas.microsoft.com/office/drawing/2014/main" id="{40864BBB-6D61-14A9-D1D8-F1BDA8D33C77}"/>
                </a:ext>
              </a:extLst>
            </p:cNvPr>
            <p:cNvSpPr/>
            <p:nvPr/>
          </p:nvSpPr>
          <p:spPr>
            <a:xfrm>
              <a:off x="7165365" y="3785430"/>
              <a:ext cx="2540" cy="107950"/>
            </a:xfrm>
            <a:custGeom>
              <a:avLst/>
              <a:gdLst/>
              <a:ahLst/>
              <a:cxnLst/>
              <a:rect l="l" t="t" r="r" b="b"/>
              <a:pathLst>
                <a:path w="2539" h="107950">
                  <a:moveTo>
                    <a:pt x="2197" y="0"/>
                  </a:moveTo>
                  <a:lnTo>
                    <a:pt x="0" y="0"/>
                  </a:lnTo>
                  <a:lnTo>
                    <a:pt x="0" y="107442"/>
                  </a:lnTo>
                  <a:lnTo>
                    <a:pt x="2197" y="107442"/>
                  </a:lnTo>
                  <a:lnTo>
                    <a:pt x="2197" y="0"/>
                  </a:lnTo>
                  <a:close/>
                </a:path>
              </a:pathLst>
            </a:custGeom>
            <a:solidFill>
              <a:srgbClr val="000000"/>
            </a:solidFill>
          </p:spPr>
          <p:txBody>
            <a:bodyPr wrap="square" lIns="0" tIns="0" rIns="0" bIns="0" rtlCol="0"/>
            <a:lstStyle/>
            <a:p>
              <a:endParaRPr/>
            </a:p>
          </p:txBody>
        </p:sp>
        <p:sp>
          <p:nvSpPr>
            <p:cNvPr id="331" name="object 55">
              <a:extLst>
                <a:ext uri="{FF2B5EF4-FFF2-40B4-BE49-F238E27FC236}">
                  <a16:creationId xmlns:a16="http://schemas.microsoft.com/office/drawing/2014/main" id="{9A428657-284E-E7AD-9FE3-ABC2B614F32B}"/>
                </a:ext>
              </a:extLst>
            </p:cNvPr>
            <p:cNvSpPr/>
            <p:nvPr/>
          </p:nvSpPr>
          <p:spPr>
            <a:xfrm>
              <a:off x="7165371" y="3785430"/>
              <a:ext cx="2540" cy="107950"/>
            </a:xfrm>
            <a:custGeom>
              <a:avLst/>
              <a:gdLst/>
              <a:ahLst/>
              <a:cxnLst/>
              <a:rect l="l" t="t" r="r" b="b"/>
              <a:pathLst>
                <a:path w="2539" h="107950">
                  <a:moveTo>
                    <a:pt x="0" y="107441"/>
                  </a:moveTo>
                  <a:lnTo>
                    <a:pt x="2190" y="107441"/>
                  </a:lnTo>
                  <a:lnTo>
                    <a:pt x="2190" y="0"/>
                  </a:lnTo>
                  <a:lnTo>
                    <a:pt x="0" y="0"/>
                  </a:lnTo>
                  <a:lnTo>
                    <a:pt x="0" y="107441"/>
                  </a:lnTo>
                  <a:close/>
                </a:path>
              </a:pathLst>
            </a:custGeom>
            <a:ln w="4762">
              <a:solidFill>
                <a:srgbClr val="000000"/>
              </a:solidFill>
            </a:ln>
          </p:spPr>
          <p:txBody>
            <a:bodyPr wrap="square" lIns="0" tIns="0" rIns="0" bIns="0" rtlCol="0"/>
            <a:lstStyle/>
            <a:p>
              <a:endParaRPr/>
            </a:p>
          </p:txBody>
        </p:sp>
        <p:sp>
          <p:nvSpPr>
            <p:cNvPr id="332" name="object 56">
              <a:extLst>
                <a:ext uri="{FF2B5EF4-FFF2-40B4-BE49-F238E27FC236}">
                  <a16:creationId xmlns:a16="http://schemas.microsoft.com/office/drawing/2014/main" id="{52EC9256-1EFD-914F-76D6-6004D28FA225}"/>
                </a:ext>
              </a:extLst>
            </p:cNvPr>
            <p:cNvSpPr/>
            <p:nvPr/>
          </p:nvSpPr>
          <p:spPr>
            <a:xfrm>
              <a:off x="7165365" y="3624369"/>
              <a:ext cx="2540" cy="107950"/>
            </a:xfrm>
            <a:custGeom>
              <a:avLst/>
              <a:gdLst/>
              <a:ahLst/>
              <a:cxnLst/>
              <a:rect l="l" t="t" r="r" b="b"/>
              <a:pathLst>
                <a:path w="2539" h="107950">
                  <a:moveTo>
                    <a:pt x="2197" y="0"/>
                  </a:moveTo>
                  <a:lnTo>
                    <a:pt x="0" y="0"/>
                  </a:lnTo>
                  <a:lnTo>
                    <a:pt x="0" y="107340"/>
                  </a:lnTo>
                  <a:lnTo>
                    <a:pt x="2197" y="107340"/>
                  </a:lnTo>
                  <a:lnTo>
                    <a:pt x="2197" y="0"/>
                  </a:lnTo>
                  <a:close/>
                </a:path>
              </a:pathLst>
            </a:custGeom>
            <a:solidFill>
              <a:srgbClr val="000000"/>
            </a:solidFill>
          </p:spPr>
          <p:txBody>
            <a:bodyPr wrap="square" lIns="0" tIns="0" rIns="0" bIns="0" rtlCol="0"/>
            <a:lstStyle/>
            <a:p>
              <a:endParaRPr/>
            </a:p>
          </p:txBody>
        </p:sp>
        <p:sp>
          <p:nvSpPr>
            <p:cNvPr id="333" name="object 57">
              <a:extLst>
                <a:ext uri="{FF2B5EF4-FFF2-40B4-BE49-F238E27FC236}">
                  <a16:creationId xmlns:a16="http://schemas.microsoft.com/office/drawing/2014/main" id="{AEE39CF2-D174-F203-F3AE-6F6B2634E413}"/>
                </a:ext>
              </a:extLst>
            </p:cNvPr>
            <p:cNvSpPr/>
            <p:nvPr/>
          </p:nvSpPr>
          <p:spPr>
            <a:xfrm>
              <a:off x="7165371" y="3511587"/>
              <a:ext cx="2540" cy="220345"/>
            </a:xfrm>
            <a:custGeom>
              <a:avLst/>
              <a:gdLst/>
              <a:ahLst/>
              <a:cxnLst/>
              <a:rect l="l" t="t" r="r" b="b"/>
              <a:pathLst>
                <a:path w="2539" h="220344">
                  <a:moveTo>
                    <a:pt x="0" y="220122"/>
                  </a:moveTo>
                  <a:lnTo>
                    <a:pt x="2190" y="220122"/>
                  </a:lnTo>
                  <a:lnTo>
                    <a:pt x="2190" y="112775"/>
                  </a:lnTo>
                  <a:lnTo>
                    <a:pt x="0" y="112775"/>
                  </a:lnTo>
                  <a:lnTo>
                    <a:pt x="0" y="220122"/>
                  </a:lnTo>
                  <a:close/>
                </a:path>
                <a:path w="2539" h="220344">
                  <a:moveTo>
                    <a:pt x="0" y="59149"/>
                  </a:moveTo>
                  <a:lnTo>
                    <a:pt x="2190" y="59149"/>
                  </a:lnTo>
                  <a:lnTo>
                    <a:pt x="2190" y="0"/>
                  </a:lnTo>
                  <a:lnTo>
                    <a:pt x="0" y="0"/>
                  </a:lnTo>
                  <a:lnTo>
                    <a:pt x="0" y="59149"/>
                  </a:lnTo>
                  <a:close/>
                </a:path>
              </a:pathLst>
            </a:custGeom>
            <a:ln w="4762">
              <a:solidFill>
                <a:srgbClr val="000000"/>
              </a:solidFill>
            </a:ln>
          </p:spPr>
          <p:txBody>
            <a:bodyPr wrap="square" lIns="0" tIns="0" rIns="0" bIns="0" rtlCol="0"/>
            <a:lstStyle/>
            <a:p>
              <a:endParaRPr/>
            </a:p>
          </p:txBody>
        </p:sp>
        <p:sp>
          <p:nvSpPr>
            <p:cNvPr id="334" name="object 58">
              <a:extLst>
                <a:ext uri="{FF2B5EF4-FFF2-40B4-BE49-F238E27FC236}">
                  <a16:creationId xmlns:a16="http://schemas.microsoft.com/office/drawing/2014/main" id="{7C47D05F-63D5-9DEB-0975-B96354627107}"/>
                </a:ext>
              </a:extLst>
            </p:cNvPr>
            <p:cNvSpPr/>
            <p:nvPr/>
          </p:nvSpPr>
          <p:spPr>
            <a:xfrm>
              <a:off x="7165371" y="3511587"/>
              <a:ext cx="2540" cy="0"/>
            </a:xfrm>
            <a:custGeom>
              <a:avLst/>
              <a:gdLst/>
              <a:ahLst/>
              <a:cxnLst/>
              <a:rect l="l" t="t" r="r" b="b"/>
              <a:pathLst>
                <a:path w="2539">
                  <a:moveTo>
                    <a:pt x="2190" y="0"/>
                  </a:moveTo>
                  <a:lnTo>
                    <a:pt x="0" y="0"/>
                  </a:lnTo>
                  <a:lnTo>
                    <a:pt x="2190" y="0"/>
                  </a:lnTo>
                  <a:close/>
                </a:path>
              </a:pathLst>
            </a:custGeom>
            <a:solidFill>
              <a:srgbClr val="000000"/>
            </a:solidFill>
          </p:spPr>
          <p:txBody>
            <a:bodyPr wrap="square" lIns="0" tIns="0" rIns="0" bIns="0" rtlCol="0"/>
            <a:lstStyle/>
            <a:p>
              <a:endParaRPr/>
            </a:p>
          </p:txBody>
        </p:sp>
        <p:sp>
          <p:nvSpPr>
            <p:cNvPr id="335" name="object 59">
              <a:extLst>
                <a:ext uri="{FF2B5EF4-FFF2-40B4-BE49-F238E27FC236}">
                  <a16:creationId xmlns:a16="http://schemas.microsoft.com/office/drawing/2014/main" id="{A9429376-863E-3DF6-E5A0-5E3D5B9620AE}"/>
                </a:ext>
              </a:extLst>
            </p:cNvPr>
            <p:cNvSpPr/>
            <p:nvPr/>
          </p:nvSpPr>
          <p:spPr>
            <a:xfrm>
              <a:off x="7165371" y="3511587"/>
              <a:ext cx="2540" cy="0"/>
            </a:xfrm>
            <a:custGeom>
              <a:avLst/>
              <a:gdLst/>
              <a:ahLst/>
              <a:cxnLst/>
              <a:rect l="l" t="t" r="r" b="b"/>
              <a:pathLst>
                <a:path w="2539">
                  <a:moveTo>
                    <a:pt x="0" y="0"/>
                  </a:moveTo>
                  <a:lnTo>
                    <a:pt x="2190" y="0"/>
                  </a:lnTo>
                  <a:lnTo>
                    <a:pt x="0" y="0"/>
                  </a:lnTo>
                  <a:close/>
                </a:path>
              </a:pathLst>
            </a:custGeom>
            <a:ln w="4762">
              <a:solidFill>
                <a:srgbClr val="000000"/>
              </a:solidFill>
            </a:ln>
          </p:spPr>
          <p:txBody>
            <a:bodyPr wrap="square" lIns="0" tIns="0" rIns="0" bIns="0" rtlCol="0"/>
            <a:lstStyle/>
            <a:p>
              <a:endParaRPr/>
            </a:p>
          </p:txBody>
        </p:sp>
        <p:sp>
          <p:nvSpPr>
            <p:cNvPr id="336" name="object 60">
              <a:extLst>
                <a:ext uri="{FF2B5EF4-FFF2-40B4-BE49-F238E27FC236}">
                  <a16:creationId xmlns:a16="http://schemas.microsoft.com/office/drawing/2014/main" id="{31FB2E54-B838-5ED0-A73F-45E3EDD16142}"/>
                </a:ext>
              </a:extLst>
            </p:cNvPr>
            <p:cNvSpPr/>
            <p:nvPr/>
          </p:nvSpPr>
          <p:spPr>
            <a:xfrm>
              <a:off x="5913977" y="4268729"/>
              <a:ext cx="2540" cy="59055"/>
            </a:xfrm>
            <a:custGeom>
              <a:avLst/>
              <a:gdLst/>
              <a:ahLst/>
              <a:cxnLst/>
              <a:rect l="l" t="t" r="r" b="b"/>
              <a:pathLst>
                <a:path w="2539" h="59055">
                  <a:moveTo>
                    <a:pt x="0" y="59055"/>
                  </a:moveTo>
                  <a:lnTo>
                    <a:pt x="2095" y="59055"/>
                  </a:lnTo>
                  <a:lnTo>
                    <a:pt x="2095" y="0"/>
                  </a:lnTo>
                  <a:lnTo>
                    <a:pt x="0" y="0"/>
                  </a:lnTo>
                  <a:lnTo>
                    <a:pt x="0" y="59055"/>
                  </a:lnTo>
                  <a:close/>
                </a:path>
              </a:pathLst>
            </a:custGeom>
            <a:ln w="4762">
              <a:solidFill>
                <a:srgbClr val="000000"/>
              </a:solidFill>
            </a:ln>
          </p:spPr>
          <p:txBody>
            <a:bodyPr wrap="square" lIns="0" tIns="0" rIns="0" bIns="0" rtlCol="0"/>
            <a:lstStyle/>
            <a:p>
              <a:endParaRPr/>
            </a:p>
          </p:txBody>
        </p:sp>
        <p:sp>
          <p:nvSpPr>
            <p:cNvPr id="337" name="object 61">
              <a:extLst>
                <a:ext uri="{FF2B5EF4-FFF2-40B4-BE49-F238E27FC236}">
                  <a16:creationId xmlns:a16="http://schemas.microsoft.com/office/drawing/2014/main" id="{6D88E6BE-9302-28BC-D803-C187426407E3}"/>
                </a:ext>
              </a:extLst>
            </p:cNvPr>
            <p:cNvSpPr/>
            <p:nvPr/>
          </p:nvSpPr>
          <p:spPr>
            <a:xfrm>
              <a:off x="5913970" y="4107566"/>
              <a:ext cx="2540" cy="107950"/>
            </a:xfrm>
            <a:custGeom>
              <a:avLst/>
              <a:gdLst/>
              <a:ahLst/>
              <a:cxnLst/>
              <a:rect l="l" t="t" r="r" b="b"/>
              <a:pathLst>
                <a:path w="2539" h="107950">
                  <a:moveTo>
                    <a:pt x="2095" y="0"/>
                  </a:moveTo>
                  <a:lnTo>
                    <a:pt x="0" y="0"/>
                  </a:lnTo>
                  <a:lnTo>
                    <a:pt x="0" y="107442"/>
                  </a:lnTo>
                  <a:lnTo>
                    <a:pt x="2095" y="107442"/>
                  </a:lnTo>
                  <a:lnTo>
                    <a:pt x="2095" y="0"/>
                  </a:lnTo>
                  <a:close/>
                </a:path>
              </a:pathLst>
            </a:custGeom>
            <a:solidFill>
              <a:srgbClr val="000000"/>
            </a:solidFill>
          </p:spPr>
          <p:txBody>
            <a:bodyPr wrap="square" lIns="0" tIns="0" rIns="0" bIns="0" rtlCol="0"/>
            <a:lstStyle/>
            <a:p>
              <a:endParaRPr/>
            </a:p>
          </p:txBody>
        </p:sp>
        <p:sp>
          <p:nvSpPr>
            <p:cNvPr id="338" name="object 62">
              <a:extLst>
                <a:ext uri="{FF2B5EF4-FFF2-40B4-BE49-F238E27FC236}">
                  <a16:creationId xmlns:a16="http://schemas.microsoft.com/office/drawing/2014/main" id="{6B0F83AC-1BDC-425C-DC60-FC4E7DD07542}"/>
                </a:ext>
              </a:extLst>
            </p:cNvPr>
            <p:cNvSpPr/>
            <p:nvPr/>
          </p:nvSpPr>
          <p:spPr>
            <a:xfrm>
              <a:off x="5913977" y="4107566"/>
              <a:ext cx="2540" cy="107950"/>
            </a:xfrm>
            <a:custGeom>
              <a:avLst/>
              <a:gdLst/>
              <a:ahLst/>
              <a:cxnLst/>
              <a:rect l="l" t="t" r="r" b="b"/>
              <a:pathLst>
                <a:path w="2539" h="107950">
                  <a:moveTo>
                    <a:pt x="0" y="107441"/>
                  </a:moveTo>
                  <a:lnTo>
                    <a:pt x="2095" y="107441"/>
                  </a:lnTo>
                  <a:lnTo>
                    <a:pt x="2095" y="0"/>
                  </a:lnTo>
                  <a:lnTo>
                    <a:pt x="0" y="0"/>
                  </a:lnTo>
                  <a:lnTo>
                    <a:pt x="0" y="107441"/>
                  </a:lnTo>
                  <a:close/>
                </a:path>
              </a:pathLst>
            </a:custGeom>
            <a:ln w="4762">
              <a:solidFill>
                <a:srgbClr val="000000"/>
              </a:solidFill>
            </a:ln>
          </p:spPr>
          <p:txBody>
            <a:bodyPr wrap="square" lIns="0" tIns="0" rIns="0" bIns="0" rtlCol="0"/>
            <a:lstStyle/>
            <a:p>
              <a:endParaRPr/>
            </a:p>
          </p:txBody>
        </p:sp>
        <p:sp>
          <p:nvSpPr>
            <p:cNvPr id="339" name="object 63">
              <a:extLst>
                <a:ext uri="{FF2B5EF4-FFF2-40B4-BE49-F238E27FC236}">
                  <a16:creationId xmlns:a16="http://schemas.microsoft.com/office/drawing/2014/main" id="{8F5E0503-07C6-C08D-3A6A-3C2D5C099D70}"/>
                </a:ext>
              </a:extLst>
            </p:cNvPr>
            <p:cNvSpPr/>
            <p:nvPr/>
          </p:nvSpPr>
          <p:spPr>
            <a:xfrm>
              <a:off x="5913970" y="3946505"/>
              <a:ext cx="2540" cy="107950"/>
            </a:xfrm>
            <a:custGeom>
              <a:avLst/>
              <a:gdLst/>
              <a:ahLst/>
              <a:cxnLst/>
              <a:rect l="l" t="t" r="r" b="b"/>
              <a:pathLst>
                <a:path w="2539" h="107950">
                  <a:moveTo>
                    <a:pt x="2095" y="0"/>
                  </a:moveTo>
                  <a:lnTo>
                    <a:pt x="0" y="0"/>
                  </a:lnTo>
                  <a:lnTo>
                    <a:pt x="0" y="107340"/>
                  </a:lnTo>
                  <a:lnTo>
                    <a:pt x="2095" y="107340"/>
                  </a:lnTo>
                  <a:lnTo>
                    <a:pt x="2095" y="0"/>
                  </a:lnTo>
                  <a:close/>
                </a:path>
              </a:pathLst>
            </a:custGeom>
            <a:solidFill>
              <a:srgbClr val="000000"/>
            </a:solidFill>
          </p:spPr>
          <p:txBody>
            <a:bodyPr wrap="square" lIns="0" tIns="0" rIns="0" bIns="0" rtlCol="0"/>
            <a:lstStyle/>
            <a:p>
              <a:endParaRPr/>
            </a:p>
          </p:txBody>
        </p:sp>
        <p:sp>
          <p:nvSpPr>
            <p:cNvPr id="340" name="object 64">
              <a:extLst>
                <a:ext uri="{FF2B5EF4-FFF2-40B4-BE49-F238E27FC236}">
                  <a16:creationId xmlns:a16="http://schemas.microsoft.com/office/drawing/2014/main" id="{0DCEF0E7-3EAD-1A89-C0BF-C5F002173ADC}"/>
                </a:ext>
              </a:extLst>
            </p:cNvPr>
            <p:cNvSpPr/>
            <p:nvPr/>
          </p:nvSpPr>
          <p:spPr>
            <a:xfrm>
              <a:off x="5913977" y="3946498"/>
              <a:ext cx="2540" cy="107950"/>
            </a:xfrm>
            <a:custGeom>
              <a:avLst/>
              <a:gdLst/>
              <a:ahLst/>
              <a:cxnLst/>
              <a:rect l="l" t="t" r="r" b="b"/>
              <a:pathLst>
                <a:path w="2539" h="107950">
                  <a:moveTo>
                    <a:pt x="0" y="107346"/>
                  </a:moveTo>
                  <a:lnTo>
                    <a:pt x="2095" y="107346"/>
                  </a:lnTo>
                  <a:lnTo>
                    <a:pt x="2095" y="0"/>
                  </a:lnTo>
                  <a:lnTo>
                    <a:pt x="0" y="0"/>
                  </a:lnTo>
                  <a:lnTo>
                    <a:pt x="0" y="107346"/>
                  </a:lnTo>
                  <a:close/>
                </a:path>
              </a:pathLst>
            </a:custGeom>
            <a:ln w="4762">
              <a:solidFill>
                <a:srgbClr val="000000"/>
              </a:solidFill>
            </a:ln>
          </p:spPr>
          <p:txBody>
            <a:bodyPr wrap="square" lIns="0" tIns="0" rIns="0" bIns="0" rtlCol="0"/>
            <a:lstStyle/>
            <a:p>
              <a:endParaRPr/>
            </a:p>
          </p:txBody>
        </p:sp>
        <p:sp>
          <p:nvSpPr>
            <p:cNvPr id="341" name="object 65">
              <a:extLst>
                <a:ext uri="{FF2B5EF4-FFF2-40B4-BE49-F238E27FC236}">
                  <a16:creationId xmlns:a16="http://schemas.microsoft.com/office/drawing/2014/main" id="{15539C4B-672A-F33C-5C24-636093D4C2C7}"/>
                </a:ext>
              </a:extLst>
            </p:cNvPr>
            <p:cNvSpPr/>
            <p:nvPr/>
          </p:nvSpPr>
          <p:spPr>
            <a:xfrm>
              <a:off x="5913970" y="3785430"/>
              <a:ext cx="2540" cy="107950"/>
            </a:xfrm>
            <a:custGeom>
              <a:avLst/>
              <a:gdLst/>
              <a:ahLst/>
              <a:cxnLst/>
              <a:rect l="l" t="t" r="r" b="b"/>
              <a:pathLst>
                <a:path w="2539" h="107950">
                  <a:moveTo>
                    <a:pt x="2095" y="0"/>
                  </a:moveTo>
                  <a:lnTo>
                    <a:pt x="0" y="0"/>
                  </a:lnTo>
                  <a:lnTo>
                    <a:pt x="0" y="107442"/>
                  </a:lnTo>
                  <a:lnTo>
                    <a:pt x="2095" y="107442"/>
                  </a:lnTo>
                  <a:lnTo>
                    <a:pt x="2095" y="0"/>
                  </a:lnTo>
                  <a:close/>
                </a:path>
              </a:pathLst>
            </a:custGeom>
            <a:solidFill>
              <a:srgbClr val="000000"/>
            </a:solidFill>
          </p:spPr>
          <p:txBody>
            <a:bodyPr wrap="square" lIns="0" tIns="0" rIns="0" bIns="0" rtlCol="0"/>
            <a:lstStyle/>
            <a:p>
              <a:endParaRPr/>
            </a:p>
          </p:txBody>
        </p:sp>
        <p:sp>
          <p:nvSpPr>
            <p:cNvPr id="342" name="object 66">
              <a:extLst>
                <a:ext uri="{FF2B5EF4-FFF2-40B4-BE49-F238E27FC236}">
                  <a16:creationId xmlns:a16="http://schemas.microsoft.com/office/drawing/2014/main" id="{68C82423-504D-ADFE-936E-25B879C08059}"/>
                </a:ext>
              </a:extLst>
            </p:cNvPr>
            <p:cNvSpPr/>
            <p:nvPr/>
          </p:nvSpPr>
          <p:spPr>
            <a:xfrm>
              <a:off x="5913977" y="3785430"/>
              <a:ext cx="2540" cy="107950"/>
            </a:xfrm>
            <a:custGeom>
              <a:avLst/>
              <a:gdLst/>
              <a:ahLst/>
              <a:cxnLst/>
              <a:rect l="l" t="t" r="r" b="b"/>
              <a:pathLst>
                <a:path w="2539" h="107950">
                  <a:moveTo>
                    <a:pt x="0" y="107441"/>
                  </a:moveTo>
                  <a:lnTo>
                    <a:pt x="2095" y="107441"/>
                  </a:lnTo>
                  <a:lnTo>
                    <a:pt x="2095" y="0"/>
                  </a:lnTo>
                  <a:lnTo>
                    <a:pt x="0" y="0"/>
                  </a:lnTo>
                  <a:lnTo>
                    <a:pt x="0" y="107441"/>
                  </a:lnTo>
                  <a:close/>
                </a:path>
              </a:pathLst>
            </a:custGeom>
            <a:ln w="4762">
              <a:solidFill>
                <a:srgbClr val="000000"/>
              </a:solidFill>
            </a:ln>
          </p:spPr>
          <p:txBody>
            <a:bodyPr wrap="square" lIns="0" tIns="0" rIns="0" bIns="0" rtlCol="0"/>
            <a:lstStyle/>
            <a:p>
              <a:endParaRPr/>
            </a:p>
          </p:txBody>
        </p:sp>
        <p:sp>
          <p:nvSpPr>
            <p:cNvPr id="343" name="object 67">
              <a:extLst>
                <a:ext uri="{FF2B5EF4-FFF2-40B4-BE49-F238E27FC236}">
                  <a16:creationId xmlns:a16="http://schemas.microsoft.com/office/drawing/2014/main" id="{A6EF12CD-ED47-B6E6-DA7F-26FD6B695246}"/>
                </a:ext>
              </a:extLst>
            </p:cNvPr>
            <p:cNvSpPr/>
            <p:nvPr/>
          </p:nvSpPr>
          <p:spPr>
            <a:xfrm>
              <a:off x="5913970" y="3624369"/>
              <a:ext cx="2540" cy="107950"/>
            </a:xfrm>
            <a:custGeom>
              <a:avLst/>
              <a:gdLst/>
              <a:ahLst/>
              <a:cxnLst/>
              <a:rect l="l" t="t" r="r" b="b"/>
              <a:pathLst>
                <a:path w="2539" h="107950">
                  <a:moveTo>
                    <a:pt x="2095" y="0"/>
                  </a:moveTo>
                  <a:lnTo>
                    <a:pt x="0" y="0"/>
                  </a:lnTo>
                  <a:lnTo>
                    <a:pt x="0" y="107340"/>
                  </a:lnTo>
                  <a:lnTo>
                    <a:pt x="2095" y="107340"/>
                  </a:lnTo>
                  <a:lnTo>
                    <a:pt x="2095" y="0"/>
                  </a:lnTo>
                  <a:close/>
                </a:path>
              </a:pathLst>
            </a:custGeom>
            <a:solidFill>
              <a:srgbClr val="000000"/>
            </a:solidFill>
          </p:spPr>
          <p:txBody>
            <a:bodyPr wrap="square" lIns="0" tIns="0" rIns="0" bIns="0" rtlCol="0"/>
            <a:lstStyle/>
            <a:p>
              <a:endParaRPr/>
            </a:p>
          </p:txBody>
        </p:sp>
        <p:sp>
          <p:nvSpPr>
            <p:cNvPr id="344" name="object 68">
              <a:extLst>
                <a:ext uri="{FF2B5EF4-FFF2-40B4-BE49-F238E27FC236}">
                  <a16:creationId xmlns:a16="http://schemas.microsoft.com/office/drawing/2014/main" id="{AAE0902B-9F38-8A1A-063B-F1E87A7C891B}"/>
                </a:ext>
              </a:extLst>
            </p:cNvPr>
            <p:cNvSpPr/>
            <p:nvPr/>
          </p:nvSpPr>
          <p:spPr>
            <a:xfrm>
              <a:off x="5913977" y="3511587"/>
              <a:ext cx="2540" cy="220345"/>
            </a:xfrm>
            <a:custGeom>
              <a:avLst/>
              <a:gdLst/>
              <a:ahLst/>
              <a:cxnLst/>
              <a:rect l="l" t="t" r="r" b="b"/>
              <a:pathLst>
                <a:path w="2539" h="220344">
                  <a:moveTo>
                    <a:pt x="0" y="220122"/>
                  </a:moveTo>
                  <a:lnTo>
                    <a:pt x="2095" y="220122"/>
                  </a:lnTo>
                  <a:lnTo>
                    <a:pt x="2095" y="112775"/>
                  </a:lnTo>
                  <a:lnTo>
                    <a:pt x="0" y="112775"/>
                  </a:lnTo>
                  <a:lnTo>
                    <a:pt x="0" y="220122"/>
                  </a:lnTo>
                  <a:close/>
                </a:path>
                <a:path w="2539" h="220344">
                  <a:moveTo>
                    <a:pt x="0" y="59149"/>
                  </a:moveTo>
                  <a:lnTo>
                    <a:pt x="2095" y="59149"/>
                  </a:lnTo>
                  <a:lnTo>
                    <a:pt x="2095" y="0"/>
                  </a:lnTo>
                  <a:lnTo>
                    <a:pt x="0" y="0"/>
                  </a:lnTo>
                  <a:lnTo>
                    <a:pt x="0" y="59149"/>
                  </a:lnTo>
                  <a:close/>
                </a:path>
              </a:pathLst>
            </a:custGeom>
            <a:ln w="4762">
              <a:solidFill>
                <a:srgbClr val="000000"/>
              </a:solidFill>
            </a:ln>
          </p:spPr>
          <p:txBody>
            <a:bodyPr wrap="square" lIns="0" tIns="0" rIns="0" bIns="0" rtlCol="0"/>
            <a:lstStyle/>
            <a:p>
              <a:endParaRPr/>
            </a:p>
          </p:txBody>
        </p:sp>
        <p:sp>
          <p:nvSpPr>
            <p:cNvPr id="345" name="object 69">
              <a:extLst>
                <a:ext uri="{FF2B5EF4-FFF2-40B4-BE49-F238E27FC236}">
                  <a16:creationId xmlns:a16="http://schemas.microsoft.com/office/drawing/2014/main" id="{E697CBDC-0BEE-374B-1A19-3A2D61FE2E76}"/>
                </a:ext>
              </a:extLst>
            </p:cNvPr>
            <p:cNvSpPr/>
            <p:nvPr/>
          </p:nvSpPr>
          <p:spPr>
            <a:xfrm>
              <a:off x="5913977" y="3511587"/>
              <a:ext cx="2540" cy="0"/>
            </a:xfrm>
            <a:custGeom>
              <a:avLst/>
              <a:gdLst/>
              <a:ahLst/>
              <a:cxnLst/>
              <a:rect l="l" t="t" r="r" b="b"/>
              <a:pathLst>
                <a:path w="2539">
                  <a:moveTo>
                    <a:pt x="2095" y="0"/>
                  </a:moveTo>
                  <a:lnTo>
                    <a:pt x="0" y="0"/>
                  </a:lnTo>
                  <a:lnTo>
                    <a:pt x="2095" y="0"/>
                  </a:lnTo>
                  <a:close/>
                </a:path>
              </a:pathLst>
            </a:custGeom>
            <a:solidFill>
              <a:srgbClr val="000000"/>
            </a:solidFill>
          </p:spPr>
          <p:txBody>
            <a:bodyPr wrap="square" lIns="0" tIns="0" rIns="0" bIns="0" rtlCol="0"/>
            <a:lstStyle/>
            <a:p>
              <a:endParaRPr/>
            </a:p>
          </p:txBody>
        </p:sp>
        <p:sp>
          <p:nvSpPr>
            <p:cNvPr id="346" name="object 70">
              <a:extLst>
                <a:ext uri="{FF2B5EF4-FFF2-40B4-BE49-F238E27FC236}">
                  <a16:creationId xmlns:a16="http://schemas.microsoft.com/office/drawing/2014/main" id="{B8B533F2-88D3-0AE1-19E9-57223E470EC3}"/>
                </a:ext>
              </a:extLst>
            </p:cNvPr>
            <p:cNvSpPr/>
            <p:nvPr/>
          </p:nvSpPr>
          <p:spPr>
            <a:xfrm>
              <a:off x="5913977" y="3511587"/>
              <a:ext cx="2540" cy="0"/>
            </a:xfrm>
            <a:custGeom>
              <a:avLst/>
              <a:gdLst/>
              <a:ahLst/>
              <a:cxnLst/>
              <a:rect l="l" t="t" r="r" b="b"/>
              <a:pathLst>
                <a:path w="2539">
                  <a:moveTo>
                    <a:pt x="0" y="0"/>
                  </a:moveTo>
                  <a:lnTo>
                    <a:pt x="2095" y="0"/>
                  </a:lnTo>
                  <a:lnTo>
                    <a:pt x="0" y="0"/>
                  </a:lnTo>
                  <a:close/>
                </a:path>
              </a:pathLst>
            </a:custGeom>
            <a:ln w="4762">
              <a:solidFill>
                <a:srgbClr val="000000"/>
              </a:solidFill>
            </a:ln>
          </p:spPr>
          <p:txBody>
            <a:bodyPr wrap="square" lIns="0" tIns="0" rIns="0" bIns="0" rtlCol="0"/>
            <a:lstStyle/>
            <a:p>
              <a:endParaRPr/>
            </a:p>
          </p:txBody>
        </p:sp>
        <p:sp>
          <p:nvSpPr>
            <p:cNvPr id="347" name="object 71">
              <a:extLst>
                <a:ext uri="{FF2B5EF4-FFF2-40B4-BE49-F238E27FC236}">
                  <a16:creationId xmlns:a16="http://schemas.microsoft.com/office/drawing/2014/main" id="{00FF1F3A-7A7E-8D06-1108-F4F597585A88}"/>
                </a:ext>
              </a:extLst>
            </p:cNvPr>
            <p:cNvSpPr/>
            <p:nvPr/>
          </p:nvSpPr>
          <p:spPr>
            <a:xfrm>
              <a:off x="6536340" y="4268729"/>
              <a:ext cx="2540" cy="59055"/>
            </a:xfrm>
            <a:custGeom>
              <a:avLst/>
              <a:gdLst/>
              <a:ahLst/>
              <a:cxnLst/>
              <a:rect l="l" t="t" r="r" b="b"/>
              <a:pathLst>
                <a:path w="2539" h="59055">
                  <a:moveTo>
                    <a:pt x="0" y="59055"/>
                  </a:moveTo>
                  <a:lnTo>
                    <a:pt x="2095" y="59055"/>
                  </a:lnTo>
                  <a:lnTo>
                    <a:pt x="2095" y="0"/>
                  </a:lnTo>
                  <a:lnTo>
                    <a:pt x="0" y="0"/>
                  </a:lnTo>
                  <a:lnTo>
                    <a:pt x="0" y="59055"/>
                  </a:lnTo>
                  <a:close/>
                </a:path>
              </a:pathLst>
            </a:custGeom>
            <a:ln w="4762">
              <a:solidFill>
                <a:srgbClr val="000000"/>
              </a:solidFill>
            </a:ln>
          </p:spPr>
          <p:txBody>
            <a:bodyPr wrap="square" lIns="0" tIns="0" rIns="0" bIns="0" rtlCol="0"/>
            <a:lstStyle/>
            <a:p>
              <a:endParaRPr/>
            </a:p>
          </p:txBody>
        </p:sp>
        <p:sp>
          <p:nvSpPr>
            <p:cNvPr id="348" name="object 72">
              <a:extLst>
                <a:ext uri="{FF2B5EF4-FFF2-40B4-BE49-F238E27FC236}">
                  <a16:creationId xmlns:a16="http://schemas.microsoft.com/office/drawing/2014/main" id="{A843D2AB-1740-8D11-8B35-052BB530C8F0}"/>
                </a:ext>
              </a:extLst>
            </p:cNvPr>
            <p:cNvSpPr/>
            <p:nvPr/>
          </p:nvSpPr>
          <p:spPr>
            <a:xfrm>
              <a:off x="6536334" y="4107566"/>
              <a:ext cx="2540" cy="107950"/>
            </a:xfrm>
            <a:custGeom>
              <a:avLst/>
              <a:gdLst/>
              <a:ahLst/>
              <a:cxnLst/>
              <a:rect l="l" t="t" r="r" b="b"/>
              <a:pathLst>
                <a:path w="2539" h="107950">
                  <a:moveTo>
                    <a:pt x="2095" y="0"/>
                  </a:moveTo>
                  <a:lnTo>
                    <a:pt x="0" y="0"/>
                  </a:lnTo>
                  <a:lnTo>
                    <a:pt x="0" y="107442"/>
                  </a:lnTo>
                  <a:lnTo>
                    <a:pt x="2095" y="107442"/>
                  </a:lnTo>
                  <a:lnTo>
                    <a:pt x="2095" y="0"/>
                  </a:lnTo>
                  <a:close/>
                </a:path>
              </a:pathLst>
            </a:custGeom>
            <a:solidFill>
              <a:srgbClr val="000000"/>
            </a:solidFill>
          </p:spPr>
          <p:txBody>
            <a:bodyPr wrap="square" lIns="0" tIns="0" rIns="0" bIns="0" rtlCol="0"/>
            <a:lstStyle/>
            <a:p>
              <a:endParaRPr/>
            </a:p>
          </p:txBody>
        </p:sp>
        <p:sp>
          <p:nvSpPr>
            <p:cNvPr id="349" name="object 73">
              <a:extLst>
                <a:ext uri="{FF2B5EF4-FFF2-40B4-BE49-F238E27FC236}">
                  <a16:creationId xmlns:a16="http://schemas.microsoft.com/office/drawing/2014/main" id="{0B46F047-D33D-B260-863B-46F17FD750EE}"/>
                </a:ext>
              </a:extLst>
            </p:cNvPr>
            <p:cNvSpPr/>
            <p:nvPr/>
          </p:nvSpPr>
          <p:spPr>
            <a:xfrm>
              <a:off x="6536340" y="4107566"/>
              <a:ext cx="2540" cy="107950"/>
            </a:xfrm>
            <a:custGeom>
              <a:avLst/>
              <a:gdLst/>
              <a:ahLst/>
              <a:cxnLst/>
              <a:rect l="l" t="t" r="r" b="b"/>
              <a:pathLst>
                <a:path w="2539" h="107950">
                  <a:moveTo>
                    <a:pt x="0" y="107441"/>
                  </a:moveTo>
                  <a:lnTo>
                    <a:pt x="2095" y="107441"/>
                  </a:lnTo>
                  <a:lnTo>
                    <a:pt x="2095" y="0"/>
                  </a:lnTo>
                  <a:lnTo>
                    <a:pt x="0" y="0"/>
                  </a:lnTo>
                  <a:lnTo>
                    <a:pt x="0" y="107441"/>
                  </a:lnTo>
                  <a:close/>
                </a:path>
              </a:pathLst>
            </a:custGeom>
            <a:ln w="4762">
              <a:solidFill>
                <a:srgbClr val="000000"/>
              </a:solidFill>
            </a:ln>
          </p:spPr>
          <p:txBody>
            <a:bodyPr wrap="square" lIns="0" tIns="0" rIns="0" bIns="0" rtlCol="0"/>
            <a:lstStyle/>
            <a:p>
              <a:endParaRPr/>
            </a:p>
          </p:txBody>
        </p:sp>
        <p:sp>
          <p:nvSpPr>
            <p:cNvPr id="350" name="object 74">
              <a:extLst>
                <a:ext uri="{FF2B5EF4-FFF2-40B4-BE49-F238E27FC236}">
                  <a16:creationId xmlns:a16="http://schemas.microsoft.com/office/drawing/2014/main" id="{2F076A77-31EA-396B-382C-7F9434CFBE41}"/>
                </a:ext>
              </a:extLst>
            </p:cNvPr>
            <p:cNvSpPr/>
            <p:nvPr/>
          </p:nvSpPr>
          <p:spPr>
            <a:xfrm>
              <a:off x="6536334" y="3946505"/>
              <a:ext cx="2540" cy="107950"/>
            </a:xfrm>
            <a:custGeom>
              <a:avLst/>
              <a:gdLst/>
              <a:ahLst/>
              <a:cxnLst/>
              <a:rect l="l" t="t" r="r" b="b"/>
              <a:pathLst>
                <a:path w="2539" h="107950">
                  <a:moveTo>
                    <a:pt x="2095" y="0"/>
                  </a:moveTo>
                  <a:lnTo>
                    <a:pt x="0" y="0"/>
                  </a:lnTo>
                  <a:lnTo>
                    <a:pt x="0" y="107340"/>
                  </a:lnTo>
                  <a:lnTo>
                    <a:pt x="2095" y="107340"/>
                  </a:lnTo>
                  <a:lnTo>
                    <a:pt x="2095" y="0"/>
                  </a:lnTo>
                  <a:close/>
                </a:path>
              </a:pathLst>
            </a:custGeom>
            <a:solidFill>
              <a:srgbClr val="000000"/>
            </a:solidFill>
          </p:spPr>
          <p:txBody>
            <a:bodyPr wrap="square" lIns="0" tIns="0" rIns="0" bIns="0" rtlCol="0"/>
            <a:lstStyle/>
            <a:p>
              <a:endParaRPr/>
            </a:p>
          </p:txBody>
        </p:sp>
        <p:sp>
          <p:nvSpPr>
            <p:cNvPr id="351" name="object 75">
              <a:extLst>
                <a:ext uri="{FF2B5EF4-FFF2-40B4-BE49-F238E27FC236}">
                  <a16:creationId xmlns:a16="http://schemas.microsoft.com/office/drawing/2014/main" id="{1654D351-AB77-E5D3-0149-384BB5713149}"/>
                </a:ext>
              </a:extLst>
            </p:cNvPr>
            <p:cNvSpPr/>
            <p:nvPr/>
          </p:nvSpPr>
          <p:spPr>
            <a:xfrm>
              <a:off x="6536340" y="3946498"/>
              <a:ext cx="2540" cy="107950"/>
            </a:xfrm>
            <a:custGeom>
              <a:avLst/>
              <a:gdLst/>
              <a:ahLst/>
              <a:cxnLst/>
              <a:rect l="l" t="t" r="r" b="b"/>
              <a:pathLst>
                <a:path w="2539" h="107950">
                  <a:moveTo>
                    <a:pt x="0" y="107346"/>
                  </a:moveTo>
                  <a:lnTo>
                    <a:pt x="2095" y="107346"/>
                  </a:lnTo>
                  <a:lnTo>
                    <a:pt x="2095" y="0"/>
                  </a:lnTo>
                  <a:lnTo>
                    <a:pt x="0" y="0"/>
                  </a:lnTo>
                  <a:lnTo>
                    <a:pt x="0" y="107346"/>
                  </a:lnTo>
                  <a:close/>
                </a:path>
              </a:pathLst>
            </a:custGeom>
            <a:ln w="4762">
              <a:solidFill>
                <a:srgbClr val="000000"/>
              </a:solidFill>
            </a:ln>
          </p:spPr>
          <p:txBody>
            <a:bodyPr wrap="square" lIns="0" tIns="0" rIns="0" bIns="0" rtlCol="0"/>
            <a:lstStyle/>
            <a:p>
              <a:endParaRPr/>
            </a:p>
          </p:txBody>
        </p:sp>
        <p:sp>
          <p:nvSpPr>
            <p:cNvPr id="352" name="object 76">
              <a:extLst>
                <a:ext uri="{FF2B5EF4-FFF2-40B4-BE49-F238E27FC236}">
                  <a16:creationId xmlns:a16="http://schemas.microsoft.com/office/drawing/2014/main" id="{EA826876-530B-EE5F-69E7-3B867F4D2983}"/>
                </a:ext>
              </a:extLst>
            </p:cNvPr>
            <p:cNvSpPr/>
            <p:nvPr/>
          </p:nvSpPr>
          <p:spPr>
            <a:xfrm>
              <a:off x="6536334" y="3785430"/>
              <a:ext cx="2540" cy="107950"/>
            </a:xfrm>
            <a:custGeom>
              <a:avLst/>
              <a:gdLst/>
              <a:ahLst/>
              <a:cxnLst/>
              <a:rect l="l" t="t" r="r" b="b"/>
              <a:pathLst>
                <a:path w="2539" h="107950">
                  <a:moveTo>
                    <a:pt x="2095" y="0"/>
                  </a:moveTo>
                  <a:lnTo>
                    <a:pt x="0" y="0"/>
                  </a:lnTo>
                  <a:lnTo>
                    <a:pt x="0" y="107442"/>
                  </a:lnTo>
                  <a:lnTo>
                    <a:pt x="2095" y="107442"/>
                  </a:lnTo>
                  <a:lnTo>
                    <a:pt x="2095" y="0"/>
                  </a:lnTo>
                  <a:close/>
                </a:path>
              </a:pathLst>
            </a:custGeom>
            <a:solidFill>
              <a:srgbClr val="000000"/>
            </a:solidFill>
          </p:spPr>
          <p:txBody>
            <a:bodyPr wrap="square" lIns="0" tIns="0" rIns="0" bIns="0" rtlCol="0"/>
            <a:lstStyle/>
            <a:p>
              <a:endParaRPr/>
            </a:p>
          </p:txBody>
        </p:sp>
        <p:sp>
          <p:nvSpPr>
            <p:cNvPr id="353" name="object 77">
              <a:extLst>
                <a:ext uri="{FF2B5EF4-FFF2-40B4-BE49-F238E27FC236}">
                  <a16:creationId xmlns:a16="http://schemas.microsoft.com/office/drawing/2014/main" id="{B3086A31-F455-0662-3E1A-AC5C0FF4F1C4}"/>
                </a:ext>
              </a:extLst>
            </p:cNvPr>
            <p:cNvSpPr/>
            <p:nvPr/>
          </p:nvSpPr>
          <p:spPr>
            <a:xfrm>
              <a:off x="6536340" y="3785430"/>
              <a:ext cx="2540" cy="107950"/>
            </a:xfrm>
            <a:custGeom>
              <a:avLst/>
              <a:gdLst/>
              <a:ahLst/>
              <a:cxnLst/>
              <a:rect l="l" t="t" r="r" b="b"/>
              <a:pathLst>
                <a:path w="2539" h="107950">
                  <a:moveTo>
                    <a:pt x="0" y="107441"/>
                  </a:moveTo>
                  <a:lnTo>
                    <a:pt x="2095" y="107441"/>
                  </a:lnTo>
                  <a:lnTo>
                    <a:pt x="2095" y="0"/>
                  </a:lnTo>
                  <a:lnTo>
                    <a:pt x="0" y="0"/>
                  </a:lnTo>
                  <a:lnTo>
                    <a:pt x="0" y="107441"/>
                  </a:lnTo>
                  <a:close/>
                </a:path>
              </a:pathLst>
            </a:custGeom>
            <a:ln w="4762">
              <a:solidFill>
                <a:srgbClr val="000000"/>
              </a:solidFill>
            </a:ln>
          </p:spPr>
          <p:txBody>
            <a:bodyPr wrap="square" lIns="0" tIns="0" rIns="0" bIns="0" rtlCol="0"/>
            <a:lstStyle/>
            <a:p>
              <a:endParaRPr/>
            </a:p>
          </p:txBody>
        </p:sp>
        <p:sp>
          <p:nvSpPr>
            <p:cNvPr id="354" name="object 78">
              <a:extLst>
                <a:ext uri="{FF2B5EF4-FFF2-40B4-BE49-F238E27FC236}">
                  <a16:creationId xmlns:a16="http://schemas.microsoft.com/office/drawing/2014/main" id="{A6001A49-20CE-EEDD-F606-A088FD72DF24}"/>
                </a:ext>
              </a:extLst>
            </p:cNvPr>
            <p:cNvSpPr/>
            <p:nvPr/>
          </p:nvSpPr>
          <p:spPr>
            <a:xfrm>
              <a:off x="6536334" y="3624369"/>
              <a:ext cx="2540" cy="107950"/>
            </a:xfrm>
            <a:custGeom>
              <a:avLst/>
              <a:gdLst/>
              <a:ahLst/>
              <a:cxnLst/>
              <a:rect l="l" t="t" r="r" b="b"/>
              <a:pathLst>
                <a:path w="2539" h="107950">
                  <a:moveTo>
                    <a:pt x="2095" y="0"/>
                  </a:moveTo>
                  <a:lnTo>
                    <a:pt x="0" y="0"/>
                  </a:lnTo>
                  <a:lnTo>
                    <a:pt x="0" y="107340"/>
                  </a:lnTo>
                  <a:lnTo>
                    <a:pt x="2095" y="107340"/>
                  </a:lnTo>
                  <a:lnTo>
                    <a:pt x="2095" y="0"/>
                  </a:lnTo>
                  <a:close/>
                </a:path>
              </a:pathLst>
            </a:custGeom>
            <a:solidFill>
              <a:srgbClr val="000000"/>
            </a:solidFill>
          </p:spPr>
          <p:txBody>
            <a:bodyPr wrap="square" lIns="0" tIns="0" rIns="0" bIns="0" rtlCol="0"/>
            <a:lstStyle/>
            <a:p>
              <a:endParaRPr/>
            </a:p>
          </p:txBody>
        </p:sp>
        <p:sp>
          <p:nvSpPr>
            <p:cNvPr id="355" name="object 79">
              <a:extLst>
                <a:ext uri="{FF2B5EF4-FFF2-40B4-BE49-F238E27FC236}">
                  <a16:creationId xmlns:a16="http://schemas.microsoft.com/office/drawing/2014/main" id="{823EC281-F198-1789-A2F3-674BD0FB9DF4}"/>
                </a:ext>
              </a:extLst>
            </p:cNvPr>
            <p:cNvSpPr/>
            <p:nvPr/>
          </p:nvSpPr>
          <p:spPr>
            <a:xfrm>
              <a:off x="6536340" y="3511587"/>
              <a:ext cx="2540" cy="220345"/>
            </a:xfrm>
            <a:custGeom>
              <a:avLst/>
              <a:gdLst/>
              <a:ahLst/>
              <a:cxnLst/>
              <a:rect l="l" t="t" r="r" b="b"/>
              <a:pathLst>
                <a:path w="2539" h="220344">
                  <a:moveTo>
                    <a:pt x="0" y="220122"/>
                  </a:moveTo>
                  <a:lnTo>
                    <a:pt x="2095" y="220122"/>
                  </a:lnTo>
                  <a:lnTo>
                    <a:pt x="2095" y="112775"/>
                  </a:lnTo>
                  <a:lnTo>
                    <a:pt x="0" y="112775"/>
                  </a:lnTo>
                  <a:lnTo>
                    <a:pt x="0" y="220122"/>
                  </a:lnTo>
                  <a:close/>
                </a:path>
                <a:path w="2539" h="220344">
                  <a:moveTo>
                    <a:pt x="0" y="59149"/>
                  </a:moveTo>
                  <a:lnTo>
                    <a:pt x="2095" y="59149"/>
                  </a:lnTo>
                  <a:lnTo>
                    <a:pt x="2095" y="0"/>
                  </a:lnTo>
                  <a:lnTo>
                    <a:pt x="0" y="0"/>
                  </a:lnTo>
                  <a:lnTo>
                    <a:pt x="0" y="59149"/>
                  </a:lnTo>
                  <a:close/>
                </a:path>
              </a:pathLst>
            </a:custGeom>
            <a:ln w="4762">
              <a:solidFill>
                <a:srgbClr val="000000"/>
              </a:solidFill>
            </a:ln>
          </p:spPr>
          <p:txBody>
            <a:bodyPr wrap="square" lIns="0" tIns="0" rIns="0" bIns="0" rtlCol="0"/>
            <a:lstStyle/>
            <a:p>
              <a:endParaRPr/>
            </a:p>
          </p:txBody>
        </p:sp>
        <p:sp>
          <p:nvSpPr>
            <p:cNvPr id="356" name="object 80">
              <a:extLst>
                <a:ext uri="{FF2B5EF4-FFF2-40B4-BE49-F238E27FC236}">
                  <a16:creationId xmlns:a16="http://schemas.microsoft.com/office/drawing/2014/main" id="{6CB2E28D-BDEC-2AE7-16C3-F7F36BA5082B}"/>
                </a:ext>
              </a:extLst>
            </p:cNvPr>
            <p:cNvSpPr/>
            <p:nvPr/>
          </p:nvSpPr>
          <p:spPr>
            <a:xfrm>
              <a:off x="6536340" y="3511587"/>
              <a:ext cx="2540" cy="0"/>
            </a:xfrm>
            <a:custGeom>
              <a:avLst/>
              <a:gdLst/>
              <a:ahLst/>
              <a:cxnLst/>
              <a:rect l="l" t="t" r="r" b="b"/>
              <a:pathLst>
                <a:path w="2539">
                  <a:moveTo>
                    <a:pt x="2095" y="0"/>
                  </a:moveTo>
                  <a:lnTo>
                    <a:pt x="0" y="0"/>
                  </a:lnTo>
                  <a:lnTo>
                    <a:pt x="2095" y="0"/>
                  </a:lnTo>
                  <a:close/>
                </a:path>
              </a:pathLst>
            </a:custGeom>
            <a:solidFill>
              <a:srgbClr val="000000"/>
            </a:solidFill>
          </p:spPr>
          <p:txBody>
            <a:bodyPr wrap="square" lIns="0" tIns="0" rIns="0" bIns="0" rtlCol="0"/>
            <a:lstStyle/>
            <a:p>
              <a:endParaRPr/>
            </a:p>
          </p:txBody>
        </p:sp>
        <p:sp>
          <p:nvSpPr>
            <p:cNvPr id="357" name="object 81">
              <a:extLst>
                <a:ext uri="{FF2B5EF4-FFF2-40B4-BE49-F238E27FC236}">
                  <a16:creationId xmlns:a16="http://schemas.microsoft.com/office/drawing/2014/main" id="{25710770-24AC-5378-E04D-8FDFACE713D0}"/>
                </a:ext>
              </a:extLst>
            </p:cNvPr>
            <p:cNvSpPr txBox="1"/>
            <p:nvPr/>
          </p:nvSpPr>
          <p:spPr>
            <a:xfrm>
              <a:off x="6000892" y="3696324"/>
              <a:ext cx="450850" cy="447040"/>
            </a:xfrm>
            <a:prstGeom prst="rect">
              <a:avLst/>
            </a:prstGeom>
            <a:ln w="9048">
              <a:solidFill>
                <a:srgbClr val="000000"/>
              </a:solidFill>
            </a:ln>
          </p:spPr>
          <p:txBody>
            <a:bodyPr vert="horz" wrap="square" lIns="0" tIns="0" rIns="0" bIns="0" rtlCol="0">
              <a:spAutoFit/>
            </a:bodyPr>
            <a:lstStyle/>
            <a:p>
              <a:pPr>
                <a:lnSpc>
                  <a:spcPct val="100000"/>
                </a:lnSpc>
              </a:pPr>
              <a:endParaRPr sz="950">
                <a:latin typeface="Times New Roman"/>
                <a:cs typeface="Times New Roman"/>
              </a:endParaRPr>
            </a:p>
            <a:p>
              <a:pPr>
                <a:lnSpc>
                  <a:spcPct val="100000"/>
                </a:lnSpc>
                <a:spcBef>
                  <a:spcPts val="95"/>
                </a:spcBef>
              </a:pPr>
              <a:endParaRPr sz="950">
                <a:latin typeface="Times New Roman"/>
                <a:cs typeface="Times New Roman"/>
              </a:endParaRPr>
            </a:p>
            <a:p>
              <a:pPr algn="ctr">
                <a:lnSpc>
                  <a:spcPct val="100000"/>
                </a:lnSpc>
              </a:pPr>
              <a:r>
                <a:rPr sz="950" spc="-50" dirty="0">
                  <a:latin typeface="Microsoft Sans Serif"/>
                  <a:cs typeface="Microsoft Sans Serif"/>
                </a:rPr>
                <a:t>1</a:t>
              </a:r>
              <a:endParaRPr sz="950">
                <a:latin typeface="Microsoft Sans Serif"/>
                <a:cs typeface="Microsoft Sans Serif"/>
              </a:endParaRPr>
            </a:p>
          </p:txBody>
        </p:sp>
        <p:grpSp>
          <p:nvGrpSpPr>
            <p:cNvPr id="358" name="object 82">
              <a:extLst>
                <a:ext uri="{FF2B5EF4-FFF2-40B4-BE49-F238E27FC236}">
                  <a16:creationId xmlns:a16="http://schemas.microsoft.com/office/drawing/2014/main" id="{FAE0B5CA-3FD4-2ADD-D1AA-E2F0480D3BAF}"/>
                </a:ext>
              </a:extLst>
            </p:cNvPr>
            <p:cNvGrpSpPr/>
            <p:nvPr/>
          </p:nvGrpSpPr>
          <p:grpSpPr>
            <a:xfrm>
              <a:off x="6533800" y="3509047"/>
              <a:ext cx="1025525" cy="490855"/>
              <a:chOff x="2601880" y="1016058"/>
              <a:chExt cx="1025525" cy="490855"/>
            </a:xfrm>
          </p:grpSpPr>
          <p:sp>
            <p:nvSpPr>
              <p:cNvPr id="359" name="object 83">
                <a:extLst>
                  <a:ext uri="{FF2B5EF4-FFF2-40B4-BE49-F238E27FC236}">
                    <a16:creationId xmlns:a16="http://schemas.microsoft.com/office/drawing/2014/main" id="{F3BB4607-7190-ADD4-1B80-01DA84AE6E3B}"/>
                  </a:ext>
                </a:extLst>
              </p:cNvPr>
              <p:cNvSpPr/>
              <p:nvPr/>
            </p:nvSpPr>
            <p:spPr>
              <a:xfrm>
                <a:off x="2604420" y="1018598"/>
                <a:ext cx="2540" cy="0"/>
              </a:xfrm>
              <a:custGeom>
                <a:avLst/>
                <a:gdLst/>
                <a:ahLst/>
                <a:cxnLst/>
                <a:rect l="l" t="t" r="r" b="b"/>
                <a:pathLst>
                  <a:path w="2539">
                    <a:moveTo>
                      <a:pt x="0" y="0"/>
                    </a:moveTo>
                    <a:lnTo>
                      <a:pt x="2095" y="0"/>
                    </a:lnTo>
                    <a:lnTo>
                      <a:pt x="0" y="0"/>
                    </a:lnTo>
                    <a:close/>
                  </a:path>
                </a:pathLst>
              </a:custGeom>
              <a:ln w="4762">
                <a:solidFill>
                  <a:srgbClr val="000000"/>
                </a:solidFill>
              </a:ln>
            </p:spPr>
            <p:txBody>
              <a:bodyPr wrap="square" lIns="0" tIns="0" rIns="0" bIns="0" rtlCol="0"/>
              <a:lstStyle/>
              <a:p>
                <a:endParaRPr/>
              </a:p>
            </p:txBody>
          </p:sp>
          <p:sp>
            <p:nvSpPr>
              <p:cNvPr id="360" name="object 84">
                <a:extLst>
                  <a:ext uri="{FF2B5EF4-FFF2-40B4-BE49-F238E27FC236}">
                    <a16:creationId xmlns:a16="http://schemas.microsoft.com/office/drawing/2014/main" id="{4DAB1A0B-0C6E-58C9-6F29-F8BA6F49477D}"/>
                  </a:ext>
                </a:extLst>
              </p:cNvPr>
              <p:cNvSpPr/>
              <p:nvPr/>
            </p:nvSpPr>
            <p:spPr>
              <a:xfrm>
                <a:off x="3466897" y="1349312"/>
                <a:ext cx="13335" cy="154940"/>
              </a:xfrm>
              <a:custGeom>
                <a:avLst/>
                <a:gdLst/>
                <a:ahLst/>
                <a:cxnLst/>
                <a:rect l="l" t="t" r="r" b="b"/>
                <a:pathLst>
                  <a:path w="13335" h="154940">
                    <a:moveTo>
                      <a:pt x="12865" y="12954"/>
                    </a:moveTo>
                    <a:lnTo>
                      <a:pt x="0" y="0"/>
                    </a:lnTo>
                    <a:lnTo>
                      <a:pt x="0" y="154686"/>
                    </a:lnTo>
                    <a:lnTo>
                      <a:pt x="12865" y="141820"/>
                    </a:lnTo>
                    <a:lnTo>
                      <a:pt x="12865" y="12954"/>
                    </a:lnTo>
                    <a:close/>
                  </a:path>
                </a:pathLst>
              </a:custGeom>
              <a:solidFill>
                <a:srgbClr val="000000"/>
              </a:solidFill>
            </p:spPr>
            <p:txBody>
              <a:bodyPr wrap="square" lIns="0" tIns="0" rIns="0" bIns="0" rtlCol="0"/>
              <a:lstStyle/>
              <a:p>
                <a:endParaRPr/>
              </a:p>
            </p:txBody>
          </p:sp>
          <p:sp>
            <p:nvSpPr>
              <p:cNvPr id="361" name="object 85">
                <a:extLst>
                  <a:ext uri="{FF2B5EF4-FFF2-40B4-BE49-F238E27FC236}">
                    <a16:creationId xmlns:a16="http://schemas.microsoft.com/office/drawing/2014/main" id="{A362DB3F-7ED1-4CC0-DC2F-2B56DC9D732E}"/>
                  </a:ext>
                </a:extLst>
              </p:cNvPr>
              <p:cNvSpPr/>
              <p:nvPr/>
            </p:nvSpPr>
            <p:spPr>
              <a:xfrm>
                <a:off x="3466909" y="1349305"/>
                <a:ext cx="13335" cy="154940"/>
              </a:xfrm>
              <a:custGeom>
                <a:avLst/>
                <a:gdLst/>
                <a:ahLst/>
                <a:cxnLst/>
                <a:rect l="l" t="t" r="r" b="b"/>
                <a:pathLst>
                  <a:path w="13335" h="154940">
                    <a:moveTo>
                      <a:pt x="0" y="154685"/>
                    </a:moveTo>
                    <a:lnTo>
                      <a:pt x="12858" y="141827"/>
                    </a:lnTo>
                    <a:lnTo>
                      <a:pt x="12858" y="12953"/>
                    </a:lnTo>
                    <a:lnTo>
                      <a:pt x="0" y="0"/>
                    </a:lnTo>
                    <a:lnTo>
                      <a:pt x="0" y="154685"/>
                    </a:lnTo>
                    <a:close/>
                  </a:path>
                </a:pathLst>
              </a:custGeom>
              <a:ln w="4762">
                <a:solidFill>
                  <a:srgbClr val="000000"/>
                </a:solidFill>
              </a:ln>
            </p:spPr>
            <p:txBody>
              <a:bodyPr wrap="square" lIns="0" tIns="0" rIns="0" bIns="0" rtlCol="0"/>
              <a:lstStyle/>
              <a:p>
                <a:endParaRPr/>
              </a:p>
            </p:txBody>
          </p:sp>
          <p:sp>
            <p:nvSpPr>
              <p:cNvPr id="362" name="object 86">
                <a:extLst>
                  <a:ext uri="{FF2B5EF4-FFF2-40B4-BE49-F238E27FC236}">
                    <a16:creationId xmlns:a16="http://schemas.microsoft.com/office/drawing/2014/main" id="{38C9C624-4D44-7688-55CE-A8610E6F28FB}"/>
                  </a:ext>
                </a:extLst>
              </p:cNvPr>
              <p:cNvSpPr/>
              <p:nvPr/>
            </p:nvSpPr>
            <p:spPr>
              <a:xfrm>
                <a:off x="3466897" y="1349312"/>
                <a:ext cx="158115" cy="13335"/>
              </a:xfrm>
              <a:custGeom>
                <a:avLst/>
                <a:gdLst/>
                <a:ahLst/>
                <a:cxnLst/>
                <a:rect l="l" t="t" r="r" b="b"/>
                <a:pathLst>
                  <a:path w="158114" h="13334">
                    <a:moveTo>
                      <a:pt x="157556" y="0"/>
                    </a:moveTo>
                    <a:lnTo>
                      <a:pt x="0" y="0"/>
                    </a:lnTo>
                    <a:lnTo>
                      <a:pt x="12865" y="12954"/>
                    </a:lnTo>
                    <a:lnTo>
                      <a:pt x="144691" y="12954"/>
                    </a:lnTo>
                    <a:lnTo>
                      <a:pt x="157556" y="0"/>
                    </a:lnTo>
                    <a:close/>
                  </a:path>
                </a:pathLst>
              </a:custGeom>
              <a:solidFill>
                <a:srgbClr val="000000"/>
              </a:solidFill>
            </p:spPr>
            <p:txBody>
              <a:bodyPr wrap="square" lIns="0" tIns="0" rIns="0" bIns="0" rtlCol="0"/>
              <a:lstStyle/>
              <a:p>
                <a:endParaRPr/>
              </a:p>
            </p:txBody>
          </p:sp>
          <p:sp>
            <p:nvSpPr>
              <p:cNvPr id="363" name="object 87">
                <a:extLst>
                  <a:ext uri="{FF2B5EF4-FFF2-40B4-BE49-F238E27FC236}">
                    <a16:creationId xmlns:a16="http://schemas.microsoft.com/office/drawing/2014/main" id="{89AC71A8-631D-98DA-A685-0C63BFD971ED}"/>
                  </a:ext>
                </a:extLst>
              </p:cNvPr>
              <p:cNvSpPr/>
              <p:nvPr/>
            </p:nvSpPr>
            <p:spPr>
              <a:xfrm>
                <a:off x="3466909" y="1349305"/>
                <a:ext cx="158115" cy="13335"/>
              </a:xfrm>
              <a:custGeom>
                <a:avLst/>
                <a:gdLst/>
                <a:ahLst/>
                <a:cxnLst/>
                <a:rect l="l" t="t" r="r" b="b"/>
                <a:pathLst>
                  <a:path w="158114" h="13334">
                    <a:moveTo>
                      <a:pt x="0" y="0"/>
                    </a:moveTo>
                    <a:lnTo>
                      <a:pt x="12858" y="12953"/>
                    </a:lnTo>
                    <a:lnTo>
                      <a:pt x="144684" y="12953"/>
                    </a:lnTo>
                    <a:lnTo>
                      <a:pt x="157543" y="0"/>
                    </a:lnTo>
                    <a:lnTo>
                      <a:pt x="0" y="0"/>
                    </a:lnTo>
                    <a:close/>
                  </a:path>
                </a:pathLst>
              </a:custGeom>
              <a:ln w="4762">
                <a:solidFill>
                  <a:srgbClr val="000000"/>
                </a:solidFill>
              </a:ln>
            </p:spPr>
            <p:txBody>
              <a:bodyPr wrap="square" lIns="0" tIns="0" rIns="0" bIns="0" rtlCol="0"/>
              <a:lstStyle/>
              <a:p>
                <a:endParaRPr/>
              </a:p>
            </p:txBody>
          </p:sp>
          <p:sp>
            <p:nvSpPr>
              <p:cNvPr id="364" name="object 88">
                <a:extLst>
                  <a:ext uri="{FF2B5EF4-FFF2-40B4-BE49-F238E27FC236}">
                    <a16:creationId xmlns:a16="http://schemas.microsoft.com/office/drawing/2014/main" id="{9110BB2A-7F4D-5AA3-AED8-2B5C2802C037}"/>
                  </a:ext>
                </a:extLst>
              </p:cNvPr>
              <p:cNvSpPr/>
              <p:nvPr/>
            </p:nvSpPr>
            <p:spPr>
              <a:xfrm>
                <a:off x="3611588" y="1349312"/>
                <a:ext cx="13335" cy="154940"/>
              </a:xfrm>
              <a:custGeom>
                <a:avLst/>
                <a:gdLst/>
                <a:ahLst/>
                <a:cxnLst/>
                <a:rect l="l" t="t" r="r" b="b"/>
                <a:pathLst>
                  <a:path w="13335" h="154940">
                    <a:moveTo>
                      <a:pt x="12865" y="0"/>
                    </a:moveTo>
                    <a:lnTo>
                      <a:pt x="0" y="12954"/>
                    </a:lnTo>
                    <a:lnTo>
                      <a:pt x="0" y="141820"/>
                    </a:lnTo>
                    <a:lnTo>
                      <a:pt x="12865" y="154686"/>
                    </a:lnTo>
                    <a:lnTo>
                      <a:pt x="12865" y="0"/>
                    </a:lnTo>
                    <a:close/>
                  </a:path>
                </a:pathLst>
              </a:custGeom>
              <a:solidFill>
                <a:srgbClr val="000000"/>
              </a:solidFill>
            </p:spPr>
            <p:txBody>
              <a:bodyPr wrap="square" lIns="0" tIns="0" rIns="0" bIns="0" rtlCol="0"/>
              <a:lstStyle/>
              <a:p>
                <a:endParaRPr/>
              </a:p>
            </p:txBody>
          </p:sp>
          <p:sp>
            <p:nvSpPr>
              <p:cNvPr id="365" name="object 89">
                <a:extLst>
                  <a:ext uri="{FF2B5EF4-FFF2-40B4-BE49-F238E27FC236}">
                    <a16:creationId xmlns:a16="http://schemas.microsoft.com/office/drawing/2014/main" id="{75AA1966-A6CA-4F60-C28E-8886FA8DF7DA}"/>
                  </a:ext>
                </a:extLst>
              </p:cNvPr>
              <p:cNvSpPr/>
              <p:nvPr/>
            </p:nvSpPr>
            <p:spPr>
              <a:xfrm>
                <a:off x="3611594" y="1349305"/>
                <a:ext cx="13335" cy="154940"/>
              </a:xfrm>
              <a:custGeom>
                <a:avLst/>
                <a:gdLst/>
                <a:ahLst/>
                <a:cxnLst/>
                <a:rect l="l" t="t" r="r" b="b"/>
                <a:pathLst>
                  <a:path w="13335" h="154940">
                    <a:moveTo>
                      <a:pt x="12858" y="0"/>
                    </a:moveTo>
                    <a:lnTo>
                      <a:pt x="0" y="12953"/>
                    </a:lnTo>
                    <a:lnTo>
                      <a:pt x="0" y="141827"/>
                    </a:lnTo>
                    <a:lnTo>
                      <a:pt x="12858" y="154685"/>
                    </a:lnTo>
                    <a:lnTo>
                      <a:pt x="12858" y="0"/>
                    </a:lnTo>
                    <a:close/>
                  </a:path>
                </a:pathLst>
              </a:custGeom>
              <a:ln w="4762">
                <a:solidFill>
                  <a:srgbClr val="000000"/>
                </a:solidFill>
              </a:ln>
            </p:spPr>
            <p:txBody>
              <a:bodyPr wrap="square" lIns="0" tIns="0" rIns="0" bIns="0" rtlCol="0"/>
              <a:lstStyle/>
              <a:p>
                <a:endParaRPr/>
              </a:p>
            </p:txBody>
          </p:sp>
          <p:sp>
            <p:nvSpPr>
              <p:cNvPr id="366" name="object 90">
                <a:extLst>
                  <a:ext uri="{FF2B5EF4-FFF2-40B4-BE49-F238E27FC236}">
                    <a16:creationId xmlns:a16="http://schemas.microsoft.com/office/drawing/2014/main" id="{6B63BBD6-AD56-6359-B57F-3F90B45B4B0D}"/>
                  </a:ext>
                </a:extLst>
              </p:cNvPr>
              <p:cNvSpPr/>
              <p:nvPr/>
            </p:nvSpPr>
            <p:spPr>
              <a:xfrm>
                <a:off x="3466897" y="1491133"/>
                <a:ext cx="158115" cy="13335"/>
              </a:xfrm>
              <a:custGeom>
                <a:avLst/>
                <a:gdLst/>
                <a:ahLst/>
                <a:cxnLst/>
                <a:rect l="l" t="t" r="r" b="b"/>
                <a:pathLst>
                  <a:path w="158114" h="13334">
                    <a:moveTo>
                      <a:pt x="157556" y="12865"/>
                    </a:moveTo>
                    <a:lnTo>
                      <a:pt x="144691" y="0"/>
                    </a:lnTo>
                    <a:lnTo>
                      <a:pt x="12865" y="0"/>
                    </a:lnTo>
                    <a:lnTo>
                      <a:pt x="0" y="12865"/>
                    </a:lnTo>
                    <a:lnTo>
                      <a:pt x="157556" y="12865"/>
                    </a:lnTo>
                    <a:close/>
                  </a:path>
                </a:pathLst>
              </a:custGeom>
              <a:solidFill>
                <a:srgbClr val="000000"/>
              </a:solidFill>
            </p:spPr>
            <p:txBody>
              <a:bodyPr wrap="square" lIns="0" tIns="0" rIns="0" bIns="0" rtlCol="0"/>
              <a:lstStyle/>
              <a:p>
                <a:endParaRPr/>
              </a:p>
            </p:txBody>
          </p:sp>
          <p:sp>
            <p:nvSpPr>
              <p:cNvPr id="367" name="object 91">
                <a:extLst>
                  <a:ext uri="{FF2B5EF4-FFF2-40B4-BE49-F238E27FC236}">
                    <a16:creationId xmlns:a16="http://schemas.microsoft.com/office/drawing/2014/main" id="{6562F1CE-92F9-B1E1-BC94-25862280AA0B}"/>
                  </a:ext>
                </a:extLst>
              </p:cNvPr>
              <p:cNvSpPr/>
              <p:nvPr/>
            </p:nvSpPr>
            <p:spPr>
              <a:xfrm>
                <a:off x="3466909" y="1491133"/>
                <a:ext cx="158115" cy="13335"/>
              </a:xfrm>
              <a:custGeom>
                <a:avLst/>
                <a:gdLst/>
                <a:ahLst/>
                <a:cxnLst/>
                <a:rect l="l" t="t" r="r" b="b"/>
                <a:pathLst>
                  <a:path w="158114" h="13334">
                    <a:moveTo>
                      <a:pt x="157543" y="12858"/>
                    </a:moveTo>
                    <a:lnTo>
                      <a:pt x="144684" y="0"/>
                    </a:lnTo>
                    <a:lnTo>
                      <a:pt x="12858" y="0"/>
                    </a:lnTo>
                    <a:lnTo>
                      <a:pt x="0" y="12858"/>
                    </a:lnTo>
                    <a:lnTo>
                      <a:pt x="157543" y="12858"/>
                    </a:lnTo>
                    <a:close/>
                  </a:path>
                </a:pathLst>
              </a:custGeom>
              <a:ln w="4762">
                <a:solidFill>
                  <a:srgbClr val="000000"/>
                </a:solidFill>
              </a:ln>
            </p:spPr>
            <p:txBody>
              <a:bodyPr wrap="square" lIns="0" tIns="0" rIns="0" bIns="0" rtlCol="0"/>
              <a:lstStyle/>
              <a:p>
                <a:endParaRPr/>
              </a:p>
            </p:txBody>
          </p:sp>
        </p:grpSp>
        <p:sp>
          <p:nvSpPr>
            <p:cNvPr id="368" name="object 92">
              <a:extLst>
                <a:ext uri="{FF2B5EF4-FFF2-40B4-BE49-F238E27FC236}">
                  <a16:creationId xmlns:a16="http://schemas.microsoft.com/office/drawing/2014/main" id="{D4A1F0EA-E629-D459-D9DE-4FC65DF105AF}"/>
                </a:ext>
              </a:extLst>
            </p:cNvPr>
            <p:cNvSpPr txBox="1"/>
            <p:nvPr/>
          </p:nvSpPr>
          <p:spPr>
            <a:xfrm>
              <a:off x="7252382" y="3696324"/>
              <a:ext cx="450850" cy="447040"/>
            </a:xfrm>
            <a:prstGeom prst="rect">
              <a:avLst/>
            </a:prstGeom>
            <a:ln w="9048">
              <a:solidFill>
                <a:srgbClr val="000000"/>
              </a:solidFill>
            </a:ln>
          </p:spPr>
          <p:txBody>
            <a:bodyPr vert="horz" wrap="square" lIns="0" tIns="0" rIns="0" bIns="0" rtlCol="0">
              <a:spAutoFit/>
            </a:bodyPr>
            <a:lstStyle/>
            <a:p>
              <a:pPr>
                <a:lnSpc>
                  <a:spcPct val="100000"/>
                </a:lnSpc>
              </a:pPr>
              <a:endParaRPr sz="950" dirty="0">
                <a:latin typeface="Times New Roman"/>
                <a:cs typeface="Times New Roman"/>
              </a:endParaRPr>
            </a:p>
            <a:p>
              <a:pPr>
                <a:lnSpc>
                  <a:spcPct val="100000"/>
                </a:lnSpc>
                <a:spcBef>
                  <a:spcPts val="85"/>
                </a:spcBef>
              </a:pPr>
              <a:endParaRPr sz="950" dirty="0">
                <a:latin typeface="Times New Roman"/>
                <a:cs typeface="Times New Roman"/>
              </a:endParaRPr>
            </a:p>
            <a:p>
              <a:pPr marL="12700" algn="ctr">
                <a:lnSpc>
                  <a:spcPct val="100000"/>
                </a:lnSpc>
              </a:pPr>
              <a:r>
                <a:rPr sz="950" spc="-50" dirty="0">
                  <a:latin typeface="Microsoft Sans Serif"/>
                  <a:cs typeface="Microsoft Sans Serif"/>
                </a:rPr>
                <a:t>2</a:t>
              </a:r>
              <a:endParaRPr sz="950" dirty="0">
                <a:latin typeface="Microsoft Sans Serif"/>
                <a:cs typeface="Microsoft Sans Serif"/>
              </a:endParaRPr>
            </a:p>
          </p:txBody>
        </p:sp>
        <p:grpSp>
          <p:nvGrpSpPr>
            <p:cNvPr id="372" name="object 97">
              <a:extLst>
                <a:ext uri="{FF2B5EF4-FFF2-40B4-BE49-F238E27FC236}">
                  <a16:creationId xmlns:a16="http://schemas.microsoft.com/office/drawing/2014/main" id="{58204EA7-0FD2-D8A2-371C-223FB87FB8EE}"/>
                </a:ext>
              </a:extLst>
            </p:cNvPr>
            <p:cNvGrpSpPr/>
            <p:nvPr/>
          </p:nvGrpSpPr>
          <p:grpSpPr>
            <a:xfrm>
              <a:off x="5724994" y="4551526"/>
              <a:ext cx="2254257" cy="808578"/>
              <a:chOff x="1793074" y="2058537"/>
              <a:chExt cx="2254257" cy="808578"/>
            </a:xfrm>
          </p:grpSpPr>
          <p:sp>
            <p:nvSpPr>
              <p:cNvPr id="375" name="object 100">
                <a:extLst>
                  <a:ext uri="{FF2B5EF4-FFF2-40B4-BE49-F238E27FC236}">
                    <a16:creationId xmlns:a16="http://schemas.microsoft.com/office/drawing/2014/main" id="{58D672B6-9229-3774-95E1-E4CC6B8D1F03}"/>
                  </a:ext>
                </a:extLst>
              </p:cNvPr>
              <p:cNvSpPr/>
              <p:nvPr/>
            </p:nvSpPr>
            <p:spPr>
              <a:xfrm>
                <a:off x="1983104" y="2621464"/>
                <a:ext cx="1873885" cy="238760"/>
              </a:xfrm>
              <a:custGeom>
                <a:avLst/>
                <a:gdLst/>
                <a:ahLst/>
                <a:cxnLst/>
                <a:rect l="l" t="t" r="r" b="b"/>
                <a:pathLst>
                  <a:path w="1873885" h="238760">
                    <a:moveTo>
                      <a:pt x="0" y="238696"/>
                    </a:moveTo>
                    <a:lnTo>
                      <a:pt x="62388" y="176307"/>
                    </a:lnTo>
                  </a:path>
                  <a:path w="1873885" h="238760">
                    <a:moveTo>
                      <a:pt x="90868" y="147828"/>
                    </a:moveTo>
                    <a:lnTo>
                      <a:pt x="147827" y="90868"/>
                    </a:lnTo>
                  </a:path>
                  <a:path w="1873885" h="238760">
                    <a:moveTo>
                      <a:pt x="176212" y="62483"/>
                    </a:moveTo>
                    <a:lnTo>
                      <a:pt x="176307" y="62483"/>
                    </a:lnTo>
                    <a:lnTo>
                      <a:pt x="238791" y="0"/>
                    </a:lnTo>
                  </a:path>
                  <a:path w="1873885" h="238760">
                    <a:moveTo>
                      <a:pt x="622363" y="238696"/>
                    </a:moveTo>
                    <a:lnTo>
                      <a:pt x="559879" y="176307"/>
                    </a:lnTo>
                  </a:path>
                  <a:path w="1873885" h="238760">
                    <a:moveTo>
                      <a:pt x="531304" y="147828"/>
                    </a:moveTo>
                    <a:lnTo>
                      <a:pt x="474440" y="90868"/>
                    </a:lnTo>
                  </a:path>
                  <a:path w="1873885" h="238760">
                    <a:moveTo>
                      <a:pt x="445960" y="62483"/>
                    </a:moveTo>
                    <a:lnTo>
                      <a:pt x="445865" y="62483"/>
                    </a:lnTo>
                    <a:lnTo>
                      <a:pt x="383476" y="0"/>
                    </a:lnTo>
                  </a:path>
                  <a:path w="1873885" h="238760">
                    <a:moveTo>
                      <a:pt x="1251394" y="238696"/>
                    </a:moveTo>
                    <a:lnTo>
                      <a:pt x="1313783" y="176307"/>
                    </a:lnTo>
                  </a:path>
                  <a:path w="1873885" h="238760">
                    <a:moveTo>
                      <a:pt x="1342358" y="147828"/>
                    </a:moveTo>
                    <a:lnTo>
                      <a:pt x="1399222" y="90868"/>
                    </a:lnTo>
                  </a:path>
                  <a:path w="1873885" h="238760">
                    <a:moveTo>
                      <a:pt x="1427702" y="62483"/>
                    </a:moveTo>
                    <a:lnTo>
                      <a:pt x="1427797" y="62483"/>
                    </a:lnTo>
                    <a:lnTo>
                      <a:pt x="1490186" y="0"/>
                    </a:lnTo>
                  </a:path>
                  <a:path w="1873885" h="238760">
                    <a:moveTo>
                      <a:pt x="1873758" y="238696"/>
                    </a:moveTo>
                    <a:lnTo>
                      <a:pt x="1811274" y="176307"/>
                    </a:lnTo>
                  </a:path>
                  <a:path w="1873885" h="238760">
                    <a:moveTo>
                      <a:pt x="1782699" y="147828"/>
                    </a:moveTo>
                    <a:lnTo>
                      <a:pt x="1725834" y="90868"/>
                    </a:lnTo>
                  </a:path>
                  <a:path w="1873885" h="238760">
                    <a:moveTo>
                      <a:pt x="1697450" y="62483"/>
                    </a:moveTo>
                    <a:lnTo>
                      <a:pt x="1697355" y="62483"/>
                    </a:lnTo>
                    <a:lnTo>
                      <a:pt x="1634966" y="0"/>
                    </a:lnTo>
                  </a:path>
                </a:pathLst>
              </a:custGeom>
              <a:ln w="4762">
                <a:solidFill>
                  <a:srgbClr val="000000"/>
                </a:solidFill>
              </a:ln>
            </p:spPr>
            <p:txBody>
              <a:bodyPr wrap="square" lIns="0" tIns="0" rIns="0" bIns="0" rtlCol="0"/>
              <a:lstStyle/>
              <a:p>
                <a:endParaRPr/>
              </a:p>
            </p:txBody>
          </p:sp>
          <p:sp>
            <p:nvSpPr>
              <p:cNvPr id="376" name="object 101">
                <a:extLst>
                  <a:ext uri="{FF2B5EF4-FFF2-40B4-BE49-F238E27FC236}">
                    <a16:creationId xmlns:a16="http://schemas.microsoft.com/office/drawing/2014/main" id="{810EE2CE-F980-55B9-9C02-F5CB9165ADC5}"/>
                  </a:ext>
                </a:extLst>
              </p:cNvPr>
              <p:cNvSpPr/>
              <p:nvPr/>
            </p:nvSpPr>
            <p:spPr>
              <a:xfrm>
                <a:off x="2039391" y="2146745"/>
                <a:ext cx="234950" cy="3175"/>
              </a:xfrm>
              <a:custGeom>
                <a:avLst/>
                <a:gdLst/>
                <a:ahLst/>
                <a:cxnLst/>
                <a:rect l="l" t="t" r="r" b="b"/>
                <a:pathLst>
                  <a:path w="234950" h="3175">
                    <a:moveTo>
                      <a:pt x="234696" y="2565"/>
                    </a:moveTo>
                    <a:lnTo>
                      <a:pt x="232600" y="0"/>
                    </a:lnTo>
                    <a:lnTo>
                      <a:pt x="0" y="0"/>
                    </a:lnTo>
                    <a:lnTo>
                      <a:pt x="0" y="2565"/>
                    </a:lnTo>
                    <a:lnTo>
                      <a:pt x="234696" y="2565"/>
                    </a:lnTo>
                    <a:close/>
                  </a:path>
                </a:pathLst>
              </a:custGeom>
              <a:solidFill>
                <a:srgbClr val="000000"/>
              </a:solidFill>
            </p:spPr>
            <p:txBody>
              <a:bodyPr wrap="square" lIns="0" tIns="0" rIns="0" bIns="0" rtlCol="0"/>
              <a:lstStyle/>
              <a:p>
                <a:endParaRPr/>
              </a:p>
            </p:txBody>
          </p:sp>
          <p:sp>
            <p:nvSpPr>
              <p:cNvPr id="377" name="object 102">
                <a:extLst>
                  <a:ext uri="{FF2B5EF4-FFF2-40B4-BE49-F238E27FC236}">
                    <a16:creationId xmlns:a16="http://schemas.microsoft.com/office/drawing/2014/main" id="{5D155CF0-BB64-5BBB-20EC-388B0316FA40}"/>
                  </a:ext>
                </a:extLst>
              </p:cNvPr>
              <p:cNvSpPr/>
              <p:nvPr/>
            </p:nvSpPr>
            <p:spPr>
              <a:xfrm>
                <a:off x="2039397" y="2146739"/>
                <a:ext cx="234950" cy="3175"/>
              </a:xfrm>
              <a:custGeom>
                <a:avLst/>
                <a:gdLst/>
                <a:ahLst/>
                <a:cxnLst/>
                <a:rect l="l" t="t" r="r" b="b"/>
                <a:pathLst>
                  <a:path w="234950" h="3175">
                    <a:moveTo>
                      <a:pt x="0" y="0"/>
                    </a:moveTo>
                    <a:lnTo>
                      <a:pt x="0" y="2571"/>
                    </a:lnTo>
                    <a:lnTo>
                      <a:pt x="234695" y="2571"/>
                    </a:lnTo>
                    <a:lnTo>
                      <a:pt x="232600" y="0"/>
                    </a:lnTo>
                    <a:lnTo>
                      <a:pt x="0" y="0"/>
                    </a:lnTo>
                    <a:close/>
                  </a:path>
                </a:pathLst>
              </a:custGeom>
              <a:ln w="4762">
                <a:solidFill>
                  <a:srgbClr val="000000"/>
                </a:solidFill>
              </a:ln>
            </p:spPr>
            <p:txBody>
              <a:bodyPr wrap="square" lIns="0" tIns="0" rIns="0" bIns="0" rtlCol="0"/>
              <a:lstStyle/>
              <a:p>
                <a:endParaRPr/>
              </a:p>
            </p:txBody>
          </p:sp>
          <p:sp>
            <p:nvSpPr>
              <p:cNvPr id="378" name="object 103">
                <a:extLst>
                  <a:ext uri="{FF2B5EF4-FFF2-40B4-BE49-F238E27FC236}">
                    <a16:creationId xmlns:a16="http://schemas.microsoft.com/office/drawing/2014/main" id="{C3AD4A68-83B8-432C-CA43-E2F8CB036E26}"/>
                  </a:ext>
                </a:extLst>
              </p:cNvPr>
              <p:cNvSpPr/>
              <p:nvPr/>
            </p:nvSpPr>
            <p:spPr>
              <a:xfrm>
                <a:off x="2271991" y="2058544"/>
                <a:ext cx="23495" cy="90805"/>
              </a:xfrm>
              <a:custGeom>
                <a:avLst/>
                <a:gdLst/>
                <a:ahLst/>
                <a:cxnLst/>
                <a:rect l="l" t="t" r="r" b="b"/>
                <a:pathLst>
                  <a:path w="23494" h="90805">
                    <a:moveTo>
                      <a:pt x="22948" y="571"/>
                    </a:moveTo>
                    <a:lnTo>
                      <a:pt x="20485" y="0"/>
                    </a:lnTo>
                    <a:lnTo>
                      <a:pt x="0" y="88201"/>
                    </a:lnTo>
                    <a:lnTo>
                      <a:pt x="2095" y="90766"/>
                    </a:lnTo>
                    <a:lnTo>
                      <a:pt x="22948" y="571"/>
                    </a:lnTo>
                    <a:close/>
                  </a:path>
                </a:pathLst>
              </a:custGeom>
              <a:solidFill>
                <a:srgbClr val="000000"/>
              </a:solidFill>
            </p:spPr>
            <p:txBody>
              <a:bodyPr wrap="square" lIns="0" tIns="0" rIns="0" bIns="0" rtlCol="0"/>
              <a:lstStyle/>
              <a:p>
                <a:endParaRPr/>
              </a:p>
            </p:txBody>
          </p:sp>
          <p:sp>
            <p:nvSpPr>
              <p:cNvPr id="379" name="object 104">
                <a:extLst>
                  <a:ext uri="{FF2B5EF4-FFF2-40B4-BE49-F238E27FC236}">
                    <a16:creationId xmlns:a16="http://schemas.microsoft.com/office/drawing/2014/main" id="{A9E86EE8-7FF2-6BE9-A58A-E1FA0CBB36A2}"/>
                  </a:ext>
                </a:extLst>
              </p:cNvPr>
              <p:cNvSpPr/>
              <p:nvPr/>
            </p:nvSpPr>
            <p:spPr>
              <a:xfrm>
                <a:off x="2271998" y="2058537"/>
                <a:ext cx="23495" cy="90805"/>
              </a:xfrm>
              <a:custGeom>
                <a:avLst/>
                <a:gdLst/>
                <a:ahLst/>
                <a:cxnLst/>
                <a:rect l="l" t="t" r="r" b="b"/>
                <a:pathLst>
                  <a:path w="23494" h="90805">
                    <a:moveTo>
                      <a:pt x="0" y="88201"/>
                    </a:moveTo>
                    <a:lnTo>
                      <a:pt x="2095" y="90772"/>
                    </a:lnTo>
                    <a:lnTo>
                      <a:pt x="22955" y="571"/>
                    </a:lnTo>
                    <a:lnTo>
                      <a:pt x="20478" y="0"/>
                    </a:lnTo>
                    <a:lnTo>
                      <a:pt x="0" y="88201"/>
                    </a:lnTo>
                    <a:close/>
                  </a:path>
                </a:pathLst>
              </a:custGeom>
              <a:ln w="4762">
                <a:solidFill>
                  <a:srgbClr val="000000"/>
                </a:solidFill>
              </a:ln>
            </p:spPr>
            <p:txBody>
              <a:bodyPr wrap="square" lIns="0" tIns="0" rIns="0" bIns="0" rtlCol="0"/>
              <a:lstStyle/>
              <a:p>
                <a:endParaRPr/>
              </a:p>
            </p:txBody>
          </p:sp>
          <p:sp>
            <p:nvSpPr>
              <p:cNvPr id="380" name="object 105">
                <a:extLst>
                  <a:ext uri="{FF2B5EF4-FFF2-40B4-BE49-F238E27FC236}">
                    <a16:creationId xmlns:a16="http://schemas.microsoft.com/office/drawing/2014/main" id="{D120D0DD-28BD-BBAB-EE04-3ADF57F692A3}"/>
                  </a:ext>
                </a:extLst>
              </p:cNvPr>
              <p:cNvSpPr/>
              <p:nvPr/>
            </p:nvSpPr>
            <p:spPr>
              <a:xfrm>
                <a:off x="2292477" y="2058823"/>
                <a:ext cx="3175" cy="178435"/>
              </a:xfrm>
              <a:custGeom>
                <a:avLst/>
                <a:gdLst/>
                <a:ahLst/>
                <a:cxnLst/>
                <a:rect l="l" t="t" r="r" b="b"/>
                <a:pathLst>
                  <a:path w="3175" h="178435">
                    <a:moveTo>
                      <a:pt x="2565" y="0"/>
                    </a:moveTo>
                    <a:lnTo>
                      <a:pt x="0" y="0"/>
                    </a:lnTo>
                    <a:lnTo>
                      <a:pt x="0" y="178219"/>
                    </a:lnTo>
                    <a:lnTo>
                      <a:pt x="2565" y="178219"/>
                    </a:lnTo>
                    <a:lnTo>
                      <a:pt x="2565" y="0"/>
                    </a:lnTo>
                    <a:close/>
                  </a:path>
                </a:pathLst>
              </a:custGeom>
              <a:solidFill>
                <a:srgbClr val="000000"/>
              </a:solidFill>
            </p:spPr>
            <p:txBody>
              <a:bodyPr wrap="square" lIns="0" tIns="0" rIns="0" bIns="0" rtlCol="0"/>
              <a:lstStyle/>
              <a:p>
                <a:endParaRPr/>
              </a:p>
            </p:txBody>
          </p:sp>
          <p:sp>
            <p:nvSpPr>
              <p:cNvPr id="381" name="object 106">
                <a:extLst>
                  <a:ext uri="{FF2B5EF4-FFF2-40B4-BE49-F238E27FC236}">
                    <a16:creationId xmlns:a16="http://schemas.microsoft.com/office/drawing/2014/main" id="{0F587148-E870-4DAA-CDB1-46C897DA2A11}"/>
                  </a:ext>
                </a:extLst>
              </p:cNvPr>
              <p:cNvSpPr/>
              <p:nvPr/>
            </p:nvSpPr>
            <p:spPr>
              <a:xfrm>
                <a:off x="2292477" y="2058822"/>
                <a:ext cx="3175" cy="178435"/>
              </a:xfrm>
              <a:custGeom>
                <a:avLst/>
                <a:gdLst/>
                <a:ahLst/>
                <a:cxnLst/>
                <a:rect l="l" t="t" r="r" b="b"/>
                <a:pathLst>
                  <a:path w="3175" h="178435">
                    <a:moveTo>
                      <a:pt x="2571" y="0"/>
                    </a:moveTo>
                    <a:lnTo>
                      <a:pt x="0" y="0"/>
                    </a:lnTo>
                    <a:lnTo>
                      <a:pt x="0" y="178212"/>
                    </a:lnTo>
                    <a:lnTo>
                      <a:pt x="2571" y="178212"/>
                    </a:lnTo>
                    <a:lnTo>
                      <a:pt x="2571" y="0"/>
                    </a:lnTo>
                    <a:close/>
                  </a:path>
                </a:pathLst>
              </a:custGeom>
              <a:ln w="4762">
                <a:solidFill>
                  <a:srgbClr val="000000"/>
                </a:solidFill>
              </a:ln>
            </p:spPr>
            <p:txBody>
              <a:bodyPr wrap="square" lIns="0" tIns="0" rIns="0" bIns="0" rtlCol="0"/>
              <a:lstStyle/>
              <a:p>
                <a:endParaRPr/>
              </a:p>
            </p:txBody>
          </p:sp>
          <p:sp>
            <p:nvSpPr>
              <p:cNvPr id="382" name="object 107">
                <a:extLst>
                  <a:ext uri="{FF2B5EF4-FFF2-40B4-BE49-F238E27FC236}">
                    <a16:creationId xmlns:a16="http://schemas.microsoft.com/office/drawing/2014/main" id="{6FB3758E-9B41-928F-958E-6AA5C8528001}"/>
                  </a:ext>
                </a:extLst>
              </p:cNvPr>
              <p:cNvSpPr/>
              <p:nvPr/>
            </p:nvSpPr>
            <p:spPr>
              <a:xfrm>
                <a:off x="2292477" y="2146745"/>
                <a:ext cx="23495" cy="90805"/>
              </a:xfrm>
              <a:custGeom>
                <a:avLst/>
                <a:gdLst/>
                <a:ahLst/>
                <a:cxnLst/>
                <a:rect l="l" t="t" r="r" b="b"/>
                <a:pathLst>
                  <a:path w="23494" h="90805">
                    <a:moveTo>
                      <a:pt x="22948" y="2565"/>
                    </a:moveTo>
                    <a:lnTo>
                      <a:pt x="20942" y="0"/>
                    </a:lnTo>
                    <a:lnTo>
                      <a:pt x="0" y="90004"/>
                    </a:lnTo>
                    <a:lnTo>
                      <a:pt x="2463" y="90576"/>
                    </a:lnTo>
                    <a:lnTo>
                      <a:pt x="22948" y="2565"/>
                    </a:lnTo>
                    <a:close/>
                  </a:path>
                </a:pathLst>
              </a:custGeom>
              <a:solidFill>
                <a:srgbClr val="000000"/>
              </a:solidFill>
            </p:spPr>
            <p:txBody>
              <a:bodyPr wrap="square" lIns="0" tIns="0" rIns="0" bIns="0" rtlCol="0"/>
              <a:lstStyle/>
              <a:p>
                <a:endParaRPr/>
              </a:p>
            </p:txBody>
          </p:sp>
          <p:sp>
            <p:nvSpPr>
              <p:cNvPr id="383" name="object 108">
                <a:extLst>
                  <a:ext uri="{FF2B5EF4-FFF2-40B4-BE49-F238E27FC236}">
                    <a16:creationId xmlns:a16="http://schemas.microsoft.com/office/drawing/2014/main" id="{1FAF8095-183E-76D2-B09E-99CCC1FA2D06}"/>
                  </a:ext>
                </a:extLst>
              </p:cNvPr>
              <p:cNvSpPr/>
              <p:nvPr/>
            </p:nvSpPr>
            <p:spPr>
              <a:xfrm>
                <a:off x="2292477" y="2146739"/>
                <a:ext cx="23495" cy="90805"/>
              </a:xfrm>
              <a:custGeom>
                <a:avLst/>
                <a:gdLst/>
                <a:ahLst/>
                <a:cxnLst/>
                <a:rect l="l" t="t" r="r" b="b"/>
                <a:pathLst>
                  <a:path w="23494" h="90805">
                    <a:moveTo>
                      <a:pt x="0" y="90010"/>
                    </a:moveTo>
                    <a:lnTo>
                      <a:pt x="2476" y="90582"/>
                    </a:lnTo>
                    <a:lnTo>
                      <a:pt x="22955" y="2571"/>
                    </a:lnTo>
                    <a:lnTo>
                      <a:pt x="20954" y="0"/>
                    </a:lnTo>
                    <a:lnTo>
                      <a:pt x="0" y="90010"/>
                    </a:lnTo>
                    <a:close/>
                  </a:path>
                </a:pathLst>
              </a:custGeom>
              <a:ln w="4762">
                <a:solidFill>
                  <a:srgbClr val="000000"/>
                </a:solidFill>
              </a:ln>
            </p:spPr>
            <p:txBody>
              <a:bodyPr wrap="square" lIns="0" tIns="0" rIns="0" bIns="0" rtlCol="0"/>
              <a:lstStyle/>
              <a:p>
                <a:endParaRPr/>
              </a:p>
            </p:txBody>
          </p:sp>
          <p:sp>
            <p:nvSpPr>
              <p:cNvPr id="384" name="object 109">
                <a:extLst>
                  <a:ext uri="{FF2B5EF4-FFF2-40B4-BE49-F238E27FC236}">
                    <a16:creationId xmlns:a16="http://schemas.microsoft.com/office/drawing/2014/main" id="{833FA49E-B958-5332-F951-81E4953AF859}"/>
                  </a:ext>
                </a:extLst>
              </p:cNvPr>
              <p:cNvSpPr/>
              <p:nvPr/>
            </p:nvSpPr>
            <p:spPr>
              <a:xfrm>
                <a:off x="2313419" y="2146745"/>
                <a:ext cx="234950" cy="3175"/>
              </a:xfrm>
              <a:custGeom>
                <a:avLst/>
                <a:gdLst/>
                <a:ahLst/>
                <a:cxnLst/>
                <a:rect l="l" t="t" r="r" b="b"/>
                <a:pathLst>
                  <a:path w="234950" h="3175">
                    <a:moveTo>
                      <a:pt x="234607" y="0"/>
                    </a:moveTo>
                    <a:lnTo>
                      <a:pt x="0" y="0"/>
                    </a:lnTo>
                    <a:lnTo>
                      <a:pt x="2006" y="2565"/>
                    </a:lnTo>
                    <a:lnTo>
                      <a:pt x="234607" y="2565"/>
                    </a:lnTo>
                    <a:lnTo>
                      <a:pt x="234607" y="0"/>
                    </a:lnTo>
                    <a:close/>
                  </a:path>
                </a:pathLst>
              </a:custGeom>
              <a:solidFill>
                <a:srgbClr val="000000"/>
              </a:solidFill>
            </p:spPr>
            <p:txBody>
              <a:bodyPr wrap="square" lIns="0" tIns="0" rIns="0" bIns="0" rtlCol="0"/>
              <a:lstStyle/>
              <a:p>
                <a:endParaRPr/>
              </a:p>
            </p:txBody>
          </p:sp>
          <p:sp>
            <p:nvSpPr>
              <p:cNvPr id="385" name="object 110">
                <a:extLst>
                  <a:ext uri="{FF2B5EF4-FFF2-40B4-BE49-F238E27FC236}">
                    <a16:creationId xmlns:a16="http://schemas.microsoft.com/office/drawing/2014/main" id="{7D46DAE9-F4EB-DB92-A0C3-6A76D47A339D}"/>
                  </a:ext>
                </a:extLst>
              </p:cNvPr>
              <p:cNvSpPr/>
              <p:nvPr/>
            </p:nvSpPr>
            <p:spPr>
              <a:xfrm>
                <a:off x="2313431" y="2146739"/>
                <a:ext cx="234950" cy="3175"/>
              </a:xfrm>
              <a:custGeom>
                <a:avLst/>
                <a:gdLst/>
                <a:ahLst/>
                <a:cxnLst/>
                <a:rect l="l" t="t" r="r" b="b"/>
                <a:pathLst>
                  <a:path w="234950" h="3175">
                    <a:moveTo>
                      <a:pt x="0" y="0"/>
                    </a:moveTo>
                    <a:lnTo>
                      <a:pt x="2000" y="2571"/>
                    </a:lnTo>
                    <a:lnTo>
                      <a:pt x="234600" y="2571"/>
                    </a:lnTo>
                    <a:lnTo>
                      <a:pt x="234600" y="0"/>
                    </a:lnTo>
                    <a:lnTo>
                      <a:pt x="0" y="0"/>
                    </a:lnTo>
                    <a:close/>
                  </a:path>
                </a:pathLst>
              </a:custGeom>
              <a:ln w="4762">
                <a:solidFill>
                  <a:srgbClr val="000000"/>
                </a:solidFill>
              </a:ln>
            </p:spPr>
            <p:txBody>
              <a:bodyPr wrap="square" lIns="0" tIns="0" rIns="0" bIns="0" rtlCol="0"/>
              <a:lstStyle/>
              <a:p>
                <a:endParaRPr/>
              </a:p>
            </p:txBody>
          </p:sp>
          <p:sp>
            <p:nvSpPr>
              <p:cNvPr id="386" name="object 111">
                <a:extLst>
                  <a:ext uri="{FF2B5EF4-FFF2-40B4-BE49-F238E27FC236}">
                    <a16:creationId xmlns:a16="http://schemas.microsoft.com/office/drawing/2014/main" id="{A0C9E6D9-941F-A7ED-56AE-1BBED4D9C777}"/>
                  </a:ext>
                </a:extLst>
              </p:cNvPr>
              <p:cNvSpPr/>
              <p:nvPr/>
            </p:nvSpPr>
            <p:spPr>
              <a:xfrm>
                <a:off x="3291446" y="2146745"/>
                <a:ext cx="234950" cy="3175"/>
              </a:xfrm>
              <a:custGeom>
                <a:avLst/>
                <a:gdLst/>
                <a:ahLst/>
                <a:cxnLst/>
                <a:rect l="l" t="t" r="r" b="b"/>
                <a:pathLst>
                  <a:path w="234950" h="3175">
                    <a:moveTo>
                      <a:pt x="234708" y="2565"/>
                    </a:moveTo>
                    <a:lnTo>
                      <a:pt x="232600" y="0"/>
                    </a:lnTo>
                    <a:lnTo>
                      <a:pt x="0" y="0"/>
                    </a:lnTo>
                    <a:lnTo>
                      <a:pt x="0" y="2565"/>
                    </a:lnTo>
                    <a:lnTo>
                      <a:pt x="234708" y="2565"/>
                    </a:lnTo>
                    <a:close/>
                  </a:path>
                </a:pathLst>
              </a:custGeom>
              <a:solidFill>
                <a:srgbClr val="000000"/>
              </a:solidFill>
            </p:spPr>
            <p:txBody>
              <a:bodyPr wrap="square" lIns="0" tIns="0" rIns="0" bIns="0" rtlCol="0"/>
              <a:lstStyle/>
              <a:p>
                <a:endParaRPr/>
              </a:p>
            </p:txBody>
          </p:sp>
          <p:sp>
            <p:nvSpPr>
              <p:cNvPr id="387" name="object 112">
                <a:extLst>
                  <a:ext uri="{FF2B5EF4-FFF2-40B4-BE49-F238E27FC236}">
                    <a16:creationId xmlns:a16="http://schemas.microsoft.com/office/drawing/2014/main" id="{D8B53A9F-B6DF-FA42-0FDE-B50A07CCCA4A}"/>
                  </a:ext>
                </a:extLst>
              </p:cNvPr>
              <p:cNvSpPr/>
              <p:nvPr/>
            </p:nvSpPr>
            <p:spPr>
              <a:xfrm>
                <a:off x="3291458" y="2146739"/>
                <a:ext cx="234950" cy="3175"/>
              </a:xfrm>
              <a:custGeom>
                <a:avLst/>
                <a:gdLst/>
                <a:ahLst/>
                <a:cxnLst/>
                <a:rect l="l" t="t" r="r" b="b"/>
                <a:pathLst>
                  <a:path w="234950" h="3175">
                    <a:moveTo>
                      <a:pt x="0" y="0"/>
                    </a:moveTo>
                    <a:lnTo>
                      <a:pt x="0" y="2571"/>
                    </a:lnTo>
                    <a:lnTo>
                      <a:pt x="234696" y="2571"/>
                    </a:lnTo>
                    <a:lnTo>
                      <a:pt x="232600" y="0"/>
                    </a:lnTo>
                    <a:lnTo>
                      <a:pt x="0" y="0"/>
                    </a:lnTo>
                    <a:close/>
                  </a:path>
                </a:pathLst>
              </a:custGeom>
              <a:ln w="4762">
                <a:solidFill>
                  <a:srgbClr val="000000"/>
                </a:solidFill>
              </a:ln>
            </p:spPr>
            <p:txBody>
              <a:bodyPr wrap="square" lIns="0" tIns="0" rIns="0" bIns="0" rtlCol="0"/>
              <a:lstStyle/>
              <a:p>
                <a:endParaRPr/>
              </a:p>
            </p:txBody>
          </p:sp>
          <p:sp>
            <p:nvSpPr>
              <p:cNvPr id="388" name="object 113">
                <a:extLst>
                  <a:ext uri="{FF2B5EF4-FFF2-40B4-BE49-F238E27FC236}">
                    <a16:creationId xmlns:a16="http://schemas.microsoft.com/office/drawing/2014/main" id="{B52AB835-3BFA-A219-EEAE-935137351EA8}"/>
                  </a:ext>
                </a:extLst>
              </p:cNvPr>
              <p:cNvSpPr/>
              <p:nvPr/>
            </p:nvSpPr>
            <p:spPr>
              <a:xfrm>
                <a:off x="3524046" y="2058544"/>
                <a:ext cx="23495" cy="90805"/>
              </a:xfrm>
              <a:custGeom>
                <a:avLst/>
                <a:gdLst/>
                <a:ahLst/>
                <a:cxnLst/>
                <a:rect l="l" t="t" r="r" b="b"/>
                <a:pathLst>
                  <a:path w="23495" h="90805">
                    <a:moveTo>
                      <a:pt x="23063" y="571"/>
                    </a:moveTo>
                    <a:lnTo>
                      <a:pt x="20485" y="0"/>
                    </a:lnTo>
                    <a:lnTo>
                      <a:pt x="0" y="88201"/>
                    </a:lnTo>
                    <a:lnTo>
                      <a:pt x="2108" y="90766"/>
                    </a:lnTo>
                    <a:lnTo>
                      <a:pt x="23063" y="571"/>
                    </a:lnTo>
                    <a:close/>
                  </a:path>
                </a:pathLst>
              </a:custGeom>
              <a:solidFill>
                <a:srgbClr val="000000"/>
              </a:solidFill>
            </p:spPr>
            <p:txBody>
              <a:bodyPr wrap="square" lIns="0" tIns="0" rIns="0" bIns="0" rtlCol="0"/>
              <a:lstStyle/>
              <a:p>
                <a:endParaRPr/>
              </a:p>
            </p:txBody>
          </p:sp>
          <p:sp>
            <p:nvSpPr>
              <p:cNvPr id="389" name="object 114">
                <a:extLst>
                  <a:ext uri="{FF2B5EF4-FFF2-40B4-BE49-F238E27FC236}">
                    <a16:creationId xmlns:a16="http://schemas.microsoft.com/office/drawing/2014/main" id="{D60857C0-8A7C-AC65-6E37-53EBBD7B8983}"/>
                  </a:ext>
                </a:extLst>
              </p:cNvPr>
              <p:cNvSpPr/>
              <p:nvPr/>
            </p:nvSpPr>
            <p:spPr>
              <a:xfrm>
                <a:off x="3524059" y="2058537"/>
                <a:ext cx="23495" cy="90805"/>
              </a:xfrm>
              <a:custGeom>
                <a:avLst/>
                <a:gdLst/>
                <a:ahLst/>
                <a:cxnLst/>
                <a:rect l="l" t="t" r="r" b="b"/>
                <a:pathLst>
                  <a:path w="23495" h="90805">
                    <a:moveTo>
                      <a:pt x="0" y="88201"/>
                    </a:moveTo>
                    <a:lnTo>
                      <a:pt x="2095" y="90772"/>
                    </a:lnTo>
                    <a:lnTo>
                      <a:pt x="23050" y="571"/>
                    </a:lnTo>
                    <a:lnTo>
                      <a:pt x="20478" y="0"/>
                    </a:lnTo>
                    <a:lnTo>
                      <a:pt x="0" y="88201"/>
                    </a:lnTo>
                    <a:close/>
                  </a:path>
                </a:pathLst>
              </a:custGeom>
              <a:ln w="4762">
                <a:solidFill>
                  <a:srgbClr val="000000"/>
                </a:solidFill>
              </a:ln>
            </p:spPr>
            <p:txBody>
              <a:bodyPr wrap="square" lIns="0" tIns="0" rIns="0" bIns="0" rtlCol="0"/>
              <a:lstStyle/>
              <a:p>
                <a:endParaRPr/>
              </a:p>
            </p:txBody>
          </p:sp>
          <p:sp>
            <p:nvSpPr>
              <p:cNvPr id="390" name="object 115">
                <a:extLst>
                  <a:ext uri="{FF2B5EF4-FFF2-40B4-BE49-F238E27FC236}">
                    <a16:creationId xmlns:a16="http://schemas.microsoft.com/office/drawing/2014/main" id="{3A2C680C-D39C-3927-4092-53F9517A4C60}"/>
                  </a:ext>
                </a:extLst>
              </p:cNvPr>
              <p:cNvSpPr/>
              <p:nvPr/>
            </p:nvSpPr>
            <p:spPr>
              <a:xfrm>
                <a:off x="3544532" y="2058823"/>
                <a:ext cx="3175" cy="178435"/>
              </a:xfrm>
              <a:custGeom>
                <a:avLst/>
                <a:gdLst/>
                <a:ahLst/>
                <a:cxnLst/>
                <a:rect l="l" t="t" r="r" b="b"/>
                <a:pathLst>
                  <a:path w="3175" h="178435">
                    <a:moveTo>
                      <a:pt x="2578" y="0"/>
                    </a:moveTo>
                    <a:lnTo>
                      <a:pt x="0" y="0"/>
                    </a:lnTo>
                    <a:lnTo>
                      <a:pt x="0" y="178219"/>
                    </a:lnTo>
                    <a:lnTo>
                      <a:pt x="2578" y="178219"/>
                    </a:lnTo>
                    <a:lnTo>
                      <a:pt x="2578" y="0"/>
                    </a:lnTo>
                    <a:close/>
                  </a:path>
                </a:pathLst>
              </a:custGeom>
              <a:solidFill>
                <a:srgbClr val="000000"/>
              </a:solidFill>
            </p:spPr>
            <p:txBody>
              <a:bodyPr wrap="square" lIns="0" tIns="0" rIns="0" bIns="0" rtlCol="0"/>
              <a:lstStyle/>
              <a:p>
                <a:endParaRPr/>
              </a:p>
            </p:txBody>
          </p:sp>
          <p:sp>
            <p:nvSpPr>
              <p:cNvPr id="391" name="object 116">
                <a:extLst>
                  <a:ext uri="{FF2B5EF4-FFF2-40B4-BE49-F238E27FC236}">
                    <a16:creationId xmlns:a16="http://schemas.microsoft.com/office/drawing/2014/main" id="{9D5C5D23-97FC-EC97-71D7-94AB822ECE3B}"/>
                  </a:ext>
                </a:extLst>
              </p:cNvPr>
              <p:cNvSpPr/>
              <p:nvPr/>
            </p:nvSpPr>
            <p:spPr>
              <a:xfrm>
                <a:off x="3544538" y="2058822"/>
                <a:ext cx="3175" cy="178435"/>
              </a:xfrm>
              <a:custGeom>
                <a:avLst/>
                <a:gdLst/>
                <a:ahLst/>
                <a:cxnLst/>
                <a:rect l="l" t="t" r="r" b="b"/>
                <a:pathLst>
                  <a:path w="3175" h="178435">
                    <a:moveTo>
                      <a:pt x="2571" y="0"/>
                    </a:moveTo>
                    <a:lnTo>
                      <a:pt x="0" y="0"/>
                    </a:lnTo>
                    <a:lnTo>
                      <a:pt x="0" y="178212"/>
                    </a:lnTo>
                    <a:lnTo>
                      <a:pt x="2571" y="178212"/>
                    </a:lnTo>
                    <a:lnTo>
                      <a:pt x="2571" y="0"/>
                    </a:lnTo>
                    <a:close/>
                  </a:path>
                </a:pathLst>
              </a:custGeom>
              <a:ln w="4762">
                <a:solidFill>
                  <a:srgbClr val="000000"/>
                </a:solidFill>
              </a:ln>
            </p:spPr>
            <p:txBody>
              <a:bodyPr wrap="square" lIns="0" tIns="0" rIns="0" bIns="0" rtlCol="0"/>
              <a:lstStyle/>
              <a:p>
                <a:endParaRPr/>
              </a:p>
            </p:txBody>
          </p:sp>
          <p:sp>
            <p:nvSpPr>
              <p:cNvPr id="392" name="object 117">
                <a:extLst>
                  <a:ext uri="{FF2B5EF4-FFF2-40B4-BE49-F238E27FC236}">
                    <a16:creationId xmlns:a16="http://schemas.microsoft.com/office/drawing/2014/main" id="{7386F74D-18D0-F532-6675-1E73A4316966}"/>
                  </a:ext>
                </a:extLst>
              </p:cNvPr>
              <p:cNvSpPr/>
              <p:nvPr/>
            </p:nvSpPr>
            <p:spPr>
              <a:xfrm>
                <a:off x="3544532" y="2146745"/>
                <a:ext cx="23495" cy="90805"/>
              </a:xfrm>
              <a:custGeom>
                <a:avLst/>
                <a:gdLst/>
                <a:ahLst/>
                <a:cxnLst/>
                <a:rect l="l" t="t" r="r" b="b"/>
                <a:pathLst>
                  <a:path w="23495" h="90805">
                    <a:moveTo>
                      <a:pt x="23050" y="2565"/>
                    </a:moveTo>
                    <a:lnTo>
                      <a:pt x="20955" y="0"/>
                    </a:lnTo>
                    <a:lnTo>
                      <a:pt x="0" y="90004"/>
                    </a:lnTo>
                    <a:lnTo>
                      <a:pt x="2578" y="90576"/>
                    </a:lnTo>
                    <a:lnTo>
                      <a:pt x="23050" y="2565"/>
                    </a:lnTo>
                    <a:close/>
                  </a:path>
                </a:pathLst>
              </a:custGeom>
              <a:solidFill>
                <a:srgbClr val="000000"/>
              </a:solidFill>
            </p:spPr>
            <p:txBody>
              <a:bodyPr wrap="square" lIns="0" tIns="0" rIns="0" bIns="0" rtlCol="0"/>
              <a:lstStyle/>
              <a:p>
                <a:endParaRPr/>
              </a:p>
            </p:txBody>
          </p:sp>
          <p:sp>
            <p:nvSpPr>
              <p:cNvPr id="393" name="object 118">
                <a:extLst>
                  <a:ext uri="{FF2B5EF4-FFF2-40B4-BE49-F238E27FC236}">
                    <a16:creationId xmlns:a16="http://schemas.microsoft.com/office/drawing/2014/main" id="{E653012B-32BD-3E38-5146-DEBCE072882D}"/>
                  </a:ext>
                </a:extLst>
              </p:cNvPr>
              <p:cNvSpPr/>
              <p:nvPr/>
            </p:nvSpPr>
            <p:spPr>
              <a:xfrm>
                <a:off x="3544538" y="2146739"/>
                <a:ext cx="23495" cy="90805"/>
              </a:xfrm>
              <a:custGeom>
                <a:avLst/>
                <a:gdLst/>
                <a:ahLst/>
                <a:cxnLst/>
                <a:rect l="l" t="t" r="r" b="b"/>
                <a:pathLst>
                  <a:path w="23495" h="90805">
                    <a:moveTo>
                      <a:pt x="0" y="90010"/>
                    </a:moveTo>
                    <a:lnTo>
                      <a:pt x="2571" y="90582"/>
                    </a:lnTo>
                    <a:lnTo>
                      <a:pt x="23050" y="2571"/>
                    </a:lnTo>
                    <a:lnTo>
                      <a:pt x="20955" y="0"/>
                    </a:lnTo>
                    <a:lnTo>
                      <a:pt x="0" y="90010"/>
                    </a:lnTo>
                    <a:close/>
                  </a:path>
                </a:pathLst>
              </a:custGeom>
              <a:ln w="4762">
                <a:solidFill>
                  <a:srgbClr val="000000"/>
                </a:solidFill>
              </a:ln>
            </p:spPr>
            <p:txBody>
              <a:bodyPr wrap="square" lIns="0" tIns="0" rIns="0" bIns="0" rtlCol="0"/>
              <a:lstStyle/>
              <a:p>
                <a:endParaRPr/>
              </a:p>
            </p:txBody>
          </p:sp>
          <p:sp>
            <p:nvSpPr>
              <p:cNvPr id="394" name="object 119">
                <a:extLst>
                  <a:ext uri="{FF2B5EF4-FFF2-40B4-BE49-F238E27FC236}">
                    <a16:creationId xmlns:a16="http://schemas.microsoft.com/office/drawing/2014/main" id="{51D1963A-97EC-E9F8-AB86-63F89C9A2B8D}"/>
                  </a:ext>
                </a:extLst>
              </p:cNvPr>
              <p:cNvSpPr/>
              <p:nvPr/>
            </p:nvSpPr>
            <p:spPr>
              <a:xfrm>
                <a:off x="3565487" y="2146745"/>
                <a:ext cx="234950" cy="3175"/>
              </a:xfrm>
              <a:custGeom>
                <a:avLst/>
                <a:gdLst/>
                <a:ahLst/>
                <a:cxnLst/>
                <a:rect l="l" t="t" r="r" b="b"/>
                <a:pathLst>
                  <a:path w="234950" h="3175">
                    <a:moveTo>
                      <a:pt x="234696" y="0"/>
                    </a:moveTo>
                    <a:lnTo>
                      <a:pt x="0" y="0"/>
                    </a:lnTo>
                    <a:lnTo>
                      <a:pt x="2095" y="2565"/>
                    </a:lnTo>
                    <a:lnTo>
                      <a:pt x="234696" y="2565"/>
                    </a:lnTo>
                    <a:lnTo>
                      <a:pt x="234696" y="0"/>
                    </a:lnTo>
                    <a:close/>
                  </a:path>
                </a:pathLst>
              </a:custGeom>
              <a:solidFill>
                <a:srgbClr val="000000"/>
              </a:solidFill>
            </p:spPr>
            <p:txBody>
              <a:bodyPr wrap="square" lIns="0" tIns="0" rIns="0" bIns="0" rtlCol="0"/>
              <a:lstStyle/>
              <a:p>
                <a:endParaRPr/>
              </a:p>
            </p:txBody>
          </p:sp>
          <p:sp>
            <p:nvSpPr>
              <p:cNvPr id="395" name="object 120">
                <a:extLst>
                  <a:ext uri="{FF2B5EF4-FFF2-40B4-BE49-F238E27FC236}">
                    <a16:creationId xmlns:a16="http://schemas.microsoft.com/office/drawing/2014/main" id="{D9EB73B9-A882-FDA5-9D6B-0C7A854B9E14}"/>
                  </a:ext>
                </a:extLst>
              </p:cNvPr>
              <p:cNvSpPr/>
              <p:nvPr/>
            </p:nvSpPr>
            <p:spPr>
              <a:xfrm>
                <a:off x="3565493" y="2146739"/>
                <a:ext cx="234950" cy="3175"/>
              </a:xfrm>
              <a:custGeom>
                <a:avLst/>
                <a:gdLst/>
                <a:ahLst/>
                <a:cxnLst/>
                <a:rect l="l" t="t" r="r" b="b"/>
                <a:pathLst>
                  <a:path w="234950" h="3175">
                    <a:moveTo>
                      <a:pt x="0" y="0"/>
                    </a:moveTo>
                    <a:lnTo>
                      <a:pt x="2095" y="2571"/>
                    </a:lnTo>
                    <a:lnTo>
                      <a:pt x="234695" y="2571"/>
                    </a:lnTo>
                    <a:lnTo>
                      <a:pt x="234695" y="0"/>
                    </a:lnTo>
                    <a:lnTo>
                      <a:pt x="0" y="0"/>
                    </a:lnTo>
                    <a:close/>
                  </a:path>
                </a:pathLst>
              </a:custGeom>
              <a:ln w="4762">
                <a:solidFill>
                  <a:srgbClr val="000000"/>
                </a:solidFill>
              </a:ln>
            </p:spPr>
            <p:txBody>
              <a:bodyPr wrap="square" lIns="0" tIns="0" rIns="0" bIns="0" rtlCol="0"/>
              <a:lstStyle/>
              <a:p>
                <a:endParaRPr/>
              </a:p>
            </p:txBody>
          </p:sp>
          <p:sp>
            <p:nvSpPr>
              <p:cNvPr id="396" name="object 121">
                <a:extLst>
                  <a:ext uri="{FF2B5EF4-FFF2-40B4-BE49-F238E27FC236}">
                    <a16:creationId xmlns:a16="http://schemas.microsoft.com/office/drawing/2014/main" id="{C3F0C5C2-3A0A-5656-99CD-38B46861C21F}"/>
                  </a:ext>
                </a:extLst>
              </p:cNvPr>
              <p:cNvSpPr/>
              <p:nvPr/>
            </p:nvSpPr>
            <p:spPr>
              <a:xfrm>
                <a:off x="2215413" y="2147977"/>
                <a:ext cx="13335" cy="480059"/>
              </a:xfrm>
              <a:custGeom>
                <a:avLst/>
                <a:gdLst/>
                <a:ahLst/>
                <a:cxnLst/>
                <a:rect l="l" t="t" r="r" b="b"/>
                <a:pathLst>
                  <a:path w="13335" h="480060">
                    <a:moveTo>
                      <a:pt x="12954" y="0"/>
                    </a:moveTo>
                    <a:lnTo>
                      <a:pt x="0" y="0"/>
                    </a:lnTo>
                    <a:lnTo>
                      <a:pt x="0" y="466915"/>
                    </a:lnTo>
                    <a:lnTo>
                      <a:pt x="12954" y="479869"/>
                    </a:lnTo>
                    <a:lnTo>
                      <a:pt x="12954" y="0"/>
                    </a:lnTo>
                    <a:close/>
                  </a:path>
                </a:pathLst>
              </a:custGeom>
              <a:solidFill>
                <a:srgbClr val="000000"/>
              </a:solidFill>
            </p:spPr>
            <p:txBody>
              <a:bodyPr wrap="square" lIns="0" tIns="0" rIns="0" bIns="0" rtlCol="0"/>
              <a:lstStyle/>
              <a:p>
                <a:endParaRPr/>
              </a:p>
            </p:txBody>
          </p:sp>
          <p:sp>
            <p:nvSpPr>
              <p:cNvPr id="397" name="object 122">
                <a:extLst>
                  <a:ext uri="{FF2B5EF4-FFF2-40B4-BE49-F238E27FC236}">
                    <a16:creationId xmlns:a16="http://schemas.microsoft.com/office/drawing/2014/main" id="{10FF651F-A8B7-A451-008F-2E74C2DAF8A4}"/>
                  </a:ext>
                </a:extLst>
              </p:cNvPr>
              <p:cNvSpPr/>
              <p:nvPr/>
            </p:nvSpPr>
            <p:spPr>
              <a:xfrm>
                <a:off x="2215419" y="2147977"/>
                <a:ext cx="13335" cy="480059"/>
              </a:xfrm>
              <a:custGeom>
                <a:avLst/>
                <a:gdLst/>
                <a:ahLst/>
                <a:cxnLst/>
                <a:rect l="l" t="t" r="r" b="b"/>
                <a:pathLst>
                  <a:path w="13335" h="480060">
                    <a:moveTo>
                      <a:pt x="12953" y="0"/>
                    </a:moveTo>
                    <a:lnTo>
                      <a:pt x="0" y="0"/>
                    </a:lnTo>
                    <a:lnTo>
                      <a:pt x="0" y="466915"/>
                    </a:lnTo>
                    <a:lnTo>
                      <a:pt x="12953" y="479868"/>
                    </a:lnTo>
                    <a:lnTo>
                      <a:pt x="12953" y="0"/>
                    </a:lnTo>
                    <a:close/>
                  </a:path>
                </a:pathLst>
              </a:custGeom>
              <a:ln w="4762">
                <a:solidFill>
                  <a:srgbClr val="000000"/>
                </a:solidFill>
              </a:ln>
            </p:spPr>
            <p:txBody>
              <a:bodyPr wrap="square" lIns="0" tIns="0" rIns="0" bIns="0" rtlCol="0"/>
              <a:lstStyle/>
              <a:p>
                <a:endParaRPr/>
              </a:p>
            </p:txBody>
          </p:sp>
          <p:sp>
            <p:nvSpPr>
              <p:cNvPr id="398" name="object 123">
                <a:extLst>
                  <a:ext uri="{FF2B5EF4-FFF2-40B4-BE49-F238E27FC236}">
                    <a16:creationId xmlns:a16="http://schemas.microsoft.com/office/drawing/2014/main" id="{56EC46B3-E82D-2001-79D0-9A448540E948}"/>
                  </a:ext>
                </a:extLst>
              </p:cNvPr>
              <p:cNvSpPr/>
              <p:nvPr/>
            </p:nvSpPr>
            <p:spPr>
              <a:xfrm>
                <a:off x="1793074" y="2614893"/>
                <a:ext cx="435609" cy="13335"/>
              </a:xfrm>
              <a:custGeom>
                <a:avLst/>
                <a:gdLst/>
                <a:ahLst/>
                <a:cxnLst/>
                <a:rect l="l" t="t" r="r" b="b"/>
                <a:pathLst>
                  <a:path w="435610" h="13335">
                    <a:moveTo>
                      <a:pt x="435292" y="12954"/>
                    </a:moveTo>
                    <a:lnTo>
                      <a:pt x="422338" y="0"/>
                    </a:lnTo>
                    <a:lnTo>
                      <a:pt x="0" y="0"/>
                    </a:lnTo>
                    <a:lnTo>
                      <a:pt x="12852" y="12954"/>
                    </a:lnTo>
                    <a:lnTo>
                      <a:pt x="435292" y="12954"/>
                    </a:lnTo>
                    <a:close/>
                  </a:path>
                </a:pathLst>
              </a:custGeom>
              <a:solidFill>
                <a:srgbClr val="000000"/>
              </a:solidFill>
            </p:spPr>
            <p:txBody>
              <a:bodyPr wrap="square" lIns="0" tIns="0" rIns="0" bIns="0" rtlCol="0"/>
              <a:lstStyle/>
              <a:p>
                <a:endParaRPr/>
              </a:p>
            </p:txBody>
          </p:sp>
          <p:sp>
            <p:nvSpPr>
              <p:cNvPr id="399" name="object 124">
                <a:extLst>
                  <a:ext uri="{FF2B5EF4-FFF2-40B4-BE49-F238E27FC236}">
                    <a16:creationId xmlns:a16="http://schemas.microsoft.com/office/drawing/2014/main" id="{BD5C1338-B562-3ECA-C89C-9A65A002CFE3}"/>
                  </a:ext>
                </a:extLst>
              </p:cNvPr>
              <p:cNvSpPr/>
              <p:nvPr/>
            </p:nvSpPr>
            <p:spPr>
              <a:xfrm>
                <a:off x="1793081" y="2614892"/>
                <a:ext cx="435609" cy="13335"/>
              </a:xfrm>
              <a:custGeom>
                <a:avLst/>
                <a:gdLst/>
                <a:ahLst/>
                <a:cxnLst/>
                <a:rect l="l" t="t" r="r" b="b"/>
                <a:pathLst>
                  <a:path w="435610" h="13335">
                    <a:moveTo>
                      <a:pt x="435292" y="12953"/>
                    </a:moveTo>
                    <a:lnTo>
                      <a:pt x="422338" y="0"/>
                    </a:lnTo>
                    <a:lnTo>
                      <a:pt x="0" y="0"/>
                    </a:lnTo>
                    <a:lnTo>
                      <a:pt x="12858" y="12953"/>
                    </a:lnTo>
                    <a:lnTo>
                      <a:pt x="435292" y="12953"/>
                    </a:lnTo>
                    <a:close/>
                  </a:path>
                </a:pathLst>
              </a:custGeom>
              <a:ln w="4762">
                <a:solidFill>
                  <a:srgbClr val="000000"/>
                </a:solidFill>
              </a:ln>
            </p:spPr>
            <p:txBody>
              <a:bodyPr wrap="square" lIns="0" tIns="0" rIns="0" bIns="0" rtlCol="0"/>
              <a:lstStyle/>
              <a:p>
                <a:endParaRPr/>
              </a:p>
            </p:txBody>
          </p:sp>
          <p:sp>
            <p:nvSpPr>
              <p:cNvPr id="400" name="object 125">
                <a:extLst>
                  <a:ext uri="{FF2B5EF4-FFF2-40B4-BE49-F238E27FC236}">
                    <a16:creationId xmlns:a16="http://schemas.microsoft.com/office/drawing/2014/main" id="{D2A578FB-ABA9-EBF0-C822-215C2C920483}"/>
                  </a:ext>
                </a:extLst>
              </p:cNvPr>
              <p:cNvSpPr/>
              <p:nvPr/>
            </p:nvSpPr>
            <p:spPr>
              <a:xfrm>
                <a:off x="1793074" y="2614893"/>
                <a:ext cx="13335" cy="252095"/>
              </a:xfrm>
              <a:custGeom>
                <a:avLst/>
                <a:gdLst/>
                <a:ahLst/>
                <a:cxnLst/>
                <a:rect l="l" t="t" r="r" b="b"/>
                <a:pathLst>
                  <a:path w="13335" h="252094">
                    <a:moveTo>
                      <a:pt x="12852" y="12954"/>
                    </a:moveTo>
                    <a:lnTo>
                      <a:pt x="0" y="0"/>
                    </a:lnTo>
                    <a:lnTo>
                      <a:pt x="0" y="251752"/>
                    </a:lnTo>
                    <a:lnTo>
                      <a:pt x="12852" y="238887"/>
                    </a:lnTo>
                    <a:lnTo>
                      <a:pt x="12852" y="12954"/>
                    </a:lnTo>
                    <a:close/>
                  </a:path>
                </a:pathLst>
              </a:custGeom>
              <a:solidFill>
                <a:srgbClr val="000000"/>
              </a:solidFill>
            </p:spPr>
            <p:txBody>
              <a:bodyPr wrap="square" lIns="0" tIns="0" rIns="0" bIns="0" rtlCol="0"/>
              <a:lstStyle/>
              <a:p>
                <a:endParaRPr/>
              </a:p>
            </p:txBody>
          </p:sp>
          <p:sp>
            <p:nvSpPr>
              <p:cNvPr id="401" name="object 126">
                <a:extLst>
                  <a:ext uri="{FF2B5EF4-FFF2-40B4-BE49-F238E27FC236}">
                    <a16:creationId xmlns:a16="http://schemas.microsoft.com/office/drawing/2014/main" id="{8CA5694D-1347-1FBC-642C-5E81667DCD68}"/>
                  </a:ext>
                </a:extLst>
              </p:cNvPr>
              <p:cNvSpPr/>
              <p:nvPr/>
            </p:nvSpPr>
            <p:spPr>
              <a:xfrm>
                <a:off x="1793081" y="2614892"/>
                <a:ext cx="13335" cy="252095"/>
              </a:xfrm>
              <a:custGeom>
                <a:avLst/>
                <a:gdLst/>
                <a:ahLst/>
                <a:cxnLst/>
                <a:rect l="l" t="t" r="r" b="b"/>
                <a:pathLst>
                  <a:path w="13335" h="252094">
                    <a:moveTo>
                      <a:pt x="12858" y="12953"/>
                    </a:moveTo>
                    <a:lnTo>
                      <a:pt x="0" y="0"/>
                    </a:lnTo>
                    <a:lnTo>
                      <a:pt x="0" y="251745"/>
                    </a:lnTo>
                    <a:lnTo>
                      <a:pt x="12858" y="238887"/>
                    </a:lnTo>
                    <a:lnTo>
                      <a:pt x="12858" y="12953"/>
                    </a:lnTo>
                    <a:close/>
                  </a:path>
                </a:pathLst>
              </a:custGeom>
              <a:ln w="4762">
                <a:solidFill>
                  <a:srgbClr val="000000"/>
                </a:solidFill>
              </a:ln>
            </p:spPr>
            <p:txBody>
              <a:bodyPr wrap="square" lIns="0" tIns="0" rIns="0" bIns="0" rtlCol="0"/>
              <a:lstStyle/>
              <a:p>
                <a:endParaRPr/>
              </a:p>
            </p:txBody>
          </p:sp>
          <p:sp>
            <p:nvSpPr>
              <p:cNvPr id="402" name="object 127">
                <a:extLst>
                  <a:ext uri="{FF2B5EF4-FFF2-40B4-BE49-F238E27FC236}">
                    <a16:creationId xmlns:a16="http://schemas.microsoft.com/office/drawing/2014/main" id="{D3977BA3-EA34-D2C5-89EF-379B62AF38D4}"/>
                  </a:ext>
                </a:extLst>
              </p:cNvPr>
              <p:cNvSpPr/>
              <p:nvPr/>
            </p:nvSpPr>
            <p:spPr>
              <a:xfrm>
                <a:off x="1793074" y="2853780"/>
                <a:ext cx="2254250" cy="13335"/>
              </a:xfrm>
              <a:custGeom>
                <a:avLst/>
                <a:gdLst/>
                <a:ahLst/>
                <a:cxnLst/>
                <a:rect l="l" t="t" r="r" b="b"/>
                <a:pathLst>
                  <a:path w="2254250" h="13335">
                    <a:moveTo>
                      <a:pt x="2253805" y="12865"/>
                    </a:moveTo>
                    <a:lnTo>
                      <a:pt x="2240851" y="0"/>
                    </a:lnTo>
                    <a:lnTo>
                      <a:pt x="12852" y="0"/>
                    </a:lnTo>
                    <a:lnTo>
                      <a:pt x="0" y="12865"/>
                    </a:lnTo>
                    <a:lnTo>
                      <a:pt x="2253805" y="12865"/>
                    </a:lnTo>
                    <a:close/>
                  </a:path>
                </a:pathLst>
              </a:custGeom>
              <a:solidFill>
                <a:srgbClr val="000000"/>
              </a:solidFill>
            </p:spPr>
            <p:txBody>
              <a:bodyPr wrap="square" lIns="0" tIns="0" rIns="0" bIns="0" rtlCol="0"/>
              <a:lstStyle/>
              <a:p>
                <a:endParaRPr/>
              </a:p>
            </p:txBody>
          </p:sp>
          <p:sp>
            <p:nvSpPr>
              <p:cNvPr id="403" name="object 128">
                <a:extLst>
                  <a:ext uri="{FF2B5EF4-FFF2-40B4-BE49-F238E27FC236}">
                    <a16:creationId xmlns:a16="http://schemas.microsoft.com/office/drawing/2014/main" id="{A770088F-0177-8D78-5B97-3B7551ABB3AC}"/>
                  </a:ext>
                </a:extLst>
              </p:cNvPr>
              <p:cNvSpPr/>
              <p:nvPr/>
            </p:nvSpPr>
            <p:spPr>
              <a:xfrm>
                <a:off x="1793081" y="2853779"/>
                <a:ext cx="2254250" cy="13335"/>
              </a:xfrm>
              <a:custGeom>
                <a:avLst/>
                <a:gdLst/>
                <a:ahLst/>
                <a:cxnLst/>
                <a:rect l="l" t="t" r="r" b="b"/>
                <a:pathLst>
                  <a:path w="2254250" h="13335">
                    <a:moveTo>
                      <a:pt x="12858" y="0"/>
                    </a:moveTo>
                    <a:lnTo>
                      <a:pt x="0" y="12858"/>
                    </a:lnTo>
                    <a:lnTo>
                      <a:pt x="2253805" y="12858"/>
                    </a:lnTo>
                    <a:lnTo>
                      <a:pt x="2240851" y="0"/>
                    </a:lnTo>
                    <a:lnTo>
                      <a:pt x="12858" y="0"/>
                    </a:lnTo>
                    <a:close/>
                  </a:path>
                </a:pathLst>
              </a:custGeom>
              <a:ln w="4762">
                <a:solidFill>
                  <a:srgbClr val="000000"/>
                </a:solidFill>
              </a:ln>
            </p:spPr>
            <p:txBody>
              <a:bodyPr wrap="square" lIns="0" tIns="0" rIns="0" bIns="0" rtlCol="0"/>
              <a:lstStyle/>
              <a:p>
                <a:endParaRPr/>
              </a:p>
            </p:txBody>
          </p:sp>
          <p:sp>
            <p:nvSpPr>
              <p:cNvPr id="404" name="object 129">
                <a:extLst>
                  <a:ext uri="{FF2B5EF4-FFF2-40B4-BE49-F238E27FC236}">
                    <a16:creationId xmlns:a16="http://schemas.microsoft.com/office/drawing/2014/main" id="{4533FD08-E284-BE85-8181-B014A264311D}"/>
                  </a:ext>
                </a:extLst>
              </p:cNvPr>
              <p:cNvSpPr/>
              <p:nvPr/>
            </p:nvSpPr>
            <p:spPr>
              <a:xfrm>
                <a:off x="4033926" y="2614893"/>
                <a:ext cx="13335" cy="252095"/>
              </a:xfrm>
              <a:custGeom>
                <a:avLst/>
                <a:gdLst/>
                <a:ahLst/>
                <a:cxnLst/>
                <a:rect l="l" t="t" r="r" b="b"/>
                <a:pathLst>
                  <a:path w="13335" h="252094">
                    <a:moveTo>
                      <a:pt x="12954" y="0"/>
                    </a:moveTo>
                    <a:lnTo>
                      <a:pt x="0" y="12954"/>
                    </a:lnTo>
                    <a:lnTo>
                      <a:pt x="0" y="238887"/>
                    </a:lnTo>
                    <a:lnTo>
                      <a:pt x="12954" y="251752"/>
                    </a:lnTo>
                    <a:lnTo>
                      <a:pt x="12954" y="0"/>
                    </a:lnTo>
                    <a:close/>
                  </a:path>
                </a:pathLst>
              </a:custGeom>
              <a:solidFill>
                <a:srgbClr val="000000"/>
              </a:solidFill>
            </p:spPr>
            <p:txBody>
              <a:bodyPr wrap="square" lIns="0" tIns="0" rIns="0" bIns="0" rtlCol="0"/>
              <a:lstStyle/>
              <a:p>
                <a:endParaRPr/>
              </a:p>
            </p:txBody>
          </p:sp>
          <p:sp>
            <p:nvSpPr>
              <p:cNvPr id="405" name="object 130">
                <a:extLst>
                  <a:ext uri="{FF2B5EF4-FFF2-40B4-BE49-F238E27FC236}">
                    <a16:creationId xmlns:a16="http://schemas.microsoft.com/office/drawing/2014/main" id="{0921FF48-D891-A06E-BD40-9E14366D0E7F}"/>
                  </a:ext>
                </a:extLst>
              </p:cNvPr>
              <p:cNvSpPr/>
              <p:nvPr/>
            </p:nvSpPr>
            <p:spPr>
              <a:xfrm>
                <a:off x="4033932" y="2614892"/>
                <a:ext cx="13335" cy="252095"/>
              </a:xfrm>
              <a:custGeom>
                <a:avLst/>
                <a:gdLst/>
                <a:ahLst/>
                <a:cxnLst/>
                <a:rect l="l" t="t" r="r" b="b"/>
                <a:pathLst>
                  <a:path w="13335" h="252094">
                    <a:moveTo>
                      <a:pt x="0" y="238887"/>
                    </a:moveTo>
                    <a:lnTo>
                      <a:pt x="12954" y="251745"/>
                    </a:lnTo>
                    <a:lnTo>
                      <a:pt x="12954" y="0"/>
                    </a:lnTo>
                    <a:lnTo>
                      <a:pt x="0" y="12953"/>
                    </a:lnTo>
                    <a:lnTo>
                      <a:pt x="0" y="238887"/>
                    </a:lnTo>
                    <a:close/>
                  </a:path>
                </a:pathLst>
              </a:custGeom>
              <a:ln w="4762">
                <a:solidFill>
                  <a:srgbClr val="000000"/>
                </a:solidFill>
              </a:ln>
            </p:spPr>
            <p:txBody>
              <a:bodyPr wrap="square" lIns="0" tIns="0" rIns="0" bIns="0" rtlCol="0"/>
              <a:lstStyle/>
              <a:p>
                <a:endParaRPr/>
              </a:p>
            </p:txBody>
          </p:sp>
          <p:sp>
            <p:nvSpPr>
              <p:cNvPr id="406" name="object 131">
                <a:extLst>
                  <a:ext uri="{FF2B5EF4-FFF2-40B4-BE49-F238E27FC236}">
                    <a16:creationId xmlns:a16="http://schemas.microsoft.com/office/drawing/2014/main" id="{E21CFA32-182F-8E1C-9A56-8A68EF4A58E2}"/>
                  </a:ext>
                </a:extLst>
              </p:cNvPr>
              <p:cNvSpPr/>
              <p:nvPr/>
            </p:nvSpPr>
            <p:spPr>
              <a:xfrm>
                <a:off x="3611588" y="2614893"/>
                <a:ext cx="435609" cy="13335"/>
              </a:xfrm>
              <a:custGeom>
                <a:avLst/>
                <a:gdLst/>
                <a:ahLst/>
                <a:cxnLst/>
                <a:rect l="l" t="t" r="r" b="b"/>
                <a:pathLst>
                  <a:path w="435610" h="13335">
                    <a:moveTo>
                      <a:pt x="435292" y="0"/>
                    </a:moveTo>
                    <a:lnTo>
                      <a:pt x="12865" y="0"/>
                    </a:lnTo>
                    <a:lnTo>
                      <a:pt x="0" y="12954"/>
                    </a:lnTo>
                    <a:lnTo>
                      <a:pt x="422338" y="12954"/>
                    </a:lnTo>
                    <a:lnTo>
                      <a:pt x="435292" y="0"/>
                    </a:lnTo>
                    <a:close/>
                  </a:path>
                </a:pathLst>
              </a:custGeom>
              <a:solidFill>
                <a:srgbClr val="000000"/>
              </a:solidFill>
            </p:spPr>
            <p:txBody>
              <a:bodyPr wrap="square" lIns="0" tIns="0" rIns="0" bIns="0" rtlCol="0"/>
              <a:lstStyle/>
              <a:p>
                <a:endParaRPr/>
              </a:p>
            </p:txBody>
          </p:sp>
          <p:sp>
            <p:nvSpPr>
              <p:cNvPr id="407" name="object 132">
                <a:extLst>
                  <a:ext uri="{FF2B5EF4-FFF2-40B4-BE49-F238E27FC236}">
                    <a16:creationId xmlns:a16="http://schemas.microsoft.com/office/drawing/2014/main" id="{F7504A52-542A-7FA3-8415-2D0D35F85D38}"/>
                  </a:ext>
                </a:extLst>
              </p:cNvPr>
              <p:cNvSpPr/>
              <p:nvPr/>
            </p:nvSpPr>
            <p:spPr>
              <a:xfrm>
                <a:off x="3611594" y="2614892"/>
                <a:ext cx="435609" cy="13335"/>
              </a:xfrm>
              <a:custGeom>
                <a:avLst/>
                <a:gdLst/>
                <a:ahLst/>
                <a:cxnLst/>
                <a:rect l="l" t="t" r="r" b="b"/>
                <a:pathLst>
                  <a:path w="435610" h="13335">
                    <a:moveTo>
                      <a:pt x="422338" y="12953"/>
                    </a:moveTo>
                    <a:lnTo>
                      <a:pt x="435292" y="0"/>
                    </a:lnTo>
                    <a:lnTo>
                      <a:pt x="12858" y="0"/>
                    </a:lnTo>
                    <a:lnTo>
                      <a:pt x="0" y="12953"/>
                    </a:lnTo>
                    <a:lnTo>
                      <a:pt x="422338" y="12953"/>
                    </a:lnTo>
                    <a:close/>
                  </a:path>
                </a:pathLst>
              </a:custGeom>
              <a:ln w="4762">
                <a:solidFill>
                  <a:srgbClr val="000000"/>
                </a:solidFill>
              </a:ln>
            </p:spPr>
            <p:txBody>
              <a:bodyPr wrap="square" lIns="0" tIns="0" rIns="0" bIns="0" rtlCol="0"/>
              <a:lstStyle/>
              <a:p>
                <a:endParaRPr/>
              </a:p>
            </p:txBody>
          </p:sp>
          <p:sp>
            <p:nvSpPr>
              <p:cNvPr id="408" name="object 133">
                <a:extLst>
                  <a:ext uri="{FF2B5EF4-FFF2-40B4-BE49-F238E27FC236}">
                    <a16:creationId xmlns:a16="http://schemas.microsoft.com/office/drawing/2014/main" id="{BF400580-FB56-AF8E-9216-AA5A98AB646E}"/>
                  </a:ext>
                </a:extLst>
              </p:cNvPr>
              <p:cNvSpPr/>
              <p:nvPr/>
            </p:nvSpPr>
            <p:spPr>
              <a:xfrm>
                <a:off x="3611588" y="2147977"/>
                <a:ext cx="13335" cy="480059"/>
              </a:xfrm>
              <a:custGeom>
                <a:avLst/>
                <a:gdLst/>
                <a:ahLst/>
                <a:cxnLst/>
                <a:rect l="l" t="t" r="r" b="b"/>
                <a:pathLst>
                  <a:path w="13335" h="480060">
                    <a:moveTo>
                      <a:pt x="12865" y="0"/>
                    </a:moveTo>
                    <a:lnTo>
                      <a:pt x="0" y="0"/>
                    </a:lnTo>
                    <a:lnTo>
                      <a:pt x="0" y="479869"/>
                    </a:lnTo>
                    <a:lnTo>
                      <a:pt x="12865" y="466915"/>
                    </a:lnTo>
                    <a:lnTo>
                      <a:pt x="12865" y="0"/>
                    </a:lnTo>
                    <a:close/>
                  </a:path>
                </a:pathLst>
              </a:custGeom>
              <a:solidFill>
                <a:srgbClr val="000000"/>
              </a:solidFill>
            </p:spPr>
            <p:txBody>
              <a:bodyPr wrap="square" lIns="0" tIns="0" rIns="0" bIns="0" rtlCol="0"/>
              <a:lstStyle/>
              <a:p>
                <a:endParaRPr/>
              </a:p>
            </p:txBody>
          </p:sp>
          <p:sp>
            <p:nvSpPr>
              <p:cNvPr id="409" name="object 134">
                <a:extLst>
                  <a:ext uri="{FF2B5EF4-FFF2-40B4-BE49-F238E27FC236}">
                    <a16:creationId xmlns:a16="http://schemas.microsoft.com/office/drawing/2014/main" id="{4E4C65B0-42B7-11D4-9EC9-BEC174628C10}"/>
                  </a:ext>
                </a:extLst>
              </p:cNvPr>
              <p:cNvSpPr/>
              <p:nvPr/>
            </p:nvSpPr>
            <p:spPr>
              <a:xfrm>
                <a:off x="3611594" y="2147977"/>
                <a:ext cx="13335" cy="480059"/>
              </a:xfrm>
              <a:custGeom>
                <a:avLst/>
                <a:gdLst/>
                <a:ahLst/>
                <a:cxnLst/>
                <a:rect l="l" t="t" r="r" b="b"/>
                <a:pathLst>
                  <a:path w="13335" h="480060">
                    <a:moveTo>
                      <a:pt x="0" y="479868"/>
                    </a:moveTo>
                    <a:lnTo>
                      <a:pt x="12858" y="466915"/>
                    </a:lnTo>
                    <a:lnTo>
                      <a:pt x="12858" y="0"/>
                    </a:lnTo>
                    <a:lnTo>
                      <a:pt x="0" y="0"/>
                    </a:lnTo>
                    <a:lnTo>
                      <a:pt x="0" y="479868"/>
                    </a:lnTo>
                    <a:close/>
                  </a:path>
                </a:pathLst>
              </a:custGeom>
              <a:ln w="4762">
                <a:solidFill>
                  <a:srgbClr val="000000"/>
                </a:solidFill>
              </a:ln>
            </p:spPr>
            <p:txBody>
              <a:bodyPr wrap="square" lIns="0" tIns="0" rIns="0" bIns="0" rtlCol="0"/>
              <a:lstStyle/>
              <a:p>
                <a:endParaRPr/>
              </a:p>
            </p:txBody>
          </p:sp>
          <p:sp>
            <p:nvSpPr>
              <p:cNvPr id="410" name="object 135">
                <a:extLst>
                  <a:ext uri="{FF2B5EF4-FFF2-40B4-BE49-F238E27FC236}">
                    <a16:creationId xmlns:a16="http://schemas.microsoft.com/office/drawing/2014/main" id="{6E066FF7-E86F-582A-3758-DCE3D064A195}"/>
                  </a:ext>
                </a:extLst>
              </p:cNvPr>
              <p:cNvSpPr/>
              <p:nvPr/>
            </p:nvSpPr>
            <p:spPr>
              <a:xfrm>
                <a:off x="3466896" y="2147977"/>
                <a:ext cx="13335" cy="480059"/>
              </a:xfrm>
              <a:custGeom>
                <a:avLst/>
                <a:gdLst/>
                <a:ahLst/>
                <a:cxnLst/>
                <a:rect l="l" t="t" r="r" b="b"/>
                <a:pathLst>
                  <a:path w="13335" h="480060">
                    <a:moveTo>
                      <a:pt x="12865" y="0"/>
                    </a:moveTo>
                    <a:lnTo>
                      <a:pt x="0" y="0"/>
                    </a:lnTo>
                    <a:lnTo>
                      <a:pt x="0" y="466915"/>
                    </a:lnTo>
                    <a:lnTo>
                      <a:pt x="12865" y="479869"/>
                    </a:lnTo>
                    <a:lnTo>
                      <a:pt x="12865" y="0"/>
                    </a:lnTo>
                    <a:close/>
                  </a:path>
                </a:pathLst>
              </a:custGeom>
              <a:solidFill>
                <a:srgbClr val="000000"/>
              </a:solidFill>
            </p:spPr>
            <p:txBody>
              <a:bodyPr wrap="square" lIns="0" tIns="0" rIns="0" bIns="0" rtlCol="0"/>
              <a:lstStyle/>
              <a:p>
                <a:endParaRPr/>
              </a:p>
            </p:txBody>
          </p:sp>
          <p:sp>
            <p:nvSpPr>
              <p:cNvPr id="411" name="object 136">
                <a:extLst>
                  <a:ext uri="{FF2B5EF4-FFF2-40B4-BE49-F238E27FC236}">
                    <a16:creationId xmlns:a16="http://schemas.microsoft.com/office/drawing/2014/main" id="{4E353B45-9E50-35B5-FED1-8C8AB309897E}"/>
                  </a:ext>
                </a:extLst>
              </p:cNvPr>
              <p:cNvSpPr/>
              <p:nvPr/>
            </p:nvSpPr>
            <p:spPr>
              <a:xfrm>
                <a:off x="3466909" y="2147977"/>
                <a:ext cx="13335" cy="480059"/>
              </a:xfrm>
              <a:custGeom>
                <a:avLst/>
                <a:gdLst/>
                <a:ahLst/>
                <a:cxnLst/>
                <a:rect l="l" t="t" r="r" b="b"/>
                <a:pathLst>
                  <a:path w="13335" h="480060">
                    <a:moveTo>
                      <a:pt x="12858" y="0"/>
                    </a:moveTo>
                    <a:lnTo>
                      <a:pt x="0" y="0"/>
                    </a:lnTo>
                    <a:lnTo>
                      <a:pt x="0" y="466915"/>
                    </a:lnTo>
                    <a:lnTo>
                      <a:pt x="12858" y="479868"/>
                    </a:lnTo>
                    <a:lnTo>
                      <a:pt x="12858" y="0"/>
                    </a:lnTo>
                    <a:close/>
                  </a:path>
                </a:pathLst>
              </a:custGeom>
              <a:ln w="4762">
                <a:solidFill>
                  <a:srgbClr val="000000"/>
                </a:solidFill>
              </a:ln>
            </p:spPr>
            <p:txBody>
              <a:bodyPr wrap="square" lIns="0" tIns="0" rIns="0" bIns="0" rtlCol="0"/>
              <a:lstStyle/>
              <a:p>
                <a:endParaRPr/>
              </a:p>
            </p:txBody>
          </p:sp>
          <p:sp>
            <p:nvSpPr>
              <p:cNvPr id="412" name="object 137">
                <a:extLst>
                  <a:ext uri="{FF2B5EF4-FFF2-40B4-BE49-F238E27FC236}">
                    <a16:creationId xmlns:a16="http://schemas.microsoft.com/office/drawing/2014/main" id="{E0FC070E-5A70-C513-057E-7009FE434958}"/>
                  </a:ext>
                </a:extLst>
              </p:cNvPr>
              <p:cNvSpPr/>
              <p:nvPr/>
            </p:nvSpPr>
            <p:spPr>
              <a:xfrm>
                <a:off x="2360091" y="2614893"/>
                <a:ext cx="1120140" cy="13335"/>
              </a:xfrm>
              <a:custGeom>
                <a:avLst/>
                <a:gdLst/>
                <a:ahLst/>
                <a:cxnLst/>
                <a:rect l="l" t="t" r="r" b="b"/>
                <a:pathLst>
                  <a:path w="1120139" h="13335">
                    <a:moveTo>
                      <a:pt x="1119670" y="12954"/>
                    </a:moveTo>
                    <a:lnTo>
                      <a:pt x="1106805" y="0"/>
                    </a:lnTo>
                    <a:lnTo>
                      <a:pt x="12966" y="0"/>
                    </a:lnTo>
                    <a:lnTo>
                      <a:pt x="0" y="12954"/>
                    </a:lnTo>
                    <a:lnTo>
                      <a:pt x="1119670" y="12954"/>
                    </a:lnTo>
                    <a:close/>
                  </a:path>
                </a:pathLst>
              </a:custGeom>
              <a:solidFill>
                <a:srgbClr val="000000"/>
              </a:solidFill>
            </p:spPr>
            <p:txBody>
              <a:bodyPr wrap="square" lIns="0" tIns="0" rIns="0" bIns="0" rtlCol="0"/>
              <a:lstStyle/>
              <a:p>
                <a:endParaRPr/>
              </a:p>
            </p:txBody>
          </p:sp>
          <p:sp>
            <p:nvSpPr>
              <p:cNvPr id="413" name="object 138">
                <a:extLst>
                  <a:ext uri="{FF2B5EF4-FFF2-40B4-BE49-F238E27FC236}">
                    <a16:creationId xmlns:a16="http://schemas.microsoft.com/office/drawing/2014/main" id="{E39A8D13-28B0-2728-C3E1-09A171D929BB}"/>
                  </a:ext>
                </a:extLst>
              </p:cNvPr>
              <p:cNvSpPr/>
              <p:nvPr/>
            </p:nvSpPr>
            <p:spPr>
              <a:xfrm>
                <a:off x="2360104" y="2614892"/>
                <a:ext cx="1120140" cy="13335"/>
              </a:xfrm>
              <a:custGeom>
                <a:avLst/>
                <a:gdLst/>
                <a:ahLst/>
                <a:cxnLst/>
                <a:rect l="l" t="t" r="r" b="b"/>
                <a:pathLst>
                  <a:path w="1120139" h="13335">
                    <a:moveTo>
                      <a:pt x="1119663" y="12953"/>
                    </a:moveTo>
                    <a:lnTo>
                      <a:pt x="1106805" y="0"/>
                    </a:lnTo>
                    <a:lnTo>
                      <a:pt x="12954" y="0"/>
                    </a:lnTo>
                    <a:lnTo>
                      <a:pt x="0" y="12953"/>
                    </a:lnTo>
                    <a:lnTo>
                      <a:pt x="1119663" y="12953"/>
                    </a:lnTo>
                    <a:close/>
                  </a:path>
                </a:pathLst>
              </a:custGeom>
              <a:ln w="4762">
                <a:solidFill>
                  <a:srgbClr val="000000"/>
                </a:solidFill>
              </a:ln>
            </p:spPr>
            <p:txBody>
              <a:bodyPr wrap="square" lIns="0" tIns="0" rIns="0" bIns="0" rtlCol="0"/>
              <a:lstStyle/>
              <a:p>
                <a:endParaRPr/>
              </a:p>
            </p:txBody>
          </p:sp>
          <p:sp>
            <p:nvSpPr>
              <p:cNvPr id="414" name="object 139">
                <a:extLst>
                  <a:ext uri="{FF2B5EF4-FFF2-40B4-BE49-F238E27FC236}">
                    <a16:creationId xmlns:a16="http://schemas.microsoft.com/office/drawing/2014/main" id="{3F733B9A-5AFA-1D44-1F15-AD0CF813B226}"/>
                  </a:ext>
                </a:extLst>
              </p:cNvPr>
              <p:cNvSpPr/>
              <p:nvPr/>
            </p:nvSpPr>
            <p:spPr>
              <a:xfrm>
                <a:off x="2360091" y="2147977"/>
                <a:ext cx="13335" cy="480059"/>
              </a:xfrm>
              <a:custGeom>
                <a:avLst/>
                <a:gdLst/>
                <a:ahLst/>
                <a:cxnLst/>
                <a:rect l="l" t="t" r="r" b="b"/>
                <a:pathLst>
                  <a:path w="13335" h="480060">
                    <a:moveTo>
                      <a:pt x="12966" y="0"/>
                    </a:moveTo>
                    <a:lnTo>
                      <a:pt x="0" y="0"/>
                    </a:lnTo>
                    <a:lnTo>
                      <a:pt x="0" y="479869"/>
                    </a:lnTo>
                    <a:lnTo>
                      <a:pt x="12966" y="466915"/>
                    </a:lnTo>
                    <a:lnTo>
                      <a:pt x="12966" y="0"/>
                    </a:lnTo>
                    <a:close/>
                  </a:path>
                </a:pathLst>
              </a:custGeom>
              <a:solidFill>
                <a:srgbClr val="000000"/>
              </a:solidFill>
            </p:spPr>
            <p:txBody>
              <a:bodyPr wrap="square" lIns="0" tIns="0" rIns="0" bIns="0" rtlCol="0"/>
              <a:lstStyle/>
              <a:p>
                <a:endParaRPr/>
              </a:p>
            </p:txBody>
          </p:sp>
          <p:sp>
            <p:nvSpPr>
              <p:cNvPr id="415" name="object 140">
                <a:extLst>
                  <a:ext uri="{FF2B5EF4-FFF2-40B4-BE49-F238E27FC236}">
                    <a16:creationId xmlns:a16="http://schemas.microsoft.com/office/drawing/2014/main" id="{AA0927A6-090A-B416-81C2-06F28F4BAC74}"/>
                  </a:ext>
                </a:extLst>
              </p:cNvPr>
              <p:cNvSpPr/>
              <p:nvPr/>
            </p:nvSpPr>
            <p:spPr>
              <a:xfrm>
                <a:off x="2360104" y="2147977"/>
                <a:ext cx="13335" cy="480059"/>
              </a:xfrm>
              <a:custGeom>
                <a:avLst/>
                <a:gdLst/>
                <a:ahLst/>
                <a:cxnLst/>
                <a:rect l="l" t="t" r="r" b="b"/>
                <a:pathLst>
                  <a:path w="13335" h="480060">
                    <a:moveTo>
                      <a:pt x="0" y="479868"/>
                    </a:moveTo>
                    <a:lnTo>
                      <a:pt x="12954" y="466915"/>
                    </a:lnTo>
                    <a:lnTo>
                      <a:pt x="12954" y="0"/>
                    </a:lnTo>
                    <a:lnTo>
                      <a:pt x="0" y="0"/>
                    </a:lnTo>
                    <a:lnTo>
                      <a:pt x="0" y="479868"/>
                    </a:lnTo>
                    <a:close/>
                  </a:path>
                </a:pathLst>
              </a:custGeom>
              <a:ln w="4762">
                <a:solidFill>
                  <a:srgbClr val="000000"/>
                </a:solidFill>
              </a:ln>
            </p:spPr>
            <p:txBody>
              <a:bodyPr wrap="square" lIns="0" tIns="0" rIns="0" bIns="0" rtlCol="0"/>
              <a:lstStyle/>
              <a:p>
                <a:endParaRPr/>
              </a:p>
            </p:txBody>
          </p:sp>
          <p:sp>
            <p:nvSpPr>
              <p:cNvPr id="416" name="object 141">
                <a:extLst>
                  <a:ext uri="{FF2B5EF4-FFF2-40B4-BE49-F238E27FC236}">
                    <a16:creationId xmlns:a16="http://schemas.microsoft.com/office/drawing/2014/main" id="{8F58187F-4BBA-D423-1BC2-C3878DA64C6A}"/>
                  </a:ext>
                </a:extLst>
              </p:cNvPr>
              <p:cNvSpPr/>
              <p:nvPr/>
            </p:nvSpPr>
            <p:spPr>
              <a:xfrm>
                <a:off x="2274570" y="2472398"/>
                <a:ext cx="45085" cy="88900"/>
              </a:xfrm>
              <a:custGeom>
                <a:avLst/>
                <a:gdLst/>
                <a:ahLst/>
                <a:cxnLst/>
                <a:rect l="l" t="t" r="r" b="b"/>
                <a:pathLst>
                  <a:path w="45085" h="88900">
                    <a:moveTo>
                      <a:pt x="22288" y="88296"/>
                    </a:moveTo>
                    <a:lnTo>
                      <a:pt x="0" y="0"/>
                    </a:lnTo>
                    <a:lnTo>
                      <a:pt x="44672" y="0"/>
                    </a:lnTo>
                    <a:lnTo>
                      <a:pt x="22288" y="88296"/>
                    </a:lnTo>
                    <a:close/>
                  </a:path>
                </a:pathLst>
              </a:custGeom>
              <a:solidFill>
                <a:srgbClr val="000000"/>
              </a:solidFill>
            </p:spPr>
            <p:txBody>
              <a:bodyPr wrap="square" lIns="0" tIns="0" rIns="0" bIns="0" rtlCol="0"/>
              <a:lstStyle/>
              <a:p>
                <a:endParaRPr/>
              </a:p>
            </p:txBody>
          </p:sp>
          <p:sp>
            <p:nvSpPr>
              <p:cNvPr id="417" name="object 142">
                <a:extLst>
                  <a:ext uri="{FF2B5EF4-FFF2-40B4-BE49-F238E27FC236}">
                    <a16:creationId xmlns:a16="http://schemas.microsoft.com/office/drawing/2014/main" id="{A89C5970-CFB4-4658-D32A-E0BE05B035CA}"/>
                  </a:ext>
                </a:extLst>
              </p:cNvPr>
              <p:cNvSpPr/>
              <p:nvPr/>
            </p:nvSpPr>
            <p:spPr>
              <a:xfrm>
                <a:off x="2274570" y="2472398"/>
                <a:ext cx="45085" cy="88900"/>
              </a:xfrm>
              <a:custGeom>
                <a:avLst/>
                <a:gdLst/>
                <a:ahLst/>
                <a:cxnLst/>
                <a:rect l="l" t="t" r="r" b="b"/>
                <a:pathLst>
                  <a:path w="45085" h="88900">
                    <a:moveTo>
                      <a:pt x="44672" y="0"/>
                    </a:moveTo>
                    <a:lnTo>
                      <a:pt x="22288" y="88296"/>
                    </a:lnTo>
                    <a:lnTo>
                      <a:pt x="0" y="0"/>
                    </a:lnTo>
                    <a:lnTo>
                      <a:pt x="44672" y="0"/>
                    </a:lnTo>
                    <a:close/>
                  </a:path>
                </a:pathLst>
              </a:custGeom>
              <a:ln w="4762">
                <a:solidFill>
                  <a:srgbClr val="000000"/>
                </a:solidFill>
              </a:ln>
            </p:spPr>
            <p:txBody>
              <a:bodyPr wrap="square" lIns="0" tIns="0" rIns="0" bIns="0" rtlCol="0"/>
              <a:lstStyle/>
              <a:p>
                <a:endParaRPr/>
              </a:p>
            </p:txBody>
          </p:sp>
          <p:sp>
            <p:nvSpPr>
              <p:cNvPr id="418" name="object 143">
                <a:extLst>
                  <a:ext uri="{FF2B5EF4-FFF2-40B4-BE49-F238E27FC236}">
                    <a16:creationId xmlns:a16="http://schemas.microsoft.com/office/drawing/2014/main" id="{F59C4E11-7E57-AAF2-FFB3-7D7859A16514}"/>
                  </a:ext>
                </a:extLst>
              </p:cNvPr>
              <p:cNvSpPr/>
              <p:nvPr/>
            </p:nvSpPr>
            <p:spPr>
              <a:xfrm>
                <a:off x="2293518" y="2302282"/>
                <a:ext cx="6985" cy="170180"/>
              </a:xfrm>
              <a:custGeom>
                <a:avLst/>
                <a:gdLst/>
                <a:ahLst/>
                <a:cxnLst/>
                <a:rect l="l" t="t" r="r" b="b"/>
                <a:pathLst>
                  <a:path w="6985" h="170180">
                    <a:moveTo>
                      <a:pt x="6756" y="0"/>
                    </a:moveTo>
                    <a:lnTo>
                      <a:pt x="0" y="0"/>
                    </a:lnTo>
                    <a:lnTo>
                      <a:pt x="0" y="170116"/>
                    </a:lnTo>
                    <a:lnTo>
                      <a:pt x="6756" y="170116"/>
                    </a:lnTo>
                    <a:lnTo>
                      <a:pt x="6756" y="0"/>
                    </a:lnTo>
                    <a:close/>
                  </a:path>
                </a:pathLst>
              </a:custGeom>
              <a:solidFill>
                <a:srgbClr val="000000"/>
              </a:solidFill>
            </p:spPr>
            <p:txBody>
              <a:bodyPr wrap="square" lIns="0" tIns="0" rIns="0" bIns="0" rtlCol="0"/>
              <a:lstStyle/>
              <a:p>
                <a:endParaRPr/>
              </a:p>
            </p:txBody>
          </p:sp>
        </p:grpSp>
        <p:sp>
          <p:nvSpPr>
            <p:cNvPr id="419" name="object 144">
              <a:extLst>
                <a:ext uri="{FF2B5EF4-FFF2-40B4-BE49-F238E27FC236}">
                  <a16:creationId xmlns:a16="http://schemas.microsoft.com/office/drawing/2014/main" id="{60DCF2A0-9E9A-5EE6-33A7-AD341D092B30}"/>
                </a:ext>
              </a:extLst>
            </p:cNvPr>
            <p:cNvSpPr txBox="1"/>
            <p:nvPr/>
          </p:nvSpPr>
          <p:spPr>
            <a:xfrm>
              <a:off x="6369661" y="4716603"/>
              <a:ext cx="224790" cy="220979"/>
            </a:xfrm>
            <a:prstGeom prst="rect">
              <a:avLst/>
            </a:prstGeom>
          </p:spPr>
          <p:txBody>
            <a:bodyPr vert="horz" wrap="square" lIns="0" tIns="16510" rIns="0" bIns="0" rtlCol="0">
              <a:spAutoFit/>
            </a:bodyPr>
            <a:lstStyle/>
            <a:p>
              <a:pPr marL="12700">
                <a:lnSpc>
                  <a:spcPct val="100000"/>
                </a:lnSpc>
                <a:spcBef>
                  <a:spcPts val="130"/>
                </a:spcBef>
              </a:pPr>
              <a:r>
                <a:rPr sz="1250" spc="-25" dirty="0">
                  <a:latin typeface="Microsoft Sans Serif"/>
                  <a:cs typeface="Microsoft Sans Serif"/>
                </a:rPr>
                <a:t>P1</a:t>
              </a:r>
              <a:endParaRPr sz="1250">
                <a:latin typeface="Microsoft Sans Serif"/>
                <a:cs typeface="Microsoft Sans Serif"/>
              </a:endParaRPr>
            </a:p>
          </p:txBody>
        </p:sp>
        <p:grpSp>
          <p:nvGrpSpPr>
            <p:cNvPr id="420" name="object 145">
              <a:extLst>
                <a:ext uri="{FF2B5EF4-FFF2-40B4-BE49-F238E27FC236}">
                  <a16:creationId xmlns:a16="http://schemas.microsoft.com/office/drawing/2014/main" id="{3BC08B7D-F701-209B-71D8-2DD781905AD3}"/>
                </a:ext>
              </a:extLst>
            </p:cNvPr>
            <p:cNvGrpSpPr/>
            <p:nvPr/>
          </p:nvGrpSpPr>
          <p:grpSpPr>
            <a:xfrm>
              <a:off x="6222904" y="4792730"/>
              <a:ext cx="1282700" cy="263525"/>
              <a:chOff x="2290984" y="2299741"/>
              <a:chExt cx="1282700" cy="263525"/>
            </a:xfrm>
          </p:grpSpPr>
          <p:sp>
            <p:nvSpPr>
              <p:cNvPr id="421" name="object 146">
                <a:extLst>
                  <a:ext uri="{FF2B5EF4-FFF2-40B4-BE49-F238E27FC236}">
                    <a16:creationId xmlns:a16="http://schemas.microsoft.com/office/drawing/2014/main" id="{DD0BD5C0-47A2-4748-81E4-1A502FD29BB5}"/>
                  </a:ext>
                </a:extLst>
              </p:cNvPr>
              <p:cNvSpPr/>
              <p:nvPr/>
            </p:nvSpPr>
            <p:spPr>
              <a:xfrm>
                <a:off x="2293524" y="2302281"/>
                <a:ext cx="6985" cy="170180"/>
              </a:xfrm>
              <a:custGeom>
                <a:avLst/>
                <a:gdLst/>
                <a:ahLst/>
                <a:cxnLst/>
                <a:rect l="l" t="t" r="r" b="b"/>
                <a:pathLst>
                  <a:path w="6985" h="170180">
                    <a:moveTo>
                      <a:pt x="0" y="170116"/>
                    </a:moveTo>
                    <a:lnTo>
                      <a:pt x="6762" y="170116"/>
                    </a:lnTo>
                    <a:lnTo>
                      <a:pt x="6762" y="0"/>
                    </a:lnTo>
                    <a:lnTo>
                      <a:pt x="0" y="0"/>
                    </a:lnTo>
                    <a:lnTo>
                      <a:pt x="0" y="170116"/>
                    </a:lnTo>
                    <a:close/>
                  </a:path>
                </a:pathLst>
              </a:custGeom>
              <a:ln w="4762">
                <a:solidFill>
                  <a:srgbClr val="000000"/>
                </a:solidFill>
              </a:ln>
            </p:spPr>
            <p:txBody>
              <a:bodyPr wrap="square" lIns="0" tIns="0" rIns="0" bIns="0" rtlCol="0"/>
              <a:lstStyle/>
              <a:p>
                <a:endParaRPr/>
              </a:p>
            </p:txBody>
          </p:sp>
          <p:sp>
            <p:nvSpPr>
              <p:cNvPr id="422" name="object 147">
                <a:extLst>
                  <a:ext uri="{FF2B5EF4-FFF2-40B4-BE49-F238E27FC236}">
                    <a16:creationId xmlns:a16="http://schemas.microsoft.com/office/drawing/2014/main" id="{E6DBFBF5-4FD6-79C7-5BE8-B0367CBE613C}"/>
                  </a:ext>
                </a:extLst>
              </p:cNvPr>
              <p:cNvSpPr/>
              <p:nvPr/>
            </p:nvSpPr>
            <p:spPr>
              <a:xfrm>
                <a:off x="3525964" y="2472398"/>
                <a:ext cx="45085" cy="88900"/>
              </a:xfrm>
              <a:custGeom>
                <a:avLst/>
                <a:gdLst/>
                <a:ahLst/>
                <a:cxnLst/>
                <a:rect l="l" t="t" r="r" b="b"/>
                <a:pathLst>
                  <a:path w="45085" h="88900">
                    <a:moveTo>
                      <a:pt x="22383" y="88296"/>
                    </a:moveTo>
                    <a:lnTo>
                      <a:pt x="0" y="0"/>
                    </a:lnTo>
                    <a:lnTo>
                      <a:pt x="44767" y="0"/>
                    </a:lnTo>
                    <a:lnTo>
                      <a:pt x="22383" y="88296"/>
                    </a:lnTo>
                    <a:close/>
                  </a:path>
                </a:pathLst>
              </a:custGeom>
              <a:solidFill>
                <a:srgbClr val="000000"/>
              </a:solidFill>
            </p:spPr>
            <p:txBody>
              <a:bodyPr wrap="square" lIns="0" tIns="0" rIns="0" bIns="0" rtlCol="0"/>
              <a:lstStyle/>
              <a:p>
                <a:endParaRPr/>
              </a:p>
            </p:txBody>
          </p:sp>
          <p:sp>
            <p:nvSpPr>
              <p:cNvPr id="423" name="object 148">
                <a:extLst>
                  <a:ext uri="{FF2B5EF4-FFF2-40B4-BE49-F238E27FC236}">
                    <a16:creationId xmlns:a16="http://schemas.microsoft.com/office/drawing/2014/main" id="{FE628482-EF66-A23A-645F-83FD09C106F9}"/>
                  </a:ext>
                </a:extLst>
              </p:cNvPr>
              <p:cNvSpPr/>
              <p:nvPr/>
            </p:nvSpPr>
            <p:spPr>
              <a:xfrm>
                <a:off x="3525964" y="2472398"/>
                <a:ext cx="45085" cy="88900"/>
              </a:xfrm>
              <a:custGeom>
                <a:avLst/>
                <a:gdLst/>
                <a:ahLst/>
                <a:cxnLst/>
                <a:rect l="l" t="t" r="r" b="b"/>
                <a:pathLst>
                  <a:path w="45085" h="88900">
                    <a:moveTo>
                      <a:pt x="44767" y="0"/>
                    </a:moveTo>
                    <a:lnTo>
                      <a:pt x="22383" y="88296"/>
                    </a:lnTo>
                    <a:lnTo>
                      <a:pt x="0" y="0"/>
                    </a:lnTo>
                    <a:lnTo>
                      <a:pt x="44767" y="0"/>
                    </a:lnTo>
                    <a:close/>
                  </a:path>
                </a:pathLst>
              </a:custGeom>
              <a:ln w="4762">
                <a:solidFill>
                  <a:srgbClr val="000000"/>
                </a:solidFill>
              </a:ln>
            </p:spPr>
            <p:txBody>
              <a:bodyPr wrap="square" lIns="0" tIns="0" rIns="0" bIns="0" rtlCol="0"/>
              <a:lstStyle/>
              <a:p>
                <a:endParaRPr/>
              </a:p>
            </p:txBody>
          </p:sp>
          <p:sp>
            <p:nvSpPr>
              <p:cNvPr id="424" name="object 149">
                <a:extLst>
                  <a:ext uri="{FF2B5EF4-FFF2-40B4-BE49-F238E27FC236}">
                    <a16:creationId xmlns:a16="http://schemas.microsoft.com/office/drawing/2014/main" id="{F82D667C-A132-3ACB-CA10-6A5811261ADE}"/>
                  </a:ext>
                </a:extLst>
              </p:cNvPr>
              <p:cNvSpPr/>
              <p:nvPr/>
            </p:nvSpPr>
            <p:spPr>
              <a:xfrm>
                <a:off x="3544913" y="2302282"/>
                <a:ext cx="6985" cy="170180"/>
              </a:xfrm>
              <a:custGeom>
                <a:avLst/>
                <a:gdLst/>
                <a:ahLst/>
                <a:cxnLst/>
                <a:rect l="l" t="t" r="r" b="b"/>
                <a:pathLst>
                  <a:path w="6985" h="170180">
                    <a:moveTo>
                      <a:pt x="6858" y="0"/>
                    </a:moveTo>
                    <a:lnTo>
                      <a:pt x="0" y="0"/>
                    </a:lnTo>
                    <a:lnTo>
                      <a:pt x="0" y="170116"/>
                    </a:lnTo>
                    <a:lnTo>
                      <a:pt x="6858" y="170116"/>
                    </a:lnTo>
                    <a:lnTo>
                      <a:pt x="6858" y="0"/>
                    </a:lnTo>
                    <a:close/>
                  </a:path>
                </a:pathLst>
              </a:custGeom>
              <a:solidFill>
                <a:srgbClr val="000000"/>
              </a:solidFill>
            </p:spPr>
            <p:txBody>
              <a:bodyPr wrap="square" lIns="0" tIns="0" rIns="0" bIns="0" rtlCol="0"/>
              <a:lstStyle/>
              <a:p>
                <a:endParaRPr/>
              </a:p>
            </p:txBody>
          </p:sp>
        </p:grpSp>
        <p:sp>
          <p:nvSpPr>
            <p:cNvPr id="425" name="object 150">
              <a:extLst>
                <a:ext uri="{FF2B5EF4-FFF2-40B4-BE49-F238E27FC236}">
                  <a16:creationId xmlns:a16="http://schemas.microsoft.com/office/drawing/2014/main" id="{168F506E-E337-9DAF-87CA-9B6A3F775189}"/>
                </a:ext>
              </a:extLst>
            </p:cNvPr>
            <p:cNvSpPr txBox="1"/>
            <p:nvPr/>
          </p:nvSpPr>
          <p:spPr>
            <a:xfrm>
              <a:off x="7610197" y="4716603"/>
              <a:ext cx="224790" cy="220979"/>
            </a:xfrm>
            <a:prstGeom prst="rect">
              <a:avLst/>
            </a:prstGeom>
          </p:spPr>
          <p:txBody>
            <a:bodyPr vert="horz" wrap="square" lIns="0" tIns="16510" rIns="0" bIns="0" rtlCol="0">
              <a:spAutoFit/>
            </a:bodyPr>
            <a:lstStyle/>
            <a:p>
              <a:pPr marL="12700">
                <a:lnSpc>
                  <a:spcPct val="100000"/>
                </a:lnSpc>
                <a:spcBef>
                  <a:spcPts val="130"/>
                </a:spcBef>
              </a:pPr>
              <a:r>
                <a:rPr sz="1250" spc="-25" dirty="0">
                  <a:latin typeface="Microsoft Sans Serif"/>
                  <a:cs typeface="Microsoft Sans Serif"/>
                </a:rPr>
                <a:t>P2</a:t>
              </a:r>
              <a:endParaRPr sz="1250">
                <a:latin typeface="Microsoft Sans Serif"/>
                <a:cs typeface="Microsoft Sans Serif"/>
              </a:endParaRPr>
            </a:p>
          </p:txBody>
        </p:sp>
        <p:grpSp>
          <p:nvGrpSpPr>
            <p:cNvPr id="426" name="object 151">
              <a:extLst>
                <a:ext uri="{FF2B5EF4-FFF2-40B4-BE49-F238E27FC236}">
                  <a16:creationId xmlns:a16="http://schemas.microsoft.com/office/drawing/2014/main" id="{2D2E3DDD-9BD8-2D50-C54F-5EFD06A46AAD}"/>
                </a:ext>
              </a:extLst>
            </p:cNvPr>
            <p:cNvGrpSpPr/>
            <p:nvPr/>
          </p:nvGrpSpPr>
          <p:grpSpPr>
            <a:xfrm>
              <a:off x="5790184" y="4792730"/>
              <a:ext cx="2124075" cy="563245"/>
              <a:chOff x="1858264" y="2299741"/>
              <a:chExt cx="2124075" cy="563245"/>
            </a:xfrm>
          </p:grpSpPr>
          <p:sp>
            <p:nvSpPr>
              <p:cNvPr id="427" name="object 152">
                <a:extLst>
                  <a:ext uri="{FF2B5EF4-FFF2-40B4-BE49-F238E27FC236}">
                    <a16:creationId xmlns:a16="http://schemas.microsoft.com/office/drawing/2014/main" id="{009F2359-BDDB-004A-E2FE-CF6D53C0A718}"/>
                  </a:ext>
                </a:extLst>
              </p:cNvPr>
              <p:cNvSpPr/>
              <p:nvPr/>
            </p:nvSpPr>
            <p:spPr>
              <a:xfrm>
                <a:off x="3544919" y="2302281"/>
                <a:ext cx="6985" cy="170180"/>
              </a:xfrm>
              <a:custGeom>
                <a:avLst/>
                <a:gdLst/>
                <a:ahLst/>
                <a:cxnLst/>
                <a:rect l="l" t="t" r="r" b="b"/>
                <a:pathLst>
                  <a:path w="6985" h="170180">
                    <a:moveTo>
                      <a:pt x="0" y="170116"/>
                    </a:moveTo>
                    <a:lnTo>
                      <a:pt x="6858" y="170116"/>
                    </a:lnTo>
                    <a:lnTo>
                      <a:pt x="6858" y="0"/>
                    </a:lnTo>
                    <a:lnTo>
                      <a:pt x="0" y="0"/>
                    </a:lnTo>
                    <a:lnTo>
                      <a:pt x="0" y="170116"/>
                    </a:lnTo>
                    <a:close/>
                  </a:path>
                </a:pathLst>
              </a:custGeom>
              <a:ln w="4762">
                <a:solidFill>
                  <a:srgbClr val="000000"/>
                </a:solidFill>
              </a:ln>
            </p:spPr>
            <p:txBody>
              <a:bodyPr wrap="square" lIns="0" tIns="0" rIns="0" bIns="0" rtlCol="0"/>
              <a:lstStyle/>
              <a:p>
                <a:endParaRPr/>
              </a:p>
            </p:txBody>
          </p:sp>
          <p:sp>
            <p:nvSpPr>
              <p:cNvPr id="428" name="object 153">
                <a:extLst>
                  <a:ext uri="{FF2B5EF4-FFF2-40B4-BE49-F238E27FC236}">
                    <a16:creationId xmlns:a16="http://schemas.microsoft.com/office/drawing/2014/main" id="{1D193EE3-2295-816F-8AAA-63334AD9465A}"/>
                  </a:ext>
                </a:extLst>
              </p:cNvPr>
              <p:cNvSpPr/>
              <p:nvPr/>
            </p:nvSpPr>
            <p:spPr>
              <a:xfrm>
                <a:off x="2075967" y="2771014"/>
                <a:ext cx="19685" cy="19685"/>
              </a:xfrm>
              <a:custGeom>
                <a:avLst/>
                <a:gdLst/>
                <a:ahLst/>
                <a:cxnLst/>
                <a:rect l="l" t="t" r="r" b="b"/>
                <a:pathLst>
                  <a:path w="19685" h="19685">
                    <a:moveTo>
                      <a:pt x="10769" y="19138"/>
                    </a:moveTo>
                    <a:lnTo>
                      <a:pt x="7531" y="18948"/>
                    </a:lnTo>
                    <a:lnTo>
                      <a:pt x="8280" y="19138"/>
                    </a:lnTo>
                    <a:lnTo>
                      <a:pt x="10096" y="19240"/>
                    </a:lnTo>
                    <a:lnTo>
                      <a:pt x="10769" y="19138"/>
                    </a:lnTo>
                    <a:close/>
                  </a:path>
                  <a:path w="19685" h="19685">
                    <a:moveTo>
                      <a:pt x="15240" y="17424"/>
                    </a:moveTo>
                    <a:lnTo>
                      <a:pt x="4089" y="17424"/>
                    </a:lnTo>
                    <a:lnTo>
                      <a:pt x="4864" y="17995"/>
                    </a:lnTo>
                    <a:lnTo>
                      <a:pt x="5715" y="18376"/>
                    </a:lnTo>
                    <a:lnTo>
                      <a:pt x="6477" y="18757"/>
                    </a:lnTo>
                    <a:lnTo>
                      <a:pt x="12661" y="18757"/>
                    </a:lnTo>
                    <a:lnTo>
                      <a:pt x="13716" y="18376"/>
                    </a:lnTo>
                    <a:lnTo>
                      <a:pt x="14287" y="17995"/>
                    </a:lnTo>
                    <a:lnTo>
                      <a:pt x="15240" y="17424"/>
                    </a:lnTo>
                    <a:close/>
                  </a:path>
                  <a:path w="19685" h="19685">
                    <a:moveTo>
                      <a:pt x="15811" y="2286"/>
                    </a:moveTo>
                    <a:lnTo>
                      <a:pt x="15240" y="1714"/>
                    </a:lnTo>
                    <a:lnTo>
                      <a:pt x="14287" y="1231"/>
                    </a:lnTo>
                    <a:lnTo>
                      <a:pt x="13716" y="850"/>
                    </a:lnTo>
                    <a:lnTo>
                      <a:pt x="12661" y="469"/>
                    </a:lnTo>
                    <a:lnTo>
                      <a:pt x="11912" y="190"/>
                    </a:lnTo>
                    <a:lnTo>
                      <a:pt x="10769" y="0"/>
                    </a:lnTo>
                    <a:lnTo>
                      <a:pt x="8280" y="0"/>
                    </a:lnTo>
                    <a:lnTo>
                      <a:pt x="7531" y="190"/>
                    </a:lnTo>
                    <a:lnTo>
                      <a:pt x="6477" y="469"/>
                    </a:lnTo>
                    <a:lnTo>
                      <a:pt x="5715" y="850"/>
                    </a:lnTo>
                    <a:lnTo>
                      <a:pt x="4864" y="1231"/>
                    </a:lnTo>
                    <a:lnTo>
                      <a:pt x="4089" y="1714"/>
                    </a:lnTo>
                    <a:lnTo>
                      <a:pt x="3340" y="2286"/>
                    </a:lnTo>
                    <a:lnTo>
                      <a:pt x="15811" y="2286"/>
                    </a:lnTo>
                    <a:close/>
                  </a:path>
                  <a:path w="19685" h="19685">
                    <a:moveTo>
                      <a:pt x="19240" y="9613"/>
                    </a:moveTo>
                    <a:lnTo>
                      <a:pt x="19151" y="8763"/>
                    </a:lnTo>
                    <a:lnTo>
                      <a:pt x="19151" y="7810"/>
                    </a:lnTo>
                    <a:lnTo>
                      <a:pt x="18859" y="6946"/>
                    </a:lnTo>
                    <a:lnTo>
                      <a:pt x="16573" y="2946"/>
                    </a:lnTo>
                    <a:lnTo>
                      <a:pt x="2667" y="2946"/>
                    </a:lnTo>
                    <a:lnTo>
                      <a:pt x="0" y="8763"/>
                    </a:lnTo>
                    <a:lnTo>
                      <a:pt x="0" y="9613"/>
                    </a:lnTo>
                    <a:lnTo>
                      <a:pt x="0" y="10566"/>
                    </a:lnTo>
                    <a:lnTo>
                      <a:pt x="1524" y="14757"/>
                    </a:lnTo>
                    <a:lnTo>
                      <a:pt x="1993" y="15519"/>
                    </a:lnTo>
                    <a:lnTo>
                      <a:pt x="2667" y="16281"/>
                    </a:lnTo>
                    <a:lnTo>
                      <a:pt x="3340" y="16852"/>
                    </a:lnTo>
                    <a:lnTo>
                      <a:pt x="15811" y="16852"/>
                    </a:lnTo>
                    <a:lnTo>
                      <a:pt x="16573" y="16281"/>
                    </a:lnTo>
                    <a:lnTo>
                      <a:pt x="17145" y="15519"/>
                    </a:lnTo>
                    <a:lnTo>
                      <a:pt x="17716" y="14757"/>
                    </a:lnTo>
                    <a:lnTo>
                      <a:pt x="18199" y="13995"/>
                    </a:lnTo>
                    <a:lnTo>
                      <a:pt x="18580" y="13144"/>
                    </a:lnTo>
                    <a:lnTo>
                      <a:pt x="18859" y="12280"/>
                    </a:lnTo>
                    <a:lnTo>
                      <a:pt x="19151" y="11430"/>
                    </a:lnTo>
                    <a:lnTo>
                      <a:pt x="19151" y="10566"/>
                    </a:lnTo>
                    <a:lnTo>
                      <a:pt x="19240" y="9613"/>
                    </a:lnTo>
                    <a:close/>
                  </a:path>
                </a:pathLst>
              </a:custGeom>
              <a:solidFill>
                <a:srgbClr val="000000"/>
              </a:solidFill>
            </p:spPr>
            <p:txBody>
              <a:bodyPr wrap="square" lIns="0" tIns="0" rIns="0" bIns="0" rtlCol="0"/>
              <a:lstStyle/>
              <a:p>
                <a:endParaRPr/>
              </a:p>
            </p:txBody>
          </p:sp>
          <p:sp>
            <p:nvSpPr>
              <p:cNvPr id="429" name="object 154">
                <a:extLst>
                  <a:ext uri="{FF2B5EF4-FFF2-40B4-BE49-F238E27FC236}">
                    <a16:creationId xmlns:a16="http://schemas.microsoft.com/office/drawing/2014/main" id="{6572A826-667B-EB1B-D53A-8CD671E38B48}"/>
                  </a:ext>
                </a:extLst>
              </p:cNvPr>
              <p:cNvSpPr/>
              <p:nvPr/>
            </p:nvSpPr>
            <p:spPr>
              <a:xfrm>
                <a:off x="2075973" y="2771007"/>
                <a:ext cx="19685" cy="19685"/>
              </a:xfrm>
              <a:custGeom>
                <a:avLst/>
                <a:gdLst/>
                <a:ahLst/>
                <a:cxnLst/>
                <a:rect l="l" t="t" r="r" b="b"/>
                <a:pathLst>
                  <a:path w="19685" h="19685">
                    <a:moveTo>
                      <a:pt x="19240" y="9620"/>
                    </a:moveTo>
                    <a:lnTo>
                      <a:pt x="10096" y="0"/>
                    </a:lnTo>
                    <a:lnTo>
                      <a:pt x="8286" y="0"/>
                    </a:lnTo>
                    <a:lnTo>
                      <a:pt x="0" y="8762"/>
                    </a:lnTo>
                    <a:lnTo>
                      <a:pt x="0" y="10572"/>
                    </a:lnTo>
                    <a:lnTo>
                      <a:pt x="10096" y="19240"/>
                    </a:lnTo>
                    <a:lnTo>
                      <a:pt x="11906" y="18954"/>
                    </a:lnTo>
                    <a:lnTo>
                      <a:pt x="19240" y="9620"/>
                    </a:lnTo>
                    <a:close/>
                  </a:path>
                  <a:path w="19685" h="19685">
                    <a:moveTo>
                      <a:pt x="19240" y="9620"/>
                    </a:moveTo>
                    <a:lnTo>
                      <a:pt x="9715" y="0"/>
                    </a:lnTo>
                    <a:lnTo>
                      <a:pt x="8191" y="95"/>
                    </a:lnTo>
                    <a:lnTo>
                      <a:pt x="95" y="9620"/>
                    </a:lnTo>
                    <a:lnTo>
                      <a:pt x="190" y="11048"/>
                    </a:lnTo>
                    <a:lnTo>
                      <a:pt x="9715" y="19145"/>
                    </a:lnTo>
                    <a:lnTo>
                      <a:pt x="11239" y="19049"/>
                    </a:lnTo>
                    <a:lnTo>
                      <a:pt x="19240" y="9620"/>
                    </a:lnTo>
                    <a:close/>
                  </a:path>
                </a:pathLst>
              </a:custGeom>
              <a:ln w="4762">
                <a:solidFill>
                  <a:srgbClr val="000000"/>
                </a:solidFill>
              </a:ln>
            </p:spPr>
            <p:txBody>
              <a:bodyPr wrap="square" lIns="0" tIns="0" rIns="0" bIns="0" rtlCol="0"/>
              <a:lstStyle/>
              <a:p>
                <a:endParaRPr/>
              </a:p>
            </p:txBody>
          </p:sp>
          <p:sp>
            <p:nvSpPr>
              <p:cNvPr id="430" name="object 155">
                <a:extLst>
                  <a:ext uri="{FF2B5EF4-FFF2-40B4-BE49-F238E27FC236}">
                    <a16:creationId xmlns:a16="http://schemas.microsoft.com/office/drawing/2014/main" id="{497D01EB-BC6A-2A75-19BA-A2F40FF1CC64}"/>
                  </a:ext>
                </a:extLst>
              </p:cNvPr>
              <p:cNvSpPr/>
              <p:nvPr/>
            </p:nvSpPr>
            <p:spPr>
              <a:xfrm>
                <a:off x="1878609" y="2763292"/>
                <a:ext cx="128905" cy="6985"/>
              </a:xfrm>
              <a:custGeom>
                <a:avLst/>
                <a:gdLst/>
                <a:ahLst/>
                <a:cxnLst/>
                <a:rect l="l" t="t" r="r" b="b"/>
                <a:pathLst>
                  <a:path w="128905" h="6985">
                    <a:moveTo>
                      <a:pt x="128778" y="0"/>
                    </a:moveTo>
                    <a:lnTo>
                      <a:pt x="0" y="0"/>
                    </a:lnTo>
                    <a:lnTo>
                      <a:pt x="0" y="6477"/>
                    </a:lnTo>
                    <a:lnTo>
                      <a:pt x="128778" y="6477"/>
                    </a:lnTo>
                    <a:lnTo>
                      <a:pt x="128778" y="0"/>
                    </a:lnTo>
                    <a:close/>
                  </a:path>
                </a:pathLst>
              </a:custGeom>
              <a:solidFill>
                <a:srgbClr val="000000"/>
              </a:solidFill>
            </p:spPr>
            <p:txBody>
              <a:bodyPr wrap="square" lIns="0" tIns="0" rIns="0" bIns="0" rtlCol="0"/>
              <a:lstStyle/>
              <a:p>
                <a:endParaRPr/>
              </a:p>
            </p:txBody>
          </p:sp>
          <p:sp>
            <p:nvSpPr>
              <p:cNvPr id="431" name="object 156">
                <a:extLst>
                  <a:ext uri="{FF2B5EF4-FFF2-40B4-BE49-F238E27FC236}">
                    <a16:creationId xmlns:a16="http://schemas.microsoft.com/office/drawing/2014/main" id="{B95BE544-4336-295E-DA01-AC3E248E9C0D}"/>
                  </a:ext>
                </a:extLst>
              </p:cNvPr>
              <p:cNvSpPr/>
              <p:nvPr/>
            </p:nvSpPr>
            <p:spPr>
              <a:xfrm>
                <a:off x="1878615" y="2763292"/>
                <a:ext cx="128905" cy="6985"/>
              </a:xfrm>
              <a:custGeom>
                <a:avLst/>
                <a:gdLst/>
                <a:ahLst/>
                <a:cxnLst/>
                <a:rect l="l" t="t" r="r" b="b"/>
                <a:pathLst>
                  <a:path w="128905" h="6985">
                    <a:moveTo>
                      <a:pt x="128777" y="6476"/>
                    </a:moveTo>
                    <a:lnTo>
                      <a:pt x="128777" y="0"/>
                    </a:lnTo>
                    <a:lnTo>
                      <a:pt x="0" y="0"/>
                    </a:lnTo>
                    <a:lnTo>
                      <a:pt x="0" y="6476"/>
                    </a:lnTo>
                    <a:lnTo>
                      <a:pt x="128777" y="6476"/>
                    </a:lnTo>
                    <a:close/>
                  </a:path>
                </a:pathLst>
              </a:custGeom>
              <a:ln w="4762">
                <a:solidFill>
                  <a:srgbClr val="000000"/>
                </a:solidFill>
              </a:ln>
            </p:spPr>
            <p:txBody>
              <a:bodyPr wrap="square" lIns="0" tIns="0" rIns="0" bIns="0" rtlCol="0"/>
              <a:lstStyle/>
              <a:p>
                <a:endParaRPr/>
              </a:p>
            </p:txBody>
          </p:sp>
          <p:sp>
            <p:nvSpPr>
              <p:cNvPr id="432" name="object 157">
                <a:extLst>
                  <a:ext uri="{FF2B5EF4-FFF2-40B4-BE49-F238E27FC236}">
                    <a16:creationId xmlns:a16="http://schemas.microsoft.com/office/drawing/2014/main" id="{761ACDE4-E7DA-F471-E632-CC96E40F3808}"/>
                  </a:ext>
                </a:extLst>
              </p:cNvPr>
              <p:cNvSpPr/>
              <p:nvPr/>
            </p:nvSpPr>
            <p:spPr>
              <a:xfrm>
                <a:off x="1871751" y="2763292"/>
                <a:ext cx="6985" cy="7620"/>
              </a:xfrm>
              <a:custGeom>
                <a:avLst/>
                <a:gdLst/>
                <a:ahLst/>
                <a:cxnLst/>
                <a:rect l="l" t="t" r="r" b="b"/>
                <a:pathLst>
                  <a:path w="6985" h="7619">
                    <a:moveTo>
                      <a:pt x="6858" y="0"/>
                    </a:moveTo>
                    <a:lnTo>
                      <a:pt x="0" y="1333"/>
                    </a:lnTo>
                    <a:lnTo>
                      <a:pt x="2476" y="7340"/>
                    </a:lnTo>
                    <a:lnTo>
                      <a:pt x="6858" y="6477"/>
                    </a:lnTo>
                    <a:lnTo>
                      <a:pt x="6858" y="0"/>
                    </a:lnTo>
                    <a:close/>
                  </a:path>
                </a:pathLst>
              </a:custGeom>
              <a:solidFill>
                <a:srgbClr val="000000"/>
              </a:solidFill>
            </p:spPr>
            <p:txBody>
              <a:bodyPr wrap="square" lIns="0" tIns="0" rIns="0" bIns="0" rtlCol="0"/>
              <a:lstStyle/>
              <a:p>
                <a:endParaRPr/>
              </a:p>
            </p:txBody>
          </p:sp>
          <p:sp>
            <p:nvSpPr>
              <p:cNvPr id="433" name="object 158">
                <a:extLst>
                  <a:ext uri="{FF2B5EF4-FFF2-40B4-BE49-F238E27FC236}">
                    <a16:creationId xmlns:a16="http://schemas.microsoft.com/office/drawing/2014/main" id="{068740A1-13A1-1EA2-C814-B070ED875247}"/>
                  </a:ext>
                </a:extLst>
              </p:cNvPr>
              <p:cNvSpPr/>
              <p:nvPr/>
            </p:nvSpPr>
            <p:spPr>
              <a:xfrm>
                <a:off x="1871757" y="2763292"/>
                <a:ext cx="6985" cy="7620"/>
              </a:xfrm>
              <a:custGeom>
                <a:avLst/>
                <a:gdLst/>
                <a:ahLst/>
                <a:cxnLst/>
                <a:rect l="l" t="t" r="r" b="b"/>
                <a:pathLst>
                  <a:path w="6985" h="7619">
                    <a:moveTo>
                      <a:pt x="6858" y="0"/>
                    </a:moveTo>
                    <a:lnTo>
                      <a:pt x="6858" y="6476"/>
                    </a:lnTo>
                    <a:lnTo>
                      <a:pt x="2476" y="7334"/>
                    </a:lnTo>
                    <a:lnTo>
                      <a:pt x="0" y="1333"/>
                    </a:lnTo>
                    <a:lnTo>
                      <a:pt x="6858" y="0"/>
                    </a:lnTo>
                    <a:close/>
                  </a:path>
                </a:pathLst>
              </a:custGeom>
              <a:ln w="4762">
                <a:solidFill>
                  <a:srgbClr val="000000"/>
                </a:solidFill>
              </a:ln>
            </p:spPr>
            <p:txBody>
              <a:bodyPr wrap="square" lIns="0" tIns="0" rIns="0" bIns="0" rtlCol="0"/>
              <a:lstStyle/>
              <a:p>
                <a:endParaRPr/>
              </a:p>
            </p:txBody>
          </p:sp>
          <p:sp>
            <p:nvSpPr>
              <p:cNvPr id="434" name="object 159">
                <a:extLst>
                  <a:ext uri="{FF2B5EF4-FFF2-40B4-BE49-F238E27FC236}">
                    <a16:creationId xmlns:a16="http://schemas.microsoft.com/office/drawing/2014/main" id="{F89C20E5-4E54-488B-169A-6DCD4D4EE99B}"/>
                  </a:ext>
                </a:extLst>
              </p:cNvPr>
              <p:cNvSpPr/>
              <p:nvPr/>
            </p:nvSpPr>
            <p:spPr>
              <a:xfrm>
                <a:off x="1865947" y="2764626"/>
                <a:ext cx="8890" cy="8890"/>
              </a:xfrm>
              <a:custGeom>
                <a:avLst/>
                <a:gdLst/>
                <a:ahLst/>
                <a:cxnLst/>
                <a:rect l="l" t="t" r="r" b="b"/>
                <a:pathLst>
                  <a:path w="8889" h="8889">
                    <a:moveTo>
                      <a:pt x="8280" y="6007"/>
                    </a:moveTo>
                    <a:lnTo>
                      <a:pt x="5803" y="0"/>
                    </a:lnTo>
                    <a:lnTo>
                      <a:pt x="0" y="3911"/>
                    </a:lnTo>
                    <a:lnTo>
                      <a:pt x="4559" y="8483"/>
                    </a:lnTo>
                    <a:lnTo>
                      <a:pt x="8280" y="6007"/>
                    </a:lnTo>
                    <a:close/>
                  </a:path>
                </a:pathLst>
              </a:custGeom>
              <a:solidFill>
                <a:srgbClr val="000000"/>
              </a:solidFill>
            </p:spPr>
            <p:txBody>
              <a:bodyPr wrap="square" lIns="0" tIns="0" rIns="0" bIns="0" rtlCol="0"/>
              <a:lstStyle/>
              <a:p>
                <a:endParaRPr/>
              </a:p>
            </p:txBody>
          </p:sp>
          <p:sp>
            <p:nvSpPr>
              <p:cNvPr id="435" name="object 160">
                <a:extLst>
                  <a:ext uri="{FF2B5EF4-FFF2-40B4-BE49-F238E27FC236}">
                    <a16:creationId xmlns:a16="http://schemas.microsoft.com/office/drawing/2014/main" id="{4A53A4C5-E90B-782A-FD9A-C112AD0D406E}"/>
                  </a:ext>
                </a:extLst>
              </p:cNvPr>
              <p:cNvSpPr/>
              <p:nvPr/>
            </p:nvSpPr>
            <p:spPr>
              <a:xfrm>
                <a:off x="1865947" y="2764625"/>
                <a:ext cx="8890" cy="8890"/>
              </a:xfrm>
              <a:custGeom>
                <a:avLst/>
                <a:gdLst/>
                <a:ahLst/>
                <a:cxnLst/>
                <a:rect l="l" t="t" r="r" b="b"/>
                <a:pathLst>
                  <a:path w="8889" h="8889">
                    <a:moveTo>
                      <a:pt x="5810" y="0"/>
                    </a:moveTo>
                    <a:lnTo>
                      <a:pt x="8286" y="6000"/>
                    </a:lnTo>
                    <a:lnTo>
                      <a:pt x="4571" y="8476"/>
                    </a:lnTo>
                    <a:lnTo>
                      <a:pt x="0" y="3904"/>
                    </a:lnTo>
                    <a:lnTo>
                      <a:pt x="5810" y="0"/>
                    </a:lnTo>
                    <a:close/>
                  </a:path>
                </a:pathLst>
              </a:custGeom>
              <a:ln w="4762">
                <a:solidFill>
                  <a:srgbClr val="000000"/>
                </a:solidFill>
              </a:ln>
            </p:spPr>
            <p:txBody>
              <a:bodyPr wrap="square" lIns="0" tIns="0" rIns="0" bIns="0" rtlCol="0"/>
              <a:lstStyle/>
              <a:p>
                <a:endParaRPr/>
              </a:p>
            </p:txBody>
          </p:sp>
          <p:sp>
            <p:nvSpPr>
              <p:cNvPr id="436" name="object 161">
                <a:extLst>
                  <a:ext uri="{FF2B5EF4-FFF2-40B4-BE49-F238E27FC236}">
                    <a16:creationId xmlns:a16="http://schemas.microsoft.com/office/drawing/2014/main" id="{DAD9B318-102C-4F1C-C465-C6A680431FD2}"/>
                  </a:ext>
                </a:extLst>
              </p:cNvPr>
              <p:cNvSpPr/>
              <p:nvPr/>
            </p:nvSpPr>
            <p:spPr>
              <a:xfrm>
                <a:off x="1862124" y="2768537"/>
                <a:ext cx="8890" cy="8890"/>
              </a:xfrm>
              <a:custGeom>
                <a:avLst/>
                <a:gdLst/>
                <a:ahLst/>
                <a:cxnLst/>
                <a:rect l="l" t="t" r="r" b="b"/>
                <a:pathLst>
                  <a:path w="8889" h="8889">
                    <a:moveTo>
                      <a:pt x="8382" y="4572"/>
                    </a:moveTo>
                    <a:lnTo>
                      <a:pt x="3822" y="0"/>
                    </a:lnTo>
                    <a:lnTo>
                      <a:pt x="0" y="5803"/>
                    </a:lnTo>
                    <a:lnTo>
                      <a:pt x="5918" y="8280"/>
                    </a:lnTo>
                    <a:lnTo>
                      <a:pt x="8382" y="4572"/>
                    </a:lnTo>
                    <a:close/>
                  </a:path>
                </a:pathLst>
              </a:custGeom>
              <a:solidFill>
                <a:srgbClr val="000000"/>
              </a:solidFill>
            </p:spPr>
            <p:txBody>
              <a:bodyPr wrap="square" lIns="0" tIns="0" rIns="0" bIns="0" rtlCol="0"/>
              <a:lstStyle/>
              <a:p>
                <a:endParaRPr/>
              </a:p>
            </p:txBody>
          </p:sp>
          <p:sp>
            <p:nvSpPr>
              <p:cNvPr id="437" name="object 162">
                <a:extLst>
                  <a:ext uri="{FF2B5EF4-FFF2-40B4-BE49-F238E27FC236}">
                    <a16:creationId xmlns:a16="http://schemas.microsoft.com/office/drawing/2014/main" id="{6DCE69D6-15B1-3FB6-8071-E5517BFD08E3}"/>
                  </a:ext>
                </a:extLst>
              </p:cNvPr>
              <p:cNvSpPr/>
              <p:nvPr/>
            </p:nvSpPr>
            <p:spPr>
              <a:xfrm>
                <a:off x="1862137" y="2768530"/>
                <a:ext cx="8890" cy="8890"/>
              </a:xfrm>
              <a:custGeom>
                <a:avLst/>
                <a:gdLst/>
                <a:ahLst/>
                <a:cxnLst/>
                <a:rect l="l" t="t" r="r" b="b"/>
                <a:pathLst>
                  <a:path w="8889" h="8889">
                    <a:moveTo>
                      <a:pt x="3810" y="0"/>
                    </a:moveTo>
                    <a:lnTo>
                      <a:pt x="8382" y="4571"/>
                    </a:lnTo>
                    <a:lnTo>
                      <a:pt x="5905" y="8286"/>
                    </a:lnTo>
                    <a:lnTo>
                      <a:pt x="0" y="5810"/>
                    </a:lnTo>
                    <a:lnTo>
                      <a:pt x="3810" y="0"/>
                    </a:lnTo>
                    <a:close/>
                  </a:path>
                </a:pathLst>
              </a:custGeom>
              <a:ln w="4762">
                <a:solidFill>
                  <a:srgbClr val="000000"/>
                </a:solidFill>
              </a:ln>
            </p:spPr>
            <p:txBody>
              <a:bodyPr wrap="square" lIns="0" tIns="0" rIns="0" bIns="0" rtlCol="0"/>
              <a:lstStyle/>
              <a:p>
                <a:endParaRPr/>
              </a:p>
            </p:txBody>
          </p:sp>
          <p:sp>
            <p:nvSpPr>
              <p:cNvPr id="438" name="object 163">
                <a:extLst>
                  <a:ext uri="{FF2B5EF4-FFF2-40B4-BE49-F238E27FC236}">
                    <a16:creationId xmlns:a16="http://schemas.microsoft.com/office/drawing/2014/main" id="{C9B05CDC-4AA8-E32E-2245-E4882032D262}"/>
                  </a:ext>
                </a:extLst>
              </p:cNvPr>
              <p:cNvSpPr/>
              <p:nvPr/>
            </p:nvSpPr>
            <p:spPr>
              <a:xfrm>
                <a:off x="1860804" y="2774341"/>
                <a:ext cx="7620" cy="6985"/>
              </a:xfrm>
              <a:custGeom>
                <a:avLst/>
                <a:gdLst/>
                <a:ahLst/>
                <a:cxnLst/>
                <a:rect l="l" t="t" r="r" b="b"/>
                <a:pathLst>
                  <a:path w="7619" h="6985">
                    <a:moveTo>
                      <a:pt x="7239" y="2476"/>
                    </a:moveTo>
                    <a:lnTo>
                      <a:pt x="1320" y="0"/>
                    </a:lnTo>
                    <a:lnTo>
                      <a:pt x="0" y="6858"/>
                    </a:lnTo>
                    <a:lnTo>
                      <a:pt x="6375" y="6858"/>
                    </a:lnTo>
                    <a:lnTo>
                      <a:pt x="7239" y="2476"/>
                    </a:lnTo>
                    <a:close/>
                  </a:path>
                </a:pathLst>
              </a:custGeom>
              <a:solidFill>
                <a:srgbClr val="000000"/>
              </a:solidFill>
            </p:spPr>
            <p:txBody>
              <a:bodyPr wrap="square" lIns="0" tIns="0" rIns="0" bIns="0" rtlCol="0"/>
              <a:lstStyle/>
              <a:p>
                <a:endParaRPr/>
              </a:p>
            </p:txBody>
          </p:sp>
          <p:sp>
            <p:nvSpPr>
              <p:cNvPr id="439" name="object 164">
                <a:extLst>
                  <a:ext uri="{FF2B5EF4-FFF2-40B4-BE49-F238E27FC236}">
                    <a16:creationId xmlns:a16="http://schemas.microsoft.com/office/drawing/2014/main" id="{43A0510D-9777-17B5-61B9-6DA1D8B22580}"/>
                  </a:ext>
                </a:extLst>
              </p:cNvPr>
              <p:cNvSpPr/>
              <p:nvPr/>
            </p:nvSpPr>
            <p:spPr>
              <a:xfrm>
                <a:off x="1860804" y="2774340"/>
                <a:ext cx="7620" cy="6985"/>
              </a:xfrm>
              <a:custGeom>
                <a:avLst/>
                <a:gdLst/>
                <a:ahLst/>
                <a:cxnLst/>
                <a:rect l="l" t="t" r="r" b="b"/>
                <a:pathLst>
                  <a:path w="7619" h="6985">
                    <a:moveTo>
                      <a:pt x="1333" y="0"/>
                    </a:moveTo>
                    <a:lnTo>
                      <a:pt x="7239" y="2476"/>
                    </a:lnTo>
                    <a:lnTo>
                      <a:pt x="6381" y="6858"/>
                    </a:lnTo>
                    <a:lnTo>
                      <a:pt x="0" y="6858"/>
                    </a:lnTo>
                    <a:lnTo>
                      <a:pt x="1333" y="0"/>
                    </a:lnTo>
                    <a:close/>
                  </a:path>
                </a:pathLst>
              </a:custGeom>
              <a:ln w="4762">
                <a:solidFill>
                  <a:srgbClr val="000000"/>
                </a:solidFill>
              </a:ln>
            </p:spPr>
            <p:txBody>
              <a:bodyPr wrap="square" lIns="0" tIns="0" rIns="0" bIns="0" rtlCol="0"/>
              <a:lstStyle/>
              <a:p>
                <a:endParaRPr/>
              </a:p>
            </p:txBody>
          </p:sp>
          <p:sp>
            <p:nvSpPr>
              <p:cNvPr id="440" name="object 165">
                <a:extLst>
                  <a:ext uri="{FF2B5EF4-FFF2-40B4-BE49-F238E27FC236}">
                    <a16:creationId xmlns:a16="http://schemas.microsoft.com/office/drawing/2014/main" id="{AC397C92-D751-58BB-1EB4-D9123DE57F6A}"/>
                  </a:ext>
                </a:extLst>
              </p:cNvPr>
              <p:cNvSpPr/>
              <p:nvPr/>
            </p:nvSpPr>
            <p:spPr>
              <a:xfrm>
                <a:off x="1860804" y="2781199"/>
                <a:ext cx="7620" cy="6985"/>
              </a:xfrm>
              <a:custGeom>
                <a:avLst/>
                <a:gdLst/>
                <a:ahLst/>
                <a:cxnLst/>
                <a:rect l="l" t="t" r="r" b="b"/>
                <a:pathLst>
                  <a:path w="7619" h="6985">
                    <a:moveTo>
                      <a:pt x="7239" y="4292"/>
                    </a:moveTo>
                    <a:lnTo>
                      <a:pt x="6375" y="0"/>
                    </a:lnTo>
                    <a:lnTo>
                      <a:pt x="0" y="0"/>
                    </a:lnTo>
                    <a:lnTo>
                      <a:pt x="1320" y="6769"/>
                    </a:lnTo>
                    <a:lnTo>
                      <a:pt x="7239" y="4292"/>
                    </a:lnTo>
                    <a:close/>
                  </a:path>
                </a:pathLst>
              </a:custGeom>
              <a:solidFill>
                <a:srgbClr val="000000"/>
              </a:solidFill>
            </p:spPr>
            <p:txBody>
              <a:bodyPr wrap="square" lIns="0" tIns="0" rIns="0" bIns="0" rtlCol="0"/>
              <a:lstStyle/>
              <a:p>
                <a:endParaRPr/>
              </a:p>
            </p:txBody>
          </p:sp>
          <p:sp>
            <p:nvSpPr>
              <p:cNvPr id="441" name="object 166">
                <a:extLst>
                  <a:ext uri="{FF2B5EF4-FFF2-40B4-BE49-F238E27FC236}">
                    <a16:creationId xmlns:a16="http://schemas.microsoft.com/office/drawing/2014/main" id="{28325064-A0BA-F0FC-1597-B153CCEFF672}"/>
                  </a:ext>
                </a:extLst>
              </p:cNvPr>
              <p:cNvSpPr/>
              <p:nvPr/>
            </p:nvSpPr>
            <p:spPr>
              <a:xfrm>
                <a:off x="1860804" y="2781199"/>
                <a:ext cx="7620" cy="6985"/>
              </a:xfrm>
              <a:custGeom>
                <a:avLst/>
                <a:gdLst/>
                <a:ahLst/>
                <a:cxnLst/>
                <a:rect l="l" t="t" r="r" b="b"/>
                <a:pathLst>
                  <a:path w="7619" h="6985">
                    <a:moveTo>
                      <a:pt x="0" y="0"/>
                    </a:moveTo>
                    <a:lnTo>
                      <a:pt x="6381" y="0"/>
                    </a:lnTo>
                    <a:lnTo>
                      <a:pt x="7239" y="4286"/>
                    </a:lnTo>
                    <a:lnTo>
                      <a:pt x="1333" y="6762"/>
                    </a:lnTo>
                    <a:lnTo>
                      <a:pt x="0" y="0"/>
                    </a:lnTo>
                    <a:close/>
                  </a:path>
                </a:pathLst>
              </a:custGeom>
              <a:ln w="4762">
                <a:solidFill>
                  <a:srgbClr val="000000"/>
                </a:solidFill>
              </a:ln>
            </p:spPr>
            <p:txBody>
              <a:bodyPr wrap="square" lIns="0" tIns="0" rIns="0" bIns="0" rtlCol="0"/>
              <a:lstStyle/>
              <a:p>
                <a:endParaRPr/>
              </a:p>
            </p:txBody>
          </p:sp>
          <p:sp>
            <p:nvSpPr>
              <p:cNvPr id="442" name="object 167">
                <a:extLst>
                  <a:ext uri="{FF2B5EF4-FFF2-40B4-BE49-F238E27FC236}">
                    <a16:creationId xmlns:a16="http://schemas.microsoft.com/office/drawing/2014/main" id="{4ECD5D45-F3AC-330F-AFF1-BA62B3872E69}"/>
                  </a:ext>
                </a:extLst>
              </p:cNvPr>
              <p:cNvSpPr/>
              <p:nvPr/>
            </p:nvSpPr>
            <p:spPr>
              <a:xfrm>
                <a:off x="1862124" y="2785492"/>
                <a:ext cx="8890" cy="8890"/>
              </a:xfrm>
              <a:custGeom>
                <a:avLst/>
                <a:gdLst/>
                <a:ahLst/>
                <a:cxnLst/>
                <a:rect l="l" t="t" r="r" b="b"/>
                <a:pathLst>
                  <a:path w="8889" h="8889">
                    <a:moveTo>
                      <a:pt x="8382" y="3708"/>
                    </a:moveTo>
                    <a:lnTo>
                      <a:pt x="5918" y="0"/>
                    </a:lnTo>
                    <a:lnTo>
                      <a:pt x="0" y="2476"/>
                    </a:lnTo>
                    <a:lnTo>
                      <a:pt x="3822" y="8280"/>
                    </a:lnTo>
                    <a:lnTo>
                      <a:pt x="8382" y="3708"/>
                    </a:lnTo>
                    <a:close/>
                  </a:path>
                </a:pathLst>
              </a:custGeom>
              <a:solidFill>
                <a:srgbClr val="000000"/>
              </a:solidFill>
            </p:spPr>
            <p:txBody>
              <a:bodyPr wrap="square" lIns="0" tIns="0" rIns="0" bIns="0" rtlCol="0"/>
              <a:lstStyle/>
              <a:p>
                <a:endParaRPr/>
              </a:p>
            </p:txBody>
          </p:sp>
          <p:sp>
            <p:nvSpPr>
              <p:cNvPr id="443" name="object 168">
                <a:extLst>
                  <a:ext uri="{FF2B5EF4-FFF2-40B4-BE49-F238E27FC236}">
                    <a16:creationId xmlns:a16="http://schemas.microsoft.com/office/drawing/2014/main" id="{606FB692-7266-933D-1CEB-824352247E3A}"/>
                  </a:ext>
                </a:extLst>
              </p:cNvPr>
              <p:cNvSpPr/>
              <p:nvPr/>
            </p:nvSpPr>
            <p:spPr>
              <a:xfrm>
                <a:off x="1862137" y="2785485"/>
                <a:ext cx="8890" cy="8890"/>
              </a:xfrm>
              <a:custGeom>
                <a:avLst/>
                <a:gdLst/>
                <a:ahLst/>
                <a:cxnLst/>
                <a:rect l="l" t="t" r="r" b="b"/>
                <a:pathLst>
                  <a:path w="8889" h="8889">
                    <a:moveTo>
                      <a:pt x="0" y="2476"/>
                    </a:moveTo>
                    <a:lnTo>
                      <a:pt x="5905" y="0"/>
                    </a:lnTo>
                    <a:lnTo>
                      <a:pt x="8382" y="3714"/>
                    </a:lnTo>
                    <a:lnTo>
                      <a:pt x="3810" y="8286"/>
                    </a:lnTo>
                    <a:lnTo>
                      <a:pt x="0" y="2476"/>
                    </a:lnTo>
                    <a:close/>
                  </a:path>
                </a:pathLst>
              </a:custGeom>
              <a:ln w="4762">
                <a:solidFill>
                  <a:srgbClr val="000000"/>
                </a:solidFill>
              </a:ln>
            </p:spPr>
            <p:txBody>
              <a:bodyPr wrap="square" lIns="0" tIns="0" rIns="0" bIns="0" rtlCol="0"/>
              <a:lstStyle/>
              <a:p>
                <a:endParaRPr/>
              </a:p>
            </p:txBody>
          </p:sp>
          <p:sp>
            <p:nvSpPr>
              <p:cNvPr id="444" name="object 169">
                <a:extLst>
                  <a:ext uri="{FF2B5EF4-FFF2-40B4-BE49-F238E27FC236}">
                    <a16:creationId xmlns:a16="http://schemas.microsoft.com/office/drawing/2014/main" id="{3C43C5F1-9C6A-AB32-B0ED-0C7D196E8919}"/>
                  </a:ext>
                </a:extLst>
              </p:cNvPr>
              <p:cNvSpPr/>
              <p:nvPr/>
            </p:nvSpPr>
            <p:spPr>
              <a:xfrm>
                <a:off x="1865947" y="2789200"/>
                <a:ext cx="8890" cy="8890"/>
              </a:xfrm>
              <a:custGeom>
                <a:avLst/>
                <a:gdLst/>
                <a:ahLst/>
                <a:cxnLst/>
                <a:rect l="l" t="t" r="r" b="b"/>
                <a:pathLst>
                  <a:path w="8889" h="8889">
                    <a:moveTo>
                      <a:pt x="8280" y="2476"/>
                    </a:moveTo>
                    <a:lnTo>
                      <a:pt x="4559" y="0"/>
                    </a:lnTo>
                    <a:lnTo>
                      <a:pt x="0" y="4572"/>
                    </a:lnTo>
                    <a:lnTo>
                      <a:pt x="5803" y="8483"/>
                    </a:lnTo>
                    <a:lnTo>
                      <a:pt x="8280" y="2476"/>
                    </a:lnTo>
                    <a:close/>
                  </a:path>
                </a:pathLst>
              </a:custGeom>
              <a:solidFill>
                <a:srgbClr val="000000"/>
              </a:solidFill>
            </p:spPr>
            <p:txBody>
              <a:bodyPr wrap="square" lIns="0" tIns="0" rIns="0" bIns="0" rtlCol="0"/>
              <a:lstStyle/>
              <a:p>
                <a:endParaRPr/>
              </a:p>
            </p:txBody>
          </p:sp>
          <p:sp>
            <p:nvSpPr>
              <p:cNvPr id="445" name="object 170">
                <a:extLst>
                  <a:ext uri="{FF2B5EF4-FFF2-40B4-BE49-F238E27FC236}">
                    <a16:creationId xmlns:a16="http://schemas.microsoft.com/office/drawing/2014/main" id="{D1A58657-3B6B-3E16-D5FF-441AA683FBEE}"/>
                  </a:ext>
                </a:extLst>
              </p:cNvPr>
              <p:cNvSpPr/>
              <p:nvPr/>
            </p:nvSpPr>
            <p:spPr>
              <a:xfrm>
                <a:off x="1865947" y="2789199"/>
                <a:ext cx="8890" cy="8890"/>
              </a:xfrm>
              <a:custGeom>
                <a:avLst/>
                <a:gdLst/>
                <a:ahLst/>
                <a:cxnLst/>
                <a:rect l="l" t="t" r="r" b="b"/>
                <a:pathLst>
                  <a:path w="8889" h="8889">
                    <a:moveTo>
                      <a:pt x="0" y="4572"/>
                    </a:moveTo>
                    <a:lnTo>
                      <a:pt x="4571" y="0"/>
                    </a:lnTo>
                    <a:lnTo>
                      <a:pt x="8286" y="2476"/>
                    </a:lnTo>
                    <a:lnTo>
                      <a:pt x="5810" y="8477"/>
                    </a:lnTo>
                    <a:lnTo>
                      <a:pt x="0" y="4572"/>
                    </a:lnTo>
                    <a:close/>
                  </a:path>
                </a:pathLst>
              </a:custGeom>
              <a:ln w="4762">
                <a:solidFill>
                  <a:srgbClr val="000000"/>
                </a:solidFill>
              </a:ln>
            </p:spPr>
            <p:txBody>
              <a:bodyPr wrap="square" lIns="0" tIns="0" rIns="0" bIns="0" rtlCol="0"/>
              <a:lstStyle/>
              <a:p>
                <a:endParaRPr/>
              </a:p>
            </p:txBody>
          </p:sp>
          <p:sp>
            <p:nvSpPr>
              <p:cNvPr id="446" name="object 171">
                <a:extLst>
                  <a:ext uri="{FF2B5EF4-FFF2-40B4-BE49-F238E27FC236}">
                    <a16:creationId xmlns:a16="http://schemas.microsoft.com/office/drawing/2014/main" id="{35B8ADD8-E51B-7C47-D740-E2D74D606485}"/>
                  </a:ext>
                </a:extLst>
              </p:cNvPr>
              <p:cNvSpPr/>
              <p:nvPr/>
            </p:nvSpPr>
            <p:spPr>
              <a:xfrm>
                <a:off x="1871751" y="2791677"/>
                <a:ext cx="6985" cy="7620"/>
              </a:xfrm>
              <a:custGeom>
                <a:avLst/>
                <a:gdLst/>
                <a:ahLst/>
                <a:cxnLst/>
                <a:rect l="l" t="t" r="r" b="b"/>
                <a:pathLst>
                  <a:path w="6985" h="7619">
                    <a:moveTo>
                      <a:pt x="6858" y="863"/>
                    </a:moveTo>
                    <a:lnTo>
                      <a:pt x="2476" y="0"/>
                    </a:lnTo>
                    <a:lnTo>
                      <a:pt x="0" y="6007"/>
                    </a:lnTo>
                    <a:lnTo>
                      <a:pt x="6858" y="7340"/>
                    </a:lnTo>
                    <a:lnTo>
                      <a:pt x="6858" y="863"/>
                    </a:lnTo>
                    <a:close/>
                  </a:path>
                </a:pathLst>
              </a:custGeom>
              <a:solidFill>
                <a:srgbClr val="000000"/>
              </a:solidFill>
            </p:spPr>
            <p:txBody>
              <a:bodyPr wrap="square" lIns="0" tIns="0" rIns="0" bIns="0" rtlCol="0"/>
              <a:lstStyle/>
              <a:p>
                <a:endParaRPr/>
              </a:p>
            </p:txBody>
          </p:sp>
          <p:sp>
            <p:nvSpPr>
              <p:cNvPr id="447" name="object 172">
                <a:extLst>
                  <a:ext uri="{FF2B5EF4-FFF2-40B4-BE49-F238E27FC236}">
                    <a16:creationId xmlns:a16="http://schemas.microsoft.com/office/drawing/2014/main" id="{799D30AB-E70B-E0A2-F69C-ACB8284493D8}"/>
                  </a:ext>
                </a:extLst>
              </p:cNvPr>
              <p:cNvSpPr/>
              <p:nvPr/>
            </p:nvSpPr>
            <p:spPr>
              <a:xfrm>
                <a:off x="1871757" y="2791676"/>
                <a:ext cx="6985" cy="7620"/>
              </a:xfrm>
              <a:custGeom>
                <a:avLst/>
                <a:gdLst/>
                <a:ahLst/>
                <a:cxnLst/>
                <a:rect l="l" t="t" r="r" b="b"/>
                <a:pathLst>
                  <a:path w="6985" h="7619">
                    <a:moveTo>
                      <a:pt x="0" y="6000"/>
                    </a:moveTo>
                    <a:lnTo>
                      <a:pt x="2476" y="0"/>
                    </a:lnTo>
                    <a:lnTo>
                      <a:pt x="6858" y="857"/>
                    </a:lnTo>
                    <a:lnTo>
                      <a:pt x="6858" y="7334"/>
                    </a:lnTo>
                    <a:lnTo>
                      <a:pt x="0" y="6000"/>
                    </a:lnTo>
                    <a:close/>
                  </a:path>
                </a:pathLst>
              </a:custGeom>
              <a:ln w="4762">
                <a:solidFill>
                  <a:srgbClr val="000000"/>
                </a:solidFill>
              </a:ln>
            </p:spPr>
            <p:txBody>
              <a:bodyPr wrap="square" lIns="0" tIns="0" rIns="0" bIns="0" rtlCol="0"/>
              <a:lstStyle/>
              <a:p>
                <a:endParaRPr/>
              </a:p>
            </p:txBody>
          </p:sp>
          <p:sp>
            <p:nvSpPr>
              <p:cNvPr id="448" name="object 173">
                <a:extLst>
                  <a:ext uri="{FF2B5EF4-FFF2-40B4-BE49-F238E27FC236}">
                    <a16:creationId xmlns:a16="http://schemas.microsoft.com/office/drawing/2014/main" id="{8BDD82DE-CECD-8DA9-865A-13F69890CFEE}"/>
                  </a:ext>
                </a:extLst>
              </p:cNvPr>
              <p:cNvSpPr/>
              <p:nvPr/>
            </p:nvSpPr>
            <p:spPr>
              <a:xfrm>
                <a:off x="1878609" y="2792540"/>
                <a:ext cx="1041400" cy="6985"/>
              </a:xfrm>
              <a:custGeom>
                <a:avLst/>
                <a:gdLst/>
                <a:ahLst/>
                <a:cxnLst/>
                <a:rect l="l" t="t" r="r" b="b"/>
                <a:pathLst>
                  <a:path w="1041400" h="6985">
                    <a:moveTo>
                      <a:pt x="1041361" y="0"/>
                    </a:moveTo>
                    <a:lnTo>
                      <a:pt x="0" y="0"/>
                    </a:lnTo>
                    <a:lnTo>
                      <a:pt x="0" y="6477"/>
                    </a:lnTo>
                    <a:lnTo>
                      <a:pt x="1041361" y="6477"/>
                    </a:lnTo>
                    <a:lnTo>
                      <a:pt x="1041361" y="0"/>
                    </a:lnTo>
                    <a:close/>
                  </a:path>
                </a:pathLst>
              </a:custGeom>
              <a:solidFill>
                <a:srgbClr val="000000"/>
              </a:solidFill>
            </p:spPr>
            <p:txBody>
              <a:bodyPr wrap="square" lIns="0" tIns="0" rIns="0" bIns="0" rtlCol="0"/>
              <a:lstStyle/>
              <a:p>
                <a:endParaRPr/>
              </a:p>
            </p:txBody>
          </p:sp>
          <p:sp>
            <p:nvSpPr>
              <p:cNvPr id="449" name="object 174">
                <a:extLst>
                  <a:ext uri="{FF2B5EF4-FFF2-40B4-BE49-F238E27FC236}">
                    <a16:creationId xmlns:a16="http://schemas.microsoft.com/office/drawing/2014/main" id="{15F279C1-8EF1-4EC7-3EA5-AA55CE4040DE}"/>
                  </a:ext>
                </a:extLst>
              </p:cNvPr>
              <p:cNvSpPr/>
              <p:nvPr/>
            </p:nvSpPr>
            <p:spPr>
              <a:xfrm>
                <a:off x="1878615" y="2792534"/>
                <a:ext cx="1041400" cy="6985"/>
              </a:xfrm>
              <a:custGeom>
                <a:avLst/>
                <a:gdLst/>
                <a:ahLst/>
                <a:cxnLst/>
                <a:rect l="l" t="t" r="r" b="b"/>
                <a:pathLst>
                  <a:path w="1041400" h="6985">
                    <a:moveTo>
                      <a:pt x="0" y="0"/>
                    </a:moveTo>
                    <a:lnTo>
                      <a:pt x="0" y="6476"/>
                    </a:lnTo>
                    <a:lnTo>
                      <a:pt x="1041368" y="6476"/>
                    </a:lnTo>
                    <a:lnTo>
                      <a:pt x="1041368" y="0"/>
                    </a:lnTo>
                    <a:lnTo>
                      <a:pt x="0" y="0"/>
                    </a:lnTo>
                    <a:close/>
                  </a:path>
                </a:pathLst>
              </a:custGeom>
              <a:ln w="4762">
                <a:solidFill>
                  <a:srgbClr val="000000"/>
                </a:solidFill>
              </a:ln>
            </p:spPr>
            <p:txBody>
              <a:bodyPr wrap="square" lIns="0" tIns="0" rIns="0" bIns="0" rtlCol="0"/>
              <a:lstStyle/>
              <a:p>
                <a:endParaRPr/>
              </a:p>
            </p:txBody>
          </p:sp>
          <p:sp>
            <p:nvSpPr>
              <p:cNvPr id="450" name="object 175">
                <a:extLst>
                  <a:ext uri="{FF2B5EF4-FFF2-40B4-BE49-F238E27FC236}">
                    <a16:creationId xmlns:a16="http://schemas.microsoft.com/office/drawing/2014/main" id="{EF927A42-8964-FFD0-44DA-8B4F1EBE33D0}"/>
                  </a:ext>
                </a:extLst>
              </p:cNvPr>
              <p:cNvSpPr/>
              <p:nvPr/>
            </p:nvSpPr>
            <p:spPr>
              <a:xfrm>
                <a:off x="2919971" y="2792540"/>
                <a:ext cx="1041400" cy="6985"/>
              </a:xfrm>
              <a:custGeom>
                <a:avLst/>
                <a:gdLst/>
                <a:ahLst/>
                <a:cxnLst/>
                <a:rect l="l" t="t" r="r" b="b"/>
                <a:pathLst>
                  <a:path w="1041400" h="6985">
                    <a:moveTo>
                      <a:pt x="1041374" y="0"/>
                    </a:moveTo>
                    <a:lnTo>
                      <a:pt x="0" y="0"/>
                    </a:lnTo>
                    <a:lnTo>
                      <a:pt x="0" y="6477"/>
                    </a:lnTo>
                    <a:lnTo>
                      <a:pt x="1041374" y="6477"/>
                    </a:lnTo>
                    <a:lnTo>
                      <a:pt x="1041374" y="0"/>
                    </a:lnTo>
                    <a:close/>
                  </a:path>
                </a:pathLst>
              </a:custGeom>
              <a:solidFill>
                <a:srgbClr val="000000"/>
              </a:solidFill>
            </p:spPr>
            <p:txBody>
              <a:bodyPr wrap="square" lIns="0" tIns="0" rIns="0" bIns="0" rtlCol="0"/>
              <a:lstStyle/>
              <a:p>
                <a:endParaRPr/>
              </a:p>
            </p:txBody>
          </p:sp>
          <p:sp>
            <p:nvSpPr>
              <p:cNvPr id="451" name="object 176">
                <a:extLst>
                  <a:ext uri="{FF2B5EF4-FFF2-40B4-BE49-F238E27FC236}">
                    <a16:creationId xmlns:a16="http://schemas.microsoft.com/office/drawing/2014/main" id="{32D5BCEF-432A-8921-CB81-1A013C84D75F}"/>
                  </a:ext>
                </a:extLst>
              </p:cNvPr>
              <p:cNvSpPr/>
              <p:nvPr/>
            </p:nvSpPr>
            <p:spPr>
              <a:xfrm>
                <a:off x="2919983" y="2792534"/>
                <a:ext cx="1041400" cy="6985"/>
              </a:xfrm>
              <a:custGeom>
                <a:avLst/>
                <a:gdLst/>
                <a:ahLst/>
                <a:cxnLst/>
                <a:rect l="l" t="t" r="r" b="b"/>
                <a:pathLst>
                  <a:path w="1041400" h="6985">
                    <a:moveTo>
                      <a:pt x="0" y="0"/>
                    </a:moveTo>
                    <a:lnTo>
                      <a:pt x="0" y="6476"/>
                    </a:lnTo>
                    <a:lnTo>
                      <a:pt x="1041368" y="6476"/>
                    </a:lnTo>
                    <a:lnTo>
                      <a:pt x="1041368" y="0"/>
                    </a:lnTo>
                    <a:lnTo>
                      <a:pt x="0" y="0"/>
                    </a:lnTo>
                    <a:close/>
                  </a:path>
                </a:pathLst>
              </a:custGeom>
              <a:ln w="4762">
                <a:solidFill>
                  <a:srgbClr val="000000"/>
                </a:solidFill>
              </a:ln>
            </p:spPr>
            <p:txBody>
              <a:bodyPr wrap="square" lIns="0" tIns="0" rIns="0" bIns="0" rtlCol="0"/>
              <a:lstStyle/>
              <a:p>
                <a:endParaRPr/>
              </a:p>
            </p:txBody>
          </p:sp>
          <p:sp>
            <p:nvSpPr>
              <p:cNvPr id="452" name="object 177">
                <a:extLst>
                  <a:ext uri="{FF2B5EF4-FFF2-40B4-BE49-F238E27FC236}">
                    <a16:creationId xmlns:a16="http://schemas.microsoft.com/office/drawing/2014/main" id="{788B559F-DE28-3D45-A7E8-98BC5082AEE7}"/>
                  </a:ext>
                </a:extLst>
              </p:cNvPr>
              <p:cNvSpPr/>
              <p:nvPr/>
            </p:nvSpPr>
            <p:spPr>
              <a:xfrm>
                <a:off x="3961346" y="2791677"/>
                <a:ext cx="6985" cy="7620"/>
              </a:xfrm>
              <a:custGeom>
                <a:avLst/>
                <a:gdLst/>
                <a:ahLst/>
                <a:cxnLst/>
                <a:rect l="l" t="t" r="r" b="b"/>
                <a:pathLst>
                  <a:path w="6985" h="7619">
                    <a:moveTo>
                      <a:pt x="6858" y="6007"/>
                    </a:moveTo>
                    <a:lnTo>
                      <a:pt x="4381" y="0"/>
                    </a:lnTo>
                    <a:lnTo>
                      <a:pt x="0" y="863"/>
                    </a:lnTo>
                    <a:lnTo>
                      <a:pt x="0" y="7340"/>
                    </a:lnTo>
                    <a:lnTo>
                      <a:pt x="6858" y="6007"/>
                    </a:lnTo>
                    <a:close/>
                  </a:path>
                </a:pathLst>
              </a:custGeom>
              <a:solidFill>
                <a:srgbClr val="000000"/>
              </a:solidFill>
            </p:spPr>
            <p:txBody>
              <a:bodyPr wrap="square" lIns="0" tIns="0" rIns="0" bIns="0" rtlCol="0"/>
              <a:lstStyle/>
              <a:p>
                <a:endParaRPr/>
              </a:p>
            </p:txBody>
          </p:sp>
          <p:sp>
            <p:nvSpPr>
              <p:cNvPr id="453" name="object 178">
                <a:extLst>
                  <a:ext uri="{FF2B5EF4-FFF2-40B4-BE49-F238E27FC236}">
                    <a16:creationId xmlns:a16="http://schemas.microsoft.com/office/drawing/2014/main" id="{424FF2E9-A5A0-A90D-AD7A-869CDBA4B654}"/>
                  </a:ext>
                </a:extLst>
              </p:cNvPr>
              <p:cNvSpPr/>
              <p:nvPr/>
            </p:nvSpPr>
            <p:spPr>
              <a:xfrm>
                <a:off x="3961352" y="2791676"/>
                <a:ext cx="6985" cy="7620"/>
              </a:xfrm>
              <a:custGeom>
                <a:avLst/>
                <a:gdLst/>
                <a:ahLst/>
                <a:cxnLst/>
                <a:rect l="l" t="t" r="r" b="b"/>
                <a:pathLst>
                  <a:path w="6985" h="7619">
                    <a:moveTo>
                      <a:pt x="0" y="7334"/>
                    </a:moveTo>
                    <a:lnTo>
                      <a:pt x="0" y="857"/>
                    </a:lnTo>
                    <a:lnTo>
                      <a:pt x="4381" y="0"/>
                    </a:lnTo>
                    <a:lnTo>
                      <a:pt x="6858" y="6000"/>
                    </a:lnTo>
                    <a:lnTo>
                      <a:pt x="0" y="7334"/>
                    </a:lnTo>
                    <a:close/>
                  </a:path>
                </a:pathLst>
              </a:custGeom>
              <a:ln w="4762">
                <a:solidFill>
                  <a:srgbClr val="000000"/>
                </a:solidFill>
              </a:ln>
            </p:spPr>
            <p:txBody>
              <a:bodyPr wrap="square" lIns="0" tIns="0" rIns="0" bIns="0" rtlCol="0"/>
              <a:lstStyle/>
              <a:p>
                <a:endParaRPr/>
              </a:p>
            </p:txBody>
          </p:sp>
          <p:sp>
            <p:nvSpPr>
              <p:cNvPr id="454" name="object 179">
                <a:extLst>
                  <a:ext uri="{FF2B5EF4-FFF2-40B4-BE49-F238E27FC236}">
                    <a16:creationId xmlns:a16="http://schemas.microsoft.com/office/drawing/2014/main" id="{C7AF28D4-4E1E-A124-E735-19F36F4BEF03}"/>
                  </a:ext>
                </a:extLst>
              </p:cNvPr>
              <p:cNvSpPr/>
              <p:nvPr/>
            </p:nvSpPr>
            <p:spPr>
              <a:xfrm>
                <a:off x="3965727" y="2789200"/>
                <a:ext cx="8890" cy="8890"/>
              </a:xfrm>
              <a:custGeom>
                <a:avLst/>
                <a:gdLst/>
                <a:ahLst/>
                <a:cxnLst/>
                <a:rect l="l" t="t" r="r" b="b"/>
                <a:pathLst>
                  <a:path w="8889" h="8889">
                    <a:moveTo>
                      <a:pt x="8280" y="4572"/>
                    </a:moveTo>
                    <a:lnTo>
                      <a:pt x="3721" y="0"/>
                    </a:lnTo>
                    <a:lnTo>
                      <a:pt x="0" y="2476"/>
                    </a:lnTo>
                    <a:lnTo>
                      <a:pt x="2476" y="8483"/>
                    </a:lnTo>
                    <a:lnTo>
                      <a:pt x="8280" y="4572"/>
                    </a:lnTo>
                    <a:close/>
                  </a:path>
                </a:pathLst>
              </a:custGeom>
              <a:solidFill>
                <a:srgbClr val="000000"/>
              </a:solidFill>
            </p:spPr>
            <p:txBody>
              <a:bodyPr wrap="square" lIns="0" tIns="0" rIns="0" bIns="0" rtlCol="0"/>
              <a:lstStyle/>
              <a:p>
                <a:endParaRPr/>
              </a:p>
            </p:txBody>
          </p:sp>
          <p:sp>
            <p:nvSpPr>
              <p:cNvPr id="455" name="object 180">
                <a:extLst>
                  <a:ext uri="{FF2B5EF4-FFF2-40B4-BE49-F238E27FC236}">
                    <a16:creationId xmlns:a16="http://schemas.microsoft.com/office/drawing/2014/main" id="{1187B032-0D58-4301-4905-F8A2E79E61E1}"/>
                  </a:ext>
                </a:extLst>
              </p:cNvPr>
              <p:cNvSpPr/>
              <p:nvPr/>
            </p:nvSpPr>
            <p:spPr>
              <a:xfrm>
                <a:off x="3965733" y="2789199"/>
                <a:ext cx="8890" cy="8890"/>
              </a:xfrm>
              <a:custGeom>
                <a:avLst/>
                <a:gdLst/>
                <a:ahLst/>
                <a:cxnLst/>
                <a:rect l="l" t="t" r="r" b="b"/>
                <a:pathLst>
                  <a:path w="8889" h="8889">
                    <a:moveTo>
                      <a:pt x="2476" y="8477"/>
                    </a:moveTo>
                    <a:lnTo>
                      <a:pt x="0" y="2476"/>
                    </a:lnTo>
                    <a:lnTo>
                      <a:pt x="3714" y="0"/>
                    </a:lnTo>
                    <a:lnTo>
                      <a:pt x="8286" y="4572"/>
                    </a:lnTo>
                    <a:lnTo>
                      <a:pt x="2476" y="8477"/>
                    </a:lnTo>
                    <a:close/>
                  </a:path>
                </a:pathLst>
              </a:custGeom>
              <a:ln w="4762">
                <a:solidFill>
                  <a:srgbClr val="000000"/>
                </a:solidFill>
              </a:ln>
            </p:spPr>
            <p:txBody>
              <a:bodyPr wrap="square" lIns="0" tIns="0" rIns="0" bIns="0" rtlCol="0"/>
              <a:lstStyle/>
              <a:p>
                <a:endParaRPr/>
              </a:p>
            </p:txBody>
          </p:sp>
          <p:sp>
            <p:nvSpPr>
              <p:cNvPr id="456" name="object 181">
                <a:extLst>
                  <a:ext uri="{FF2B5EF4-FFF2-40B4-BE49-F238E27FC236}">
                    <a16:creationId xmlns:a16="http://schemas.microsoft.com/office/drawing/2014/main" id="{16B7236B-7549-8EF0-6A99-76024044CAE0}"/>
                  </a:ext>
                </a:extLst>
              </p:cNvPr>
              <p:cNvSpPr/>
              <p:nvPr/>
            </p:nvSpPr>
            <p:spPr>
              <a:xfrm>
                <a:off x="3969448" y="2785492"/>
                <a:ext cx="8890" cy="8890"/>
              </a:xfrm>
              <a:custGeom>
                <a:avLst/>
                <a:gdLst/>
                <a:ahLst/>
                <a:cxnLst/>
                <a:rect l="l" t="t" r="r" b="b"/>
                <a:pathLst>
                  <a:path w="8889" h="8889">
                    <a:moveTo>
                      <a:pt x="8382" y="2476"/>
                    </a:moveTo>
                    <a:lnTo>
                      <a:pt x="2463" y="0"/>
                    </a:lnTo>
                    <a:lnTo>
                      <a:pt x="0" y="3708"/>
                    </a:lnTo>
                    <a:lnTo>
                      <a:pt x="4559" y="8280"/>
                    </a:lnTo>
                    <a:lnTo>
                      <a:pt x="8382" y="2476"/>
                    </a:lnTo>
                    <a:close/>
                  </a:path>
                </a:pathLst>
              </a:custGeom>
              <a:solidFill>
                <a:srgbClr val="000000"/>
              </a:solidFill>
            </p:spPr>
            <p:txBody>
              <a:bodyPr wrap="square" lIns="0" tIns="0" rIns="0" bIns="0" rtlCol="0"/>
              <a:lstStyle/>
              <a:p>
                <a:endParaRPr/>
              </a:p>
            </p:txBody>
          </p:sp>
          <p:sp>
            <p:nvSpPr>
              <p:cNvPr id="457" name="object 182">
                <a:extLst>
                  <a:ext uri="{FF2B5EF4-FFF2-40B4-BE49-F238E27FC236}">
                    <a16:creationId xmlns:a16="http://schemas.microsoft.com/office/drawing/2014/main" id="{B9F23DE3-9D9C-6C78-0949-8216460C93A8}"/>
                  </a:ext>
                </a:extLst>
              </p:cNvPr>
              <p:cNvSpPr/>
              <p:nvPr/>
            </p:nvSpPr>
            <p:spPr>
              <a:xfrm>
                <a:off x="3969448" y="2785485"/>
                <a:ext cx="8890" cy="8890"/>
              </a:xfrm>
              <a:custGeom>
                <a:avLst/>
                <a:gdLst/>
                <a:ahLst/>
                <a:cxnLst/>
                <a:rect l="l" t="t" r="r" b="b"/>
                <a:pathLst>
                  <a:path w="8889" h="8889">
                    <a:moveTo>
                      <a:pt x="4571" y="8286"/>
                    </a:moveTo>
                    <a:lnTo>
                      <a:pt x="0" y="3714"/>
                    </a:lnTo>
                    <a:lnTo>
                      <a:pt x="2476" y="0"/>
                    </a:lnTo>
                    <a:lnTo>
                      <a:pt x="8382" y="2476"/>
                    </a:lnTo>
                    <a:lnTo>
                      <a:pt x="4571" y="8286"/>
                    </a:lnTo>
                    <a:close/>
                  </a:path>
                </a:pathLst>
              </a:custGeom>
              <a:ln w="4762">
                <a:solidFill>
                  <a:srgbClr val="000000"/>
                </a:solidFill>
              </a:ln>
            </p:spPr>
            <p:txBody>
              <a:bodyPr wrap="square" lIns="0" tIns="0" rIns="0" bIns="0" rtlCol="0"/>
              <a:lstStyle/>
              <a:p>
                <a:endParaRPr/>
              </a:p>
            </p:txBody>
          </p:sp>
          <p:sp>
            <p:nvSpPr>
              <p:cNvPr id="458" name="object 183">
                <a:extLst>
                  <a:ext uri="{FF2B5EF4-FFF2-40B4-BE49-F238E27FC236}">
                    <a16:creationId xmlns:a16="http://schemas.microsoft.com/office/drawing/2014/main" id="{3E66A0A5-2A8C-A06B-E17D-54ACD0B16C1F}"/>
                  </a:ext>
                </a:extLst>
              </p:cNvPr>
              <p:cNvSpPr/>
              <p:nvPr/>
            </p:nvSpPr>
            <p:spPr>
              <a:xfrm>
                <a:off x="3971912" y="2781199"/>
                <a:ext cx="7620" cy="6985"/>
              </a:xfrm>
              <a:custGeom>
                <a:avLst/>
                <a:gdLst/>
                <a:ahLst/>
                <a:cxnLst/>
                <a:rect l="l" t="t" r="r" b="b"/>
                <a:pathLst>
                  <a:path w="7620" h="6985">
                    <a:moveTo>
                      <a:pt x="7340" y="0"/>
                    </a:moveTo>
                    <a:lnTo>
                      <a:pt x="863" y="0"/>
                    </a:lnTo>
                    <a:lnTo>
                      <a:pt x="0" y="4292"/>
                    </a:lnTo>
                    <a:lnTo>
                      <a:pt x="5918" y="6769"/>
                    </a:lnTo>
                    <a:lnTo>
                      <a:pt x="7340" y="0"/>
                    </a:lnTo>
                    <a:close/>
                  </a:path>
                </a:pathLst>
              </a:custGeom>
              <a:solidFill>
                <a:srgbClr val="000000"/>
              </a:solidFill>
            </p:spPr>
            <p:txBody>
              <a:bodyPr wrap="square" lIns="0" tIns="0" rIns="0" bIns="0" rtlCol="0"/>
              <a:lstStyle/>
              <a:p>
                <a:endParaRPr/>
              </a:p>
            </p:txBody>
          </p:sp>
          <p:sp>
            <p:nvSpPr>
              <p:cNvPr id="459" name="object 184">
                <a:extLst>
                  <a:ext uri="{FF2B5EF4-FFF2-40B4-BE49-F238E27FC236}">
                    <a16:creationId xmlns:a16="http://schemas.microsoft.com/office/drawing/2014/main" id="{49A6479B-4FF8-9012-8930-2240AAC9C3C2}"/>
                  </a:ext>
                </a:extLst>
              </p:cNvPr>
              <p:cNvSpPr/>
              <p:nvPr/>
            </p:nvSpPr>
            <p:spPr>
              <a:xfrm>
                <a:off x="3971925" y="2781199"/>
                <a:ext cx="7620" cy="6985"/>
              </a:xfrm>
              <a:custGeom>
                <a:avLst/>
                <a:gdLst/>
                <a:ahLst/>
                <a:cxnLst/>
                <a:rect l="l" t="t" r="r" b="b"/>
                <a:pathLst>
                  <a:path w="7620" h="6985">
                    <a:moveTo>
                      <a:pt x="5905" y="6762"/>
                    </a:moveTo>
                    <a:lnTo>
                      <a:pt x="0" y="4286"/>
                    </a:lnTo>
                    <a:lnTo>
                      <a:pt x="857" y="0"/>
                    </a:lnTo>
                    <a:lnTo>
                      <a:pt x="7334" y="0"/>
                    </a:lnTo>
                    <a:lnTo>
                      <a:pt x="5905" y="6762"/>
                    </a:lnTo>
                    <a:close/>
                  </a:path>
                </a:pathLst>
              </a:custGeom>
              <a:ln w="4762">
                <a:solidFill>
                  <a:srgbClr val="000000"/>
                </a:solidFill>
              </a:ln>
            </p:spPr>
            <p:txBody>
              <a:bodyPr wrap="square" lIns="0" tIns="0" rIns="0" bIns="0" rtlCol="0"/>
              <a:lstStyle/>
              <a:p>
                <a:endParaRPr/>
              </a:p>
            </p:txBody>
          </p:sp>
          <p:sp>
            <p:nvSpPr>
              <p:cNvPr id="460" name="object 185">
                <a:extLst>
                  <a:ext uri="{FF2B5EF4-FFF2-40B4-BE49-F238E27FC236}">
                    <a16:creationId xmlns:a16="http://schemas.microsoft.com/office/drawing/2014/main" id="{18BD7969-C00D-2F02-ACA8-D56F162F67C4}"/>
                  </a:ext>
                </a:extLst>
              </p:cNvPr>
              <p:cNvSpPr/>
              <p:nvPr/>
            </p:nvSpPr>
            <p:spPr>
              <a:xfrm>
                <a:off x="3971912" y="2774341"/>
                <a:ext cx="7620" cy="6985"/>
              </a:xfrm>
              <a:custGeom>
                <a:avLst/>
                <a:gdLst/>
                <a:ahLst/>
                <a:cxnLst/>
                <a:rect l="l" t="t" r="r" b="b"/>
                <a:pathLst>
                  <a:path w="7620" h="6985">
                    <a:moveTo>
                      <a:pt x="7340" y="6858"/>
                    </a:moveTo>
                    <a:lnTo>
                      <a:pt x="5918" y="0"/>
                    </a:lnTo>
                    <a:lnTo>
                      <a:pt x="0" y="2476"/>
                    </a:lnTo>
                    <a:lnTo>
                      <a:pt x="863" y="6858"/>
                    </a:lnTo>
                    <a:lnTo>
                      <a:pt x="7340" y="6858"/>
                    </a:lnTo>
                    <a:close/>
                  </a:path>
                </a:pathLst>
              </a:custGeom>
              <a:solidFill>
                <a:srgbClr val="000000"/>
              </a:solidFill>
            </p:spPr>
            <p:txBody>
              <a:bodyPr wrap="square" lIns="0" tIns="0" rIns="0" bIns="0" rtlCol="0"/>
              <a:lstStyle/>
              <a:p>
                <a:endParaRPr/>
              </a:p>
            </p:txBody>
          </p:sp>
          <p:sp>
            <p:nvSpPr>
              <p:cNvPr id="461" name="object 186">
                <a:extLst>
                  <a:ext uri="{FF2B5EF4-FFF2-40B4-BE49-F238E27FC236}">
                    <a16:creationId xmlns:a16="http://schemas.microsoft.com/office/drawing/2014/main" id="{63F09535-7E3A-0E96-D6E9-0643D55A2768}"/>
                  </a:ext>
                </a:extLst>
              </p:cNvPr>
              <p:cNvSpPr/>
              <p:nvPr/>
            </p:nvSpPr>
            <p:spPr>
              <a:xfrm>
                <a:off x="3971925" y="2774340"/>
                <a:ext cx="7620" cy="6985"/>
              </a:xfrm>
              <a:custGeom>
                <a:avLst/>
                <a:gdLst/>
                <a:ahLst/>
                <a:cxnLst/>
                <a:rect l="l" t="t" r="r" b="b"/>
                <a:pathLst>
                  <a:path w="7620" h="6985">
                    <a:moveTo>
                      <a:pt x="7334" y="6858"/>
                    </a:moveTo>
                    <a:lnTo>
                      <a:pt x="857" y="6858"/>
                    </a:lnTo>
                    <a:lnTo>
                      <a:pt x="0" y="2476"/>
                    </a:lnTo>
                    <a:lnTo>
                      <a:pt x="5905" y="0"/>
                    </a:lnTo>
                    <a:lnTo>
                      <a:pt x="7334" y="6858"/>
                    </a:lnTo>
                    <a:close/>
                  </a:path>
                </a:pathLst>
              </a:custGeom>
              <a:ln w="4762">
                <a:solidFill>
                  <a:srgbClr val="000000"/>
                </a:solidFill>
              </a:ln>
            </p:spPr>
            <p:txBody>
              <a:bodyPr wrap="square" lIns="0" tIns="0" rIns="0" bIns="0" rtlCol="0"/>
              <a:lstStyle/>
              <a:p>
                <a:endParaRPr/>
              </a:p>
            </p:txBody>
          </p:sp>
          <p:sp>
            <p:nvSpPr>
              <p:cNvPr id="462" name="object 187">
                <a:extLst>
                  <a:ext uri="{FF2B5EF4-FFF2-40B4-BE49-F238E27FC236}">
                    <a16:creationId xmlns:a16="http://schemas.microsoft.com/office/drawing/2014/main" id="{B068C4BE-8051-E92E-173D-4F63A282A7F5}"/>
                  </a:ext>
                </a:extLst>
              </p:cNvPr>
              <p:cNvSpPr/>
              <p:nvPr/>
            </p:nvSpPr>
            <p:spPr>
              <a:xfrm>
                <a:off x="3969448" y="2768537"/>
                <a:ext cx="8890" cy="8890"/>
              </a:xfrm>
              <a:custGeom>
                <a:avLst/>
                <a:gdLst/>
                <a:ahLst/>
                <a:cxnLst/>
                <a:rect l="l" t="t" r="r" b="b"/>
                <a:pathLst>
                  <a:path w="8889" h="8889">
                    <a:moveTo>
                      <a:pt x="8382" y="5803"/>
                    </a:moveTo>
                    <a:lnTo>
                      <a:pt x="4559" y="0"/>
                    </a:lnTo>
                    <a:lnTo>
                      <a:pt x="0" y="4572"/>
                    </a:lnTo>
                    <a:lnTo>
                      <a:pt x="2463" y="8280"/>
                    </a:lnTo>
                    <a:lnTo>
                      <a:pt x="8382" y="5803"/>
                    </a:lnTo>
                    <a:close/>
                  </a:path>
                </a:pathLst>
              </a:custGeom>
              <a:solidFill>
                <a:srgbClr val="000000"/>
              </a:solidFill>
            </p:spPr>
            <p:txBody>
              <a:bodyPr wrap="square" lIns="0" tIns="0" rIns="0" bIns="0" rtlCol="0"/>
              <a:lstStyle/>
              <a:p>
                <a:endParaRPr/>
              </a:p>
            </p:txBody>
          </p:sp>
          <p:sp>
            <p:nvSpPr>
              <p:cNvPr id="463" name="object 188">
                <a:extLst>
                  <a:ext uri="{FF2B5EF4-FFF2-40B4-BE49-F238E27FC236}">
                    <a16:creationId xmlns:a16="http://schemas.microsoft.com/office/drawing/2014/main" id="{B53BCDF9-7D37-ECAD-548A-469948D8E07A}"/>
                  </a:ext>
                </a:extLst>
              </p:cNvPr>
              <p:cNvSpPr/>
              <p:nvPr/>
            </p:nvSpPr>
            <p:spPr>
              <a:xfrm>
                <a:off x="3969448" y="2768530"/>
                <a:ext cx="8890" cy="8890"/>
              </a:xfrm>
              <a:custGeom>
                <a:avLst/>
                <a:gdLst/>
                <a:ahLst/>
                <a:cxnLst/>
                <a:rect l="l" t="t" r="r" b="b"/>
                <a:pathLst>
                  <a:path w="8889" h="8889">
                    <a:moveTo>
                      <a:pt x="8382" y="5810"/>
                    </a:moveTo>
                    <a:lnTo>
                      <a:pt x="2476" y="8286"/>
                    </a:lnTo>
                    <a:lnTo>
                      <a:pt x="0" y="4571"/>
                    </a:lnTo>
                    <a:lnTo>
                      <a:pt x="4571" y="0"/>
                    </a:lnTo>
                    <a:lnTo>
                      <a:pt x="8382" y="5810"/>
                    </a:lnTo>
                    <a:close/>
                  </a:path>
                </a:pathLst>
              </a:custGeom>
              <a:ln w="4762">
                <a:solidFill>
                  <a:srgbClr val="000000"/>
                </a:solidFill>
              </a:ln>
            </p:spPr>
            <p:txBody>
              <a:bodyPr wrap="square" lIns="0" tIns="0" rIns="0" bIns="0" rtlCol="0"/>
              <a:lstStyle/>
              <a:p>
                <a:endParaRPr/>
              </a:p>
            </p:txBody>
          </p:sp>
          <p:sp>
            <p:nvSpPr>
              <p:cNvPr id="464" name="object 189">
                <a:extLst>
                  <a:ext uri="{FF2B5EF4-FFF2-40B4-BE49-F238E27FC236}">
                    <a16:creationId xmlns:a16="http://schemas.microsoft.com/office/drawing/2014/main" id="{578F49DF-8D59-5156-71E3-574D391F58CB}"/>
                  </a:ext>
                </a:extLst>
              </p:cNvPr>
              <p:cNvSpPr/>
              <p:nvPr/>
            </p:nvSpPr>
            <p:spPr>
              <a:xfrm>
                <a:off x="3965727" y="2764626"/>
                <a:ext cx="8890" cy="8890"/>
              </a:xfrm>
              <a:custGeom>
                <a:avLst/>
                <a:gdLst/>
                <a:ahLst/>
                <a:cxnLst/>
                <a:rect l="l" t="t" r="r" b="b"/>
                <a:pathLst>
                  <a:path w="8889" h="8889">
                    <a:moveTo>
                      <a:pt x="8280" y="3911"/>
                    </a:moveTo>
                    <a:lnTo>
                      <a:pt x="2476" y="0"/>
                    </a:lnTo>
                    <a:lnTo>
                      <a:pt x="0" y="6007"/>
                    </a:lnTo>
                    <a:lnTo>
                      <a:pt x="3721" y="8483"/>
                    </a:lnTo>
                    <a:lnTo>
                      <a:pt x="8280" y="3911"/>
                    </a:lnTo>
                    <a:close/>
                  </a:path>
                </a:pathLst>
              </a:custGeom>
              <a:solidFill>
                <a:srgbClr val="000000"/>
              </a:solidFill>
            </p:spPr>
            <p:txBody>
              <a:bodyPr wrap="square" lIns="0" tIns="0" rIns="0" bIns="0" rtlCol="0"/>
              <a:lstStyle/>
              <a:p>
                <a:endParaRPr/>
              </a:p>
            </p:txBody>
          </p:sp>
          <p:sp>
            <p:nvSpPr>
              <p:cNvPr id="465" name="object 190">
                <a:extLst>
                  <a:ext uri="{FF2B5EF4-FFF2-40B4-BE49-F238E27FC236}">
                    <a16:creationId xmlns:a16="http://schemas.microsoft.com/office/drawing/2014/main" id="{E134AB26-7DC5-8D73-A8F4-C73F2F19C8A4}"/>
                  </a:ext>
                </a:extLst>
              </p:cNvPr>
              <p:cNvSpPr/>
              <p:nvPr/>
            </p:nvSpPr>
            <p:spPr>
              <a:xfrm>
                <a:off x="3965733" y="2764625"/>
                <a:ext cx="8890" cy="8890"/>
              </a:xfrm>
              <a:custGeom>
                <a:avLst/>
                <a:gdLst/>
                <a:ahLst/>
                <a:cxnLst/>
                <a:rect l="l" t="t" r="r" b="b"/>
                <a:pathLst>
                  <a:path w="8889" h="8889">
                    <a:moveTo>
                      <a:pt x="8286" y="3904"/>
                    </a:moveTo>
                    <a:lnTo>
                      <a:pt x="3714" y="8476"/>
                    </a:lnTo>
                    <a:lnTo>
                      <a:pt x="0" y="6000"/>
                    </a:lnTo>
                    <a:lnTo>
                      <a:pt x="2476" y="0"/>
                    </a:lnTo>
                    <a:lnTo>
                      <a:pt x="8286" y="3904"/>
                    </a:lnTo>
                    <a:close/>
                  </a:path>
                </a:pathLst>
              </a:custGeom>
              <a:ln w="4762">
                <a:solidFill>
                  <a:srgbClr val="000000"/>
                </a:solidFill>
              </a:ln>
            </p:spPr>
            <p:txBody>
              <a:bodyPr wrap="square" lIns="0" tIns="0" rIns="0" bIns="0" rtlCol="0"/>
              <a:lstStyle/>
              <a:p>
                <a:endParaRPr/>
              </a:p>
            </p:txBody>
          </p:sp>
          <p:sp>
            <p:nvSpPr>
              <p:cNvPr id="466" name="object 191">
                <a:extLst>
                  <a:ext uri="{FF2B5EF4-FFF2-40B4-BE49-F238E27FC236}">
                    <a16:creationId xmlns:a16="http://schemas.microsoft.com/office/drawing/2014/main" id="{B9B2A8D7-F6AE-1A94-44F6-AF09184B7940}"/>
                  </a:ext>
                </a:extLst>
              </p:cNvPr>
              <p:cNvSpPr/>
              <p:nvPr/>
            </p:nvSpPr>
            <p:spPr>
              <a:xfrm>
                <a:off x="3961346" y="2763292"/>
                <a:ext cx="6985" cy="7620"/>
              </a:xfrm>
              <a:custGeom>
                <a:avLst/>
                <a:gdLst/>
                <a:ahLst/>
                <a:cxnLst/>
                <a:rect l="l" t="t" r="r" b="b"/>
                <a:pathLst>
                  <a:path w="6985" h="7619">
                    <a:moveTo>
                      <a:pt x="6858" y="1333"/>
                    </a:moveTo>
                    <a:lnTo>
                      <a:pt x="0" y="0"/>
                    </a:lnTo>
                    <a:lnTo>
                      <a:pt x="0" y="6477"/>
                    </a:lnTo>
                    <a:lnTo>
                      <a:pt x="4381" y="7340"/>
                    </a:lnTo>
                    <a:lnTo>
                      <a:pt x="6858" y="1333"/>
                    </a:lnTo>
                    <a:close/>
                  </a:path>
                </a:pathLst>
              </a:custGeom>
              <a:solidFill>
                <a:srgbClr val="000000"/>
              </a:solidFill>
            </p:spPr>
            <p:txBody>
              <a:bodyPr wrap="square" lIns="0" tIns="0" rIns="0" bIns="0" rtlCol="0"/>
              <a:lstStyle/>
              <a:p>
                <a:endParaRPr/>
              </a:p>
            </p:txBody>
          </p:sp>
          <p:sp>
            <p:nvSpPr>
              <p:cNvPr id="467" name="object 192">
                <a:extLst>
                  <a:ext uri="{FF2B5EF4-FFF2-40B4-BE49-F238E27FC236}">
                    <a16:creationId xmlns:a16="http://schemas.microsoft.com/office/drawing/2014/main" id="{8A195F16-E726-BD16-5028-C445F22E066C}"/>
                  </a:ext>
                </a:extLst>
              </p:cNvPr>
              <p:cNvSpPr/>
              <p:nvPr/>
            </p:nvSpPr>
            <p:spPr>
              <a:xfrm>
                <a:off x="3961352" y="2763292"/>
                <a:ext cx="6985" cy="7620"/>
              </a:xfrm>
              <a:custGeom>
                <a:avLst/>
                <a:gdLst/>
                <a:ahLst/>
                <a:cxnLst/>
                <a:rect l="l" t="t" r="r" b="b"/>
                <a:pathLst>
                  <a:path w="6985" h="7619">
                    <a:moveTo>
                      <a:pt x="6858" y="1333"/>
                    </a:moveTo>
                    <a:lnTo>
                      <a:pt x="4381" y="7334"/>
                    </a:lnTo>
                    <a:lnTo>
                      <a:pt x="0" y="6476"/>
                    </a:lnTo>
                    <a:lnTo>
                      <a:pt x="0" y="0"/>
                    </a:lnTo>
                    <a:lnTo>
                      <a:pt x="6858" y="1333"/>
                    </a:lnTo>
                    <a:close/>
                  </a:path>
                </a:pathLst>
              </a:custGeom>
              <a:ln w="4762">
                <a:solidFill>
                  <a:srgbClr val="000000"/>
                </a:solidFill>
              </a:ln>
            </p:spPr>
            <p:txBody>
              <a:bodyPr wrap="square" lIns="0" tIns="0" rIns="0" bIns="0" rtlCol="0"/>
              <a:lstStyle/>
              <a:p>
                <a:endParaRPr/>
              </a:p>
            </p:txBody>
          </p:sp>
          <p:sp>
            <p:nvSpPr>
              <p:cNvPr id="468" name="object 193">
                <a:extLst>
                  <a:ext uri="{FF2B5EF4-FFF2-40B4-BE49-F238E27FC236}">
                    <a16:creationId xmlns:a16="http://schemas.microsoft.com/office/drawing/2014/main" id="{06DD7B3C-CAAD-5144-FDAE-EB585CF0EDB0}"/>
                  </a:ext>
                </a:extLst>
              </p:cNvPr>
              <p:cNvSpPr/>
              <p:nvPr/>
            </p:nvSpPr>
            <p:spPr>
              <a:xfrm>
                <a:off x="3832568" y="2763292"/>
                <a:ext cx="128905" cy="6985"/>
              </a:xfrm>
              <a:custGeom>
                <a:avLst/>
                <a:gdLst/>
                <a:ahLst/>
                <a:cxnLst/>
                <a:rect l="l" t="t" r="r" b="b"/>
                <a:pathLst>
                  <a:path w="128904" h="6985">
                    <a:moveTo>
                      <a:pt x="128778" y="0"/>
                    </a:moveTo>
                    <a:lnTo>
                      <a:pt x="0" y="0"/>
                    </a:lnTo>
                    <a:lnTo>
                      <a:pt x="0" y="6477"/>
                    </a:lnTo>
                    <a:lnTo>
                      <a:pt x="128778" y="6477"/>
                    </a:lnTo>
                    <a:lnTo>
                      <a:pt x="128778" y="0"/>
                    </a:lnTo>
                    <a:close/>
                  </a:path>
                </a:pathLst>
              </a:custGeom>
              <a:solidFill>
                <a:srgbClr val="000000"/>
              </a:solidFill>
            </p:spPr>
            <p:txBody>
              <a:bodyPr wrap="square" lIns="0" tIns="0" rIns="0" bIns="0" rtlCol="0"/>
              <a:lstStyle/>
              <a:p>
                <a:endParaRPr/>
              </a:p>
            </p:txBody>
          </p:sp>
          <p:sp>
            <p:nvSpPr>
              <p:cNvPr id="469" name="object 194">
                <a:extLst>
                  <a:ext uri="{FF2B5EF4-FFF2-40B4-BE49-F238E27FC236}">
                    <a16:creationId xmlns:a16="http://schemas.microsoft.com/office/drawing/2014/main" id="{7C146D93-1B08-906E-9912-0ABDEB622592}"/>
                  </a:ext>
                </a:extLst>
              </p:cNvPr>
              <p:cNvSpPr/>
              <p:nvPr/>
            </p:nvSpPr>
            <p:spPr>
              <a:xfrm>
                <a:off x="3832574" y="2763292"/>
                <a:ext cx="128905" cy="6985"/>
              </a:xfrm>
              <a:custGeom>
                <a:avLst/>
                <a:gdLst/>
                <a:ahLst/>
                <a:cxnLst/>
                <a:rect l="l" t="t" r="r" b="b"/>
                <a:pathLst>
                  <a:path w="128904" h="6985">
                    <a:moveTo>
                      <a:pt x="128777" y="6476"/>
                    </a:moveTo>
                    <a:lnTo>
                      <a:pt x="128777" y="0"/>
                    </a:lnTo>
                    <a:lnTo>
                      <a:pt x="0" y="0"/>
                    </a:lnTo>
                    <a:lnTo>
                      <a:pt x="0" y="6476"/>
                    </a:lnTo>
                    <a:lnTo>
                      <a:pt x="128777" y="6476"/>
                    </a:lnTo>
                    <a:close/>
                  </a:path>
                </a:pathLst>
              </a:custGeom>
              <a:ln w="4762">
                <a:solidFill>
                  <a:srgbClr val="000000"/>
                </a:solidFill>
              </a:ln>
            </p:spPr>
            <p:txBody>
              <a:bodyPr wrap="square" lIns="0" tIns="0" rIns="0" bIns="0" rtlCol="0"/>
              <a:lstStyle/>
              <a:p>
                <a:endParaRPr/>
              </a:p>
            </p:txBody>
          </p:sp>
          <p:sp>
            <p:nvSpPr>
              <p:cNvPr id="470" name="object 195">
                <a:extLst>
                  <a:ext uri="{FF2B5EF4-FFF2-40B4-BE49-F238E27FC236}">
                    <a16:creationId xmlns:a16="http://schemas.microsoft.com/office/drawing/2014/main" id="{7D791293-C6A3-4034-8670-A1436C74E4CD}"/>
                  </a:ext>
                </a:extLst>
              </p:cNvPr>
              <p:cNvSpPr/>
              <p:nvPr/>
            </p:nvSpPr>
            <p:spPr>
              <a:xfrm>
                <a:off x="2179320" y="2771014"/>
                <a:ext cx="19685" cy="19685"/>
              </a:xfrm>
              <a:custGeom>
                <a:avLst/>
                <a:gdLst/>
                <a:ahLst/>
                <a:cxnLst/>
                <a:rect l="l" t="t" r="r" b="b"/>
                <a:pathLst>
                  <a:path w="19685" h="19685">
                    <a:moveTo>
                      <a:pt x="10756" y="19138"/>
                    </a:moveTo>
                    <a:lnTo>
                      <a:pt x="7518" y="18948"/>
                    </a:lnTo>
                    <a:lnTo>
                      <a:pt x="8280" y="19138"/>
                    </a:lnTo>
                    <a:lnTo>
                      <a:pt x="10096" y="19240"/>
                    </a:lnTo>
                    <a:lnTo>
                      <a:pt x="10756" y="19138"/>
                    </a:lnTo>
                    <a:close/>
                  </a:path>
                  <a:path w="19685" h="19685">
                    <a:moveTo>
                      <a:pt x="14287" y="17995"/>
                    </a:moveTo>
                    <a:lnTo>
                      <a:pt x="4762" y="17995"/>
                    </a:lnTo>
                    <a:lnTo>
                      <a:pt x="5715" y="18376"/>
                    </a:lnTo>
                    <a:lnTo>
                      <a:pt x="6464" y="18757"/>
                    </a:lnTo>
                    <a:lnTo>
                      <a:pt x="12661" y="18757"/>
                    </a:lnTo>
                    <a:lnTo>
                      <a:pt x="13716" y="18376"/>
                    </a:lnTo>
                    <a:lnTo>
                      <a:pt x="14287" y="17995"/>
                    </a:lnTo>
                    <a:close/>
                  </a:path>
                  <a:path w="19685" h="19685">
                    <a:moveTo>
                      <a:pt x="15811" y="16852"/>
                    </a:moveTo>
                    <a:lnTo>
                      <a:pt x="3327" y="16852"/>
                    </a:lnTo>
                    <a:lnTo>
                      <a:pt x="4089" y="17424"/>
                    </a:lnTo>
                    <a:lnTo>
                      <a:pt x="15138" y="17424"/>
                    </a:lnTo>
                    <a:lnTo>
                      <a:pt x="15811" y="16852"/>
                    </a:lnTo>
                    <a:close/>
                  </a:path>
                  <a:path w="19685" h="19685">
                    <a:moveTo>
                      <a:pt x="15811" y="2286"/>
                    </a:moveTo>
                    <a:lnTo>
                      <a:pt x="15138" y="1714"/>
                    </a:lnTo>
                    <a:lnTo>
                      <a:pt x="14287" y="1231"/>
                    </a:lnTo>
                    <a:lnTo>
                      <a:pt x="13716" y="850"/>
                    </a:lnTo>
                    <a:lnTo>
                      <a:pt x="12661" y="469"/>
                    </a:lnTo>
                    <a:lnTo>
                      <a:pt x="11899" y="190"/>
                    </a:lnTo>
                    <a:lnTo>
                      <a:pt x="10756" y="0"/>
                    </a:lnTo>
                    <a:lnTo>
                      <a:pt x="8280" y="0"/>
                    </a:lnTo>
                    <a:lnTo>
                      <a:pt x="7518" y="190"/>
                    </a:lnTo>
                    <a:lnTo>
                      <a:pt x="6464" y="469"/>
                    </a:lnTo>
                    <a:lnTo>
                      <a:pt x="5715" y="850"/>
                    </a:lnTo>
                    <a:lnTo>
                      <a:pt x="4762" y="1231"/>
                    </a:lnTo>
                    <a:lnTo>
                      <a:pt x="4089" y="1714"/>
                    </a:lnTo>
                    <a:lnTo>
                      <a:pt x="3327" y="2286"/>
                    </a:lnTo>
                    <a:lnTo>
                      <a:pt x="15811" y="2286"/>
                    </a:lnTo>
                    <a:close/>
                  </a:path>
                  <a:path w="19685" h="19685">
                    <a:moveTo>
                      <a:pt x="17132" y="3619"/>
                    </a:moveTo>
                    <a:lnTo>
                      <a:pt x="16560" y="2946"/>
                    </a:lnTo>
                    <a:lnTo>
                      <a:pt x="2667" y="2946"/>
                    </a:lnTo>
                    <a:lnTo>
                      <a:pt x="1993" y="3619"/>
                    </a:lnTo>
                    <a:lnTo>
                      <a:pt x="17132" y="3619"/>
                    </a:lnTo>
                    <a:close/>
                  </a:path>
                  <a:path w="19685" h="19685">
                    <a:moveTo>
                      <a:pt x="19227" y="9613"/>
                    </a:moveTo>
                    <a:lnTo>
                      <a:pt x="19138" y="8763"/>
                    </a:lnTo>
                    <a:lnTo>
                      <a:pt x="19050" y="7810"/>
                    </a:lnTo>
                    <a:lnTo>
                      <a:pt x="18846" y="6946"/>
                    </a:lnTo>
                    <a:lnTo>
                      <a:pt x="18567" y="5994"/>
                    </a:lnTo>
                    <a:lnTo>
                      <a:pt x="18097" y="5232"/>
                    </a:lnTo>
                    <a:lnTo>
                      <a:pt x="17703" y="4381"/>
                    </a:lnTo>
                    <a:lnTo>
                      <a:pt x="1524" y="4381"/>
                    </a:lnTo>
                    <a:lnTo>
                      <a:pt x="1041" y="5232"/>
                    </a:lnTo>
                    <a:lnTo>
                      <a:pt x="660" y="5994"/>
                    </a:lnTo>
                    <a:lnTo>
                      <a:pt x="381" y="6946"/>
                    </a:lnTo>
                    <a:lnTo>
                      <a:pt x="177" y="7810"/>
                    </a:lnTo>
                    <a:lnTo>
                      <a:pt x="0" y="8763"/>
                    </a:lnTo>
                    <a:lnTo>
                      <a:pt x="0" y="9613"/>
                    </a:lnTo>
                    <a:lnTo>
                      <a:pt x="0" y="10566"/>
                    </a:lnTo>
                    <a:lnTo>
                      <a:pt x="1524" y="14757"/>
                    </a:lnTo>
                    <a:lnTo>
                      <a:pt x="1993" y="15519"/>
                    </a:lnTo>
                    <a:lnTo>
                      <a:pt x="2667" y="16281"/>
                    </a:lnTo>
                    <a:lnTo>
                      <a:pt x="16560" y="16281"/>
                    </a:lnTo>
                    <a:lnTo>
                      <a:pt x="17132" y="15519"/>
                    </a:lnTo>
                    <a:lnTo>
                      <a:pt x="17703" y="14757"/>
                    </a:lnTo>
                    <a:lnTo>
                      <a:pt x="18097" y="13995"/>
                    </a:lnTo>
                    <a:lnTo>
                      <a:pt x="18567" y="13144"/>
                    </a:lnTo>
                    <a:lnTo>
                      <a:pt x="18846" y="12280"/>
                    </a:lnTo>
                    <a:lnTo>
                      <a:pt x="19050" y="11430"/>
                    </a:lnTo>
                    <a:lnTo>
                      <a:pt x="19138" y="10566"/>
                    </a:lnTo>
                    <a:lnTo>
                      <a:pt x="19227" y="9613"/>
                    </a:lnTo>
                    <a:close/>
                  </a:path>
                </a:pathLst>
              </a:custGeom>
              <a:solidFill>
                <a:srgbClr val="000000"/>
              </a:solidFill>
            </p:spPr>
            <p:txBody>
              <a:bodyPr wrap="square" lIns="0" tIns="0" rIns="0" bIns="0" rtlCol="0"/>
              <a:lstStyle/>
              <a:p>
                <a:endParaRPr/>
              </a:p>
            </p:txBody>
          </p:sp>
          <p:sp>
            <p:nvSpPr>
              <p:cNvPr id="471" name="object 196">
                <a:extLst>
                  <a:ext uri="{FF2B5EF4-FFF2-40B4-BE49-F238E27FC236}">
                    <a16:creationId xmlns:a16="http://schemas.microsoft.com/office/drawing/2014/main" id="{BF9AD518-E2DE-C08B-8322-E71E6C08EBE5}"/>
                  </a:ext>
                </a:extLst>
              </p:cNvPr>
              <p:cNvSpPr/>
              <p:nvPr/>
            </p:nvSpPr>
            <p:spPr>
              <a:xfrm>
                <a:off x="2179320" y="2771007"/>
                <a:ext cx="19685" cy="19685"/>
              </a:xfrm>
              <a:custGeom>
                <a:avLst/>
                <a:gdLst/>
                <a:ahLst/>
                <a:cxnLst/>
                <a:rect l="l" t="t" r="r" b="b"/>
                <a:pathLst>
                  <a:path w="19685" h="19685">
                    <a:moveTo>
                      <a:pt x="19240" y="9620"/>
                    </a:moveTo>
                    <a:lnTo>
                      <a:pt x="10096" y="0"/>
                    </a:lnTo>
                    <a:lnTo>
                      <a:pt x="8286" y="0"/>
                    </a:lnTo>
                    <a:lnTo>
                      <a:pt x="0" y="8762"/>
                    </a:lnTo>
                    <a:lnTo>
                      <a:pt x="0" y="10572"/>
                    </a:lnTo>
                    <a:lnTo>
                      <a:pt x="10096" y="19240"/>
                    </a:lnTo>
                    <a:lnTo>
                      <a:pt x="11906" y="18954"/>
                    </a:lnTo>
                    <a:lnTo>
                      <a:pt x="19240" y="9620"/>
                    </a:lnTo>
                    <a:close/>
                  </a:path>
                  <a:path w="19685" h="19685">
                    <a:moveTo>
                      <a:pt x="19240" y="9620"/>
                    </a:moveTo>
                    <a:lnTo>
                      <a:pt x="9715" y="0"/>
                    </a:lnTo>
                    <a:lnTo>
                      <a:pt x="8191" y="95"/>
                    </a:lnTo>
                    <a:lnTo>
                      <a:pt x="95" y="9620"/>
                    </a:lnTo>
                    <a:lnTo>
                      <a:pt x="190" y="11048"/>
                    </a:lnTo>
                    <a:lnTo>
                      <a:pt x="9715" y="19145"/>
                    </a:lnTo>
                    <a:lnTo>
                      <a:pt x="11239" y="19049"/>
                    </a:lnTo>
                    <a:lnTo>
                      <a:pt x="19240" y="9620"/>
                    </a:lnTo>
                    <a:close/>
                  </a:path>
                </a:pathLst>
              </a:custGeom>
              <a:ln w="4762">
                <a:solidFill>
                  <a:srgbClr val="000000"/>
                </a:solidFill>
              </a:ln>
            </p:spPr>
            <p:txBody>
              <a:bodyPr wrap="square" lIns="0" tIns="0" rIns="0" bIns="0" rtlCol="0"/>
              <a:lstStyle/>
              <a:p>
                <a:endParaRPr/>
              </a:p>
            </p:txBody>
          </p:sp>
          <p:sp>
            <p:nvSpPr>
              <p:cNvPr id="472" name="object 197">
                <a:extLst>
                  <a:ext uri="{FF2B5EF4-FFF2-40B4-BE49-F238E27FC236}">
                    <a16:creationId xmlns:a16="http://schemas.microsoft.com/office/drawing/2014/main" id="{64A659A7-0FB1-1C7A-0A86-21127CA1377E}"/>
                  </a:ext>
                </a:extLst>
              </p:cNvPr>
              <p:cNvSpPr/>
              <p:nvPr/>
            </p:nvSpPr>
            <p:spPr>
              <a:xfrm>
                <a:off x="2282660" y="2771014"/>
                <a:ext cx="19685" cy="19685"/>
              </a:xfrm>
              <a:custGeom>
                <a:avLst/>
                <a:gdLst/>
                <a:ahLst/>
                <a:cxnLst/>
                <a:rect l="l" t="t" r="r" b="b"/>
                <a:pathLst>
                  <a:path w="19685" h="19685">
                    <a:moveTo>
                      <a:pt x="10668" y="19138"/>
                    </a:moveTo>
                    <a:lnTo>
                      <a:pt x="7518" y="18948"/>
                    </a:lnTo>
                    <a:lnTo>
                      <a:pt x="8293" y="19138"/>
                    </a:lnTo>
                    <a:lnTo>
                      <a:pt x="10096" y="19240"/>
                    </a:lnTo>
                    <a:lnTo>
                      <a:pt x="10668" y="19138"/>
                    </a:lnTo>
                    <a:close/>
                  </a:path>
                  <a:path w="19685" h="19685">
                    <a:moveTo>
                      <a:pt x="14287" y="17995"/>
                    </a:moveTo>
                    <a:lnTo>
                      <a:pt x="4762" y="17995"/>
                    </a:lnTo>
                    <a:lnTo>
                      <a:pt x="5715" y="18376"/>
                    </a:lnTo>
                    <a:lnTo>
                      <a:pt x="6477" y="18757"/>
                    </a:lnTo>
                    <a:lnTo>
                      <a:pt x="12661" y="18757"/>
                    </a:lnTo>
                    <a:lnTo>
                      <a:pt x="13716" y="18376"/>
                    </a:lnTo>
                    <a:lnTo>
                      <a:pt x="14287" y="17995"/>
                    </a:lnTo>
                    <a:close/>
                  </a:path>
                  <a:path w="19685" h="19685">
                    <a:moveTo>
                      <a:pt x="15811" y="16852"/>
                    </a:moveTo>
                    <a:lnTo>
                      <a:pt x="3327" y="16852"/>
                    </a:lnTo>
                    <a:lnTo>
                      <a:pt x="4102" y="17424"/>
                    </a:lnTo>
                    <a:lnTo>
                      <a:pt x="15151" y="17424"/>
                    </a:lnTo>
                    <a:lnTo>
                      <a:pt x="15811" y="16852"/>
                    </a:lnTo>
                    <a:close/>
                  </a:path>
                  <a:path w="19685" h="19685">
                    <a:moveTo>
                      <a:pt x="15811" y="2286"/>
                    </a:moveTo>
                    <a:lnTo>
                      <a:pt x="15151" y="1714"/>
                    </a:lnTo>
                    <a:lnTo>
                      <a:pt x="14287" y="1231"/>
                    </a:lnTo>
                    <a:lnTo>
                      <a:pt x="13716" y="850"/>
                    </a:lnTo>
                    <a:lnTo>
                      <a:pt x="12661" y="469"/>
                    </a:lnTo>
                    <a:lnTo>
                      <a:pt x="11912" y="190"/>
                    </a:lnTo>
                    <a:lnTo>
                      <a:pt x="10668" y="0"/>
                    </a:lnTo>
                    <a:lnTo>
                      <a:pt x="8293" y="0"/>
                    </a:lnTo>
                    <a:lnTo>
                      <a:pt x="7518" y="190"/>
                    </a:lnTo>
                    <a:lnTo>
                      <a:pt x="6477" y="469"/>
                    </a:lnTo>
                    <a:lnTo>
                      <a:pt x="5715" y="850"/>
                    </a:lnTo>
                    <a:lnTo>
                      <a:pt x="4762" y="1231"/>
                    </a:lnTo>
                    <a:lnTo>
                      <a:pt x="4102" y="1714"/>
                    </a:lnTo>
                    <a:lnTo>
                      <a:pt x="3327" y="2286"/>
                    </a:lnTo>
                    <a:lnTo>
                      <a:pt x="15811" y="2286"/>
                    </a:lnTo>
                    <a:close/>
                  </a:path>
                  <a:path w="19685" h="19685">
                    <a:moveTo>
                      <a:pt x="17145" y="3619"/>
                    </a:moveTo>
                    <a:lnTo>
                      <a:pt x="16573" y="2946"/>
                    </a:lnTo>
                    <a:lnTo>
                      <a:pt x="2667" y="2946"/>
                    </a:lnTo>
                    <a:lnTo>
                      <a:pt x="2006" y="3619"/>
                    </a:lnTo>
                    <a:lnTo>
                      <a:pt x="17145" y="3619"/>
                    </a:lnTo>
                    <a:close/>
                  </a:path>
                  <a:path w="19685" h="19685">
                    <a:moveTo>
                      <a:pt x="19240" y="9613"/>
                    </a:moveTo>
                    <a:lnTo>
                      <a:pt x="19138" y="8763"/>
                    </a:lnTo>
                    <a:lnTo>
                      <a:pt x="19050" y="7810"/>
                    </a:lnTo>
                    <a:lnTo>
                      <a:pt x="18859" y="6946"/>
                    </a:lnTo>
                    <a:lnTo>
                      <a:pt x="18567" y="5994"/>
                    </a:lnTo>
                    <a:lnTo>
                      <a:pt x="18097" y="5232"/>
                    </a:lnTo>
                    <a:lnTo>
                      <a:pt x="17716" y="4381"/>
                    </a:lnTo>
                    <a:lnTo>
                      <a:pt x="1524" y="4381"/>
                    </a:lnTo>
                    <a:lnTo>
                      <a:pt x="1041" y="5232"/>
                    </a:lnTo>
                    <a:lnTo>
                      <a:pt x="660" y="5994"/>
                    </a:lnTo>
                    <a:lnTo>
                      <a:pt x="292" y="6946"/>
                    </a:lnTo>
                    <a:lnTo>
                      <a:pt x="190" y="7810"/>
                    </a:lnTo>
                    <a:lnTo>
                      <a:pt x="0" y="8763"/>
                    </a:lnTo>
                    <a:lnTo>
                      <a:pt x="0" y="9613"/>
                    </a:lnTo>
                    <a:lnTo>
                      <a:pt x="0" y="10566"/>
                    </a:lnTo>
                    <a:lnTo>
                      <a:pt x="190" y="11430"/>
                    </a:lnTo>
                    <a:lnTo>
                      <a:pt x="292" y="12280"/>
                    </a:lnTo>
                    <a:lnTo>
                      <a:pt x="660" y="13144"/>
                    </a:lnTo>
                    <a:lnTo>
                      <a:pt x="1041" y="13995"/>
                    </a:lnTo>
                    <a:lnTo>
                      <a:pt x="1524" y="14757"/>
                    </a:lnTo>
                    <a:lnTo>
                      <a:pt x="2006" y="15519"/>
                    </a:lnTo>
                    <a:lnTo>
                      <a:pt x="2667" y="16281"/>
                    </a:lnTo>
                    <a:lnTo>
                      <a:pt x="16573" y="16281"/>
                    </a:lnTo>
                    <a:lnTo>
                      <a:pt x="17145" y="15519"/>
                    </a:lnTo>
                    <a:lnTo>
                      <a:pt x="17716" y="14757"/>
                    </a:lnTo>
                    <a:lnTo>
                      <a:pt x="18097" y="13995"/>
                    </a:lnTo>
                    <a:lnTo>
                      <a:pt x="18567" y="13144"/>
                    </a:lnTo>
                    <a:lnTo>
                      <a:pt x="18859" y="12280"/>
                    </a:lnTo>
                    <a:lnTo>
                      <a:pt x="19050" y="11430"/>
                    </a:lnTo>
                    <a:lnTo>
                      <a:pt x="19138" y="10566"/>
                    </a:lnTo>
                    <a:lnTo>
                      <a:pt x="19240" y="9613"/>
                    </a:lnTo>
                    <a:close/>
                  </a:path>
                </a:pathLst>
              </a:custGeom>
              <a:solidFill>
                <a:srgbClr val="000000"/>
              </a:solidFill>
            </p:spPr>
            <p:txBody>
              <a:bodyPr wrap="square" lIns="0" tIns="0" rIns="0" bIns="0" rtlCol="0"/>
              <a:lstStyle/>
              <a:p>
                <a:endParaRPr/>
              </a:p>
            </p:txBody>
          </p:sp>
          <p:sp>
            <p:nvSpPr>
              <p:cNvPr id="473" name="object 198">
                <a:extLst>
                  <a:ext uri="{FF2B5EF4-FFF2-40B4-BE49-F238E27FC236}">
                    <a16:creationId xmlns:a16="http://schemas.microsoft.com/office/drawing/2014/main" id="{D887A59D-1FB9-3E21-DA50-93D8B5E69F83}"/>
                  </a:ext>
                </a:extLst>
              </p:cNvPr>
              <p:cNvSpPr/>
              <p:nvPr/>
            </p:nvSpPr>
            <p:spPr>
              <a:xfrm>
                <a:off x="2282666" y="2771007"/>
                <a:ext cx="19685" cy="19685"/>
              </a:xfrm>
              <a:custGeom>
                <a:avLst/>
                <a:gdLst/>
                <a:ahLst/>
                <a:cxnLst/>
                <a:rect l="l" t="t" r="r" b="b"/>
                <a:pathLst>
                  <a:path w="19685" h="19685">
                    <a:moveTo>
                      <a:pt x="19240" y="9620"/>
                    </a:moveTo>
                    <a:lnTo>
                      <a:pt x="10096" y="0"/>
                    </a:lnTo>
                    <a:lnTo>
                      <a:pt x="8286" y="0"/>
                    </a:lnTo>
                    <a:lnTo>
                      <a:pt x="0" y="8762"/>
                    </a:lnTo>
                    <a:lnTo>
                      <a:pt x="0" y="10572"/>
                    </a:lnTo>
                    <a:lnTo>
                      <a:pt x="10096" y="19240"/>
                    </a:lnTo>
                    <a:lnTo>
                      <a:pt x="11906" y="18954"/>
                    </a:lnTo>
                    <a:lnTo>
                      <a:pt x="19240" y="9620"/>
                    </a:lnTo>
                    <a:close/>
                  </a:path>
                  <a:path w="19685" h="19685">
                    <a:moveTo>
                      <a:pt x="19240" y="9620"/>
                    </a:moveTo>
                    <a:lnTo>
                      <a:pt x="9715" y="0"/>
                    </a:lnTo>
                    <a:lnTo>
                      <a:pt x="8191" y="95"/>
                    </a:lnTo>
                    <a:lnTo>
                      <a:pt x="95" y="9620"/>
                    </a:lnTo>
                    <a:lnTo>
                      <a:pt x="190" y="11048"/>
                    </a:lnTo>
                    <a:lnTo>
                      <a:pt x="9715" y="19145"/>
                    </a:lnTo>
                    <a:lnTo>
                      <a:pt x="11239" y="19049"/>
                    </a:lnTo>
                    <a:lnTo>
                      <a:pt x="19240" y="9620"/>
                    </a:lnTo>
                    <a:close/>
                  </a:path>
                </a:pathLst>
              </a:custGeom>
              <a:ln w="4762">
                <a:solidFill>
                  <a:srgbClr val="000000"/>
                </a:solidFill>
              </a:ln>
            </p:spPr>
            <p:txBody>
              <a:bodyPr wrap="square" lIns="0" tIns="0" rIns="0" bIns="0" rtlCol="0"/>
              <a:lstStyle/>
              <a:p>
                <a:endParaRPr/>
              </a:p>
            </p:txBody>
          </p:sp>
          <p:sp>
            <p:nvSpPr>
              <p:cNvPr id="474" name="object 199">
                <a:extLst>
                  <a:ext uri="{FF2B5EF4-FFF2-40B4-BE49-F238E27FC236}">
                    <a16:creationId xmlns:a16="http://schemas.microsoft.com/office/drawing/2014/main" id="{A826F582-D0E2-AD64-91F4-449519E35BEC}"/>
                  </a:ext>
                </a:extLst>
              </p:cNvPr>
              <p:cNvSpPr/>
              <p:nvPr/>
            </p:nvSpPr>
            <p:spPr>
              <a:xfrm>
                <a:off x="2386000" y="2771014"/>
                <a:ext cx="19685" cy="19685"/>
              </a:xfrm>
              <a:custGeom>
                <a:avLst/>
                <a:gdLst/>
                <a:ahLst/>
                <a:cxnLst/>
                <a:rect l="l" t="t" r="r" b="b"/>
                <a:pathLst>
                  <a:path w="19685" h="19685">
                    <a:moveTo>
                      <a:pt x="10680" y="19138"/>
                    </a:moveTo>
                    <a:lnTo>
                      <a:pt x="7531" y="18948"/>
                    </a:lnTo>
                    <a:lnTo>
                      <a:pt x="8293" y="19138"/>
                    </a:lnTo>
                    <a:lnTo>
                      <a:pt x="10096" y="19240"/>
                    </a:lnTo>
                    <a:lnTo>
                      <a:pt x="10680" y="19138"/>
                    </a:lnTo>
                    <a:close/>
                  </a:path>
                  <a:path w="19685" h="19685">
                    <a:moveTo>
                      <a:pt x="13627" y="18376"/>
                    </a:moveTo>
                    <a:lnTo>
                      <a:pt x="5715" y="18376"/>
                    </a:lnTo>
                    <a:lnTo>
                      <a:pt x="6489" y="18757"/>
                    </a:lnTo>
                    <a:lnTo>
                      <a:pt x="12674" y="18757"/>
                    </a:lnTo>
                    <a:lnTo>
                      <a:pt x="13627" y="18376"/>
                    </a:lnTo>
                    <a:close/>
                  </a:path>
                  <a:path w="19685" h="19685">
                    <a:moveTo>
                      <a:pt x="15151" y="17424"/>
                    </a:moveTo>
                    <a:lnTo>
                      <a:pt x="4102" y="17424"/>
                    </a:lnTo>
                    <a:lnTo>
                      <a:pt x="4762" y="17995"/>
                    </a:lnTo>
                    <a:lnTo>
                      <a:pt x="14287" y="17995"/>
                    </a:lnTo>
                    <a:lnTo>
                      <a:pt x="15151" y="17424"/>
                    </a:lnTo>
                    <a:close/>
                  </a:path>
                  <a:path w="19685" h="19685">
                    <a:moveTo>
                      <a:pt x="16586" y="2946"/>
                    </a:moveTo>
                    <a:lnTo>
                      <a:pt x="15811" y="2286"/>
                    </a:lnTo>
                    <a:lnTo>
                      <a:pt x="15151" y="1714"/>
                    </a:lnTo>
                    <a:lnTo>
                      <a:pt x="14287" y="1231"/>
                    </a:lnTo>
                    <a:lnTo>
                      <a:pt x="13627" y="850"/>
                    </a:lnTo>
                    <a:lnTo>
                      <a:pt x="12674" y="469"/>
                    </a:lnTo>
                    <a:lnTo>
                      <a:pt x="11912" y="190"/>
                    </a:lnTo>
                    <a:lnTo>
                      <a:pt x="10680" y="0"/>
                    </a:lnTo>
                    <a:lnTo>
                      <a:pt x="8293" y="0"/>
                    </a:lnTo>
                    <a:lnTo>
                      <a:pt x="7531" y="190"/>
                    </a:lnTo>
                    <a:lnTo>
                      <a:pt x="6489" y="469"/>
                    </a:lnTo>
                    <a:lnTo>
                      <a:pt x="5715" y="850"/>
                    </a:lnTo>
                    <a:lnTo>
                      <a:pt x="4762" y="1231"/>
                    </a:lnTo>
                    <a:lnTo>
                      <a:pt x="4102" y="1714"/>
                    </a:lnTo>
                    <a:lnTo>
                      <a:pt x="3251" y="2286"/>
                    </a:lnTo>
                    <a:lnTo>
                      <a:pt x="2667" y="2946"/>
                    </a:lnTo>
                    <a:lnTo>
                      <a:pt x="16586" y="2946"/>
                    </a:lnTo>
                    <a:close/>
                  </a:path>
                  <a:path w="19685" h="19685">
                    <a:moveTo>
                      <a:pt x="19253" y="9613"/>
                    </a:moveTo>
                    <a:lnTo>
                      <a:pt x="19151" y="8763"/>
                    </a:lnTo>
                    <a:lnTo>
                      <a:pt x="19050" y="7810"/>
                    </a:lnTo>
                    <a:lnTo>
                      <a:pt x="18770" y="6946"/>
                    </a:lnTo>
                    <a:lnTo>
                      <a:pt x="18580" y="5994"/>
                    </a:lnTo>
                    <a:lnTo>
                      <a:pt x="18110" y="5232"/>
                    </a:lnTo>
                    <a:lnTo>
                      <a:pt x="17729" y="4381"/>
                    </a:lnTo>
                    <a:lnTo>
                      <a:pt x="17157" y="3619"/>
                    </a:lnTo>
                    <a:lnTo>
                      <a:pt x="2006" y="3619"/>
                    </a:lnTo>
                    <a:lnTo>
                      <a:pt x="203" y="7810"/>
                    </a:lnTo>
                    <a:lnTo>
                      <a:pt x="0" y="8763"/>
                    </a:lnTo>
                    <a:lnTo>
                      <a:pt x="0" y="9613"/>
                    </a:lnTo>
                    <a:lnTo>
                      <a:pt x="0" y="10566"/>
                    </a:lnTo>
                    <a:lnTo>
                      <a:pt x="203" y="11430"/>
                    </a:lnTo>
                    <a:lnTo>
                      <a:pt x="2667" y="16281"/>
                    </a:lnTo>
                    <a:lnTo>
                      <a:pt x="16586" y="16281"/>
                    </a:lnTo>
                    <a:lnTo>
                      <a:pt x="17157" y="15519"/>
                    </a:lnTo>
                    <a:lnTo>
                      <a:pt x="17729" y="14757"/>
                    </a:lnTo>
                    <a:lnTo>
                      <a:pt x="18110" y="13995"/>
                    </a:lnTo>
                    <a:lnTo>
                      <a:pt x="18580" y="13144"/>
                    </a:lnTo>
                    <a:lnTo>
                      <a:pt x="18770" y="12280"/>
                    </a:lnTo>
                    <a:lnTo>
                      <a:pt x="19050" y="11430"/>
                    </a:lnTo>
                    <a:lnTo>
                      <a:pt x="19151" y="10566"/>
                    </a:lnTo>
                    <a:lnTo>
                      <a:pt x="19253" y="9613"/>
                    </a:lnTo>
                    <a:close/>
                  </a:path>
                </a:pathLst>
              </a:custGeom>
              <a:solidFill>
                <a:srgbClr val="000000"/>
              </a:solidFill>
            </p:spPr>
            <p:txBody>
              <a:bodyPr wrap="square" lIns="0" tIns="0" rIns="0" bIns="0" rtlCol="0"/>
              <a:lstStyle/>
              <a:p>
                <a:endParaRPr/>
              </a:p>
            </p:txBody>
          </p:sp>
          <p:sp>
            <p:nvSpPr>
              <p:cNvPr id="475" name="object 200">
                <a:extLst>
                  <a:ext uri="{FF2B5EF4-FFF2-40B4-BE49-F238E27FC236}">
                    <a16:creationId xmlns:a16="http://schemas.microsoft.com/office/drawing/2014/main" id="{9F2794AD-DCBF-A807-1D30-94846A497B7E}"/>
                  </a:ext>
                </a:extLst>
              </p:cNvPr>
              <p:cNvSpPr/>
              <p:nvPr/>
            </p:nvSpPr>
            <p:spPr>
              <a:xfrm>
                <a:off x="2386012" y="2771007"/>
                <a:ext cx="19685" cy="19685"/>
              </a:xfrm>
              <a:custGeom>
                <a:avLst/>
                <a:gdLst/>
                <a:ahLst/>
                <a:cxnLst/>
                <a:rect l="l" t="t" r="r" b="b"/>
                <a:pathLst>
                  <a:path w="19685" h="19685">
                    <a:moveTo>
                      <a:pt x="19240" y="9620"/>
                    </a:moveTo>
                    <a:lnTo>
                      <a:pt x="10096" y="0"/>
                    </a:lnTo>
                    <a:lnTo>
                      <a:pt x="8286" y="0"/>
                    </a:lnTo>
                    <a:lnTo>
                      <a:pt x="0" y="8762"/>
                    </a:lnTo>
                    <a:lnTo>
                      <a:pt x="0" y="10572"/>
                    </a:lnTo>
                    <a:lnTo>
                      <a:pt x="10096" y="19240"/>
                    </a:lnTo>
                    <a:lnTo>
                      <a:pt x="11906" y="18954"/>
                    </a:lnTo>
                    <a:lnTo>
                      <a:pt x="19240" y="9620"/>
                    </a:lnTo>
                    <a:close/>
                  </a:path>
                  <a:path w="19685" h="19685">
                    <a:moveTo>
                      <a:pt x="19240" y="9620"/>
                    </a:moveTo>
                    <a:lnTo>
                      <a:pt x="9715" y="0"/>
                    </a:lnTo>
                    <a:lnTo>
                      <a:pt x="8191" y="95"/>
                    </a:lnTo>
                    <a:lnTo>
                      <a:pt x="95" y="9620"/>
                    </a:lnTo>
                    <a:lnTo>
                      <a:pt x="190" y="11048"/>
                    </a:lnTo>
                    <a:lnTo>
                      <a:pt x="9715" y="19145"/>
                    </a:lnTo>
                    <a:lnTo>
                      <a:pt x="11239" y="19049"/>
                    </a:lnTo>
                    <a:lnTo>
                      <a:pt x="19240" y="9620"/>
                    </a:lnTo>
                    <a:close/>
                  </a:path>
                </a:pathLst>
              </a:custGeom>
              <a:ln w="4762">
                <a:solidFill>
                  <a:srgbClr val="000000"/>
                </a:solidFill>
              </a:ln>
            </p:spPr>
            <p:txBody>
              <a:bodyPr wrap="square" lIns="0" tIns="0" rIns="0" bIns="0" rtlCol="0"/>
              <a:lstStyle/>
              <a:p>
                <a:endParaRPr/>
              </a:p>
            </p:txBody>
          </p:sp>
          <p:sp>
            <p:nvSpPr>
              <p:cNvPr id="476" name="object 201">
                <a:extLst>
                  <a:ext uri="{FF2B5EF4-FFF2-40B4-BE49-F238E27FC236}">
                    <a16:creationId xmlns:a16="http://schemas.microsoft.com/office/drawing/2014/main" id="{03165A84-CCD8-FD27-488C-FFEE101098BF}"/>
                  </a:ext>
                </a:extLst>
              </p:cNvPr>
              <p:cNvSpPr/>
              <p:nvPr/>
            </p:nvSpPr>
            <p:spPr>
              <a:xfrm>
                <a:off x="2489352" y="2771014"/>
                <a:ext cx="19685" cy="19685"/>
              </a:xfrm>
              <a:custGeom>
                <a:avLst/>
                <a:gdLst/>
                <a:ahLst/>
                <a:cxnLst/>
                <a:rect l="l" t="t" r="r" b="b"/>
                <a:pathLst>
                  <a:path w="19685" h="19685">
                    <a:moveTo>
                      <a:pt x="10668" y="19138"/>
                    </a:moveTo>
                    <a:lnTo>
                      <a:pt x="7531" y="18948"/>
                    </a:lnTo>
                    <a:lnTo>
                      <a:pt x="8191" y="19138"/>
                    </a:lnTo>
                    <a:lnTo>
                      <a:pt x="10096" y="19240"/>
                    </a:lnTo>
                    <a:lnTo>
                      <a:pt x="10668" y="19138"/>
                    </a:lnTo>
                    <a:close/>
                  </a:path>
                  <a:path w="19685" h="19685">
                    <a:moveTo>
                      <a:pt x="13614" y="18376"/>
                    </a:moveTo>
                    <a:lnTo>
                      <a:pt x="5715" y="18376"/>
                    </a:lnTo>
                    <a:lnTo>
                      <a:pt x="6477" y="18757"/>
                    </a:lnTo>
                    <a:lnTo>
                      <a:pt x="12674" y="18757"/>
                    </a:lnTo>
                    <a:lnTo>
                      <a:pt x="13614" y="18376"/>
                    </a:lnTo>
                    <a:close/>
                  </a:path>
                  <a:path w="19685" h="19685">
                    <a:moveTo>
                      <a:pt x="15138" y="17424"/>
                    </a:moveTo>
                    <a:lnTo>
                      <a:pt x="4089" y="17424"/>
                    </a:lnTo>
                    <a:lnTo>
                      <a:pt x="4762" y="17995"/>
                    </a:lnTo>
                    <a:lnTo>
                      <a:pt x="14287" y="17995"/>
                    </a:lnTo>
                    <a:lnTo>
                      <a:pt x="15138" y="17424"/>
                    </a:lnTo>
                    <a:close/>
                  </a:path>
                  <a:path w="19685" h="19685">
                    <a:moveTo>
                      <a:pt x="16573" y="2946"/>
                    </a:moveTo>
                    <a:lnTo>
                      <a:pt x="10668" y="0"/>
                    </a:lnTo>
                    <a:lnTo>
                      <a:pt x="8191" y="0"/>
                    </a:lnTo>
                    <a:lnTo>
                      <a:pt x="7531" y="190"/>
                    </a:lnTo>
                    <a:lnTo>
                      <a:pt x="6477" y="469"/>
                    </a:lnTo>
                    <a:lnTo>
                      <a:pt x="5715" y="850"/>
                    </a:lnTo>
                    <a:lnTo>
                      <a:pt x="4762" y="1231"/>
                    </a:lnTo>
                    <a:lnTo>
                      <a:pt x="4089" y="1714"/>
                    </a:lnTo>
                    <a:lnTo>
                      <a:pt x="3238" y="2286"/>
                    </a:lnTo>
                    <a:lnTo>
                      <a:pt x="2667" y="2946"/>
                    </a:lnTo>
                    <a:lnTo>
                      <a:pt x="16573" y="2946"/>
                    </a:lnTo>
                    <a:close/>
                  </a:path>
                  <a:path w="19685" h="19685">
                    <a:moveTo>
                      <a:pt x="19240" y="9613"/>
                    </a:moveTo>
                    <a:lnTo>
                      <a:pt x="19151" y="8763"/>
                    </a:lnTo>
                    <a:lnTo>
                      <a:pt x="19050" y="7810"/>
                    </a:lnTo>
                    <a:lnTo>
                      <a:pt x="18757" y="6946"/>
                    </a:lnTo>
                    <a:lnTo>
                      <a:pt x="18580" y="5994"/>
                    </a:lnTo>
                    <a:lnTo>
                      <a:pt x="18097" y="5232"/>
                    </a:lnTo>
                    <a:lnTo>
                      <a:pt x="17716" y="4381"/>
                    </a:lnTo>
                    <a:lnTo>
                      <a:pt x="17145" y="3619"/>
                    </a:lnTo>
                    <a:lnTo>
                      <a:pt x="1993" y="3619"/>
                    </a:lnTo>
                    <a:lnTo>
                      <a:pt x="1524" y="4381"/>
                    </a:lnTo>
                    <a:lnTo>
                      <a:pt x="952" y="5232"/>
                    </a:lnTo>
                    <a:lnTo>
                      <a:pt x="673" y="5994"/>
                    </a:lnTo>
                    <a:lnTo>
                      <a:pt x="279" y="6946"/>
                    </a:lnTo>
                    <a:lnTo>
                      <a:pt x="101" y="7810"/>
                    </a:lnTo>
                    <a:lnTo>
                      <a:pt x="0" y="8763"/>
                    </a:lnTo>
                    <a:lnTo>
                      <a:pt x="0" y="9613"/>
                    </a:lnTo>
                    <a:lnTo>
                      <a:pt x="0" y="10566"/>
                    </a:lnTo>
                    <a:lnTo>
                      <a:pt x="101" y="11430"/>
                    </a:lnTo>
                    <a:lnTo>
                      <a:pt x="279" y="12280"/>
                    </a:lnTo>
                    <a:lnTo>
                      <a:pt x="673" y="13144"/>
                    </a:lnTo>
                    <a:lnTo>
                      <a:pt x="952" y="13995"/>
                    </a:lnTo>
                    <a:lnTo>
                      <a:pt x="1524" y="14757"/>
                    </a:lnTo>
                    <a:lnTo>
                      <a:pt x="1993" y="15519"/>
                    </a:lnTo>
                    <a:lnTo>
                      <a:pt x="2667" y="16281"/>
                    </a:lnTo>
                    <a:lnTo>
                      <a:pt x="16573" y="16281"/>
                    </a:lnTo>
                    <a:lnTo>
                      <a:pt x="17145" y="15519"/>
                    </a:lnTo>
                    <a:lnTo>
                      <a:pt x="17716" y="14757"/>
                    </a:lnTo>
                    <a:lnTo>
                      <a:pt x="18097" y="13995"/>
                    </a:lnTo>
                    <a:lnTo>
                      <a:pt x="18580" y="13144"/>
                    </a:lnTo>
                    <a:lnTo>
                      <a:pt x="18757" y="12280"/>
                    </a:lnTo>
                    <a:lnTo>
                      <a:pt x="19050" y="11430"/>
                    </a:lnTo>
                    <a:lnTo>
                      <a:pt x="19151" y="10566"/>
                    </a:lnTo>
                    <a:lnTo>
                      <a:pt x="19240" y="9613"/>
                    </a:lnTo>
                    <a:close/>
                  </a:path>
                </a:pathLst>
              </a:custGeom>
              <a:solidFill>
                <a:srgbClr val="000000"/>
              </a:solidFill>
            </p:spPr>
            <p:txBody>
              <a:bodyPr wrap="square" lIns="0" tIns="0" rIns="0" bIns="0" rtlCol="0"/>
              <a:lstStyle/>
              <a:p>
                <a:endParaRPr/>
              </a:p>
            </p:txBody>
          </p:sp>
          <p:sp>
            <p:nvSpPr>
              <p:cNvPr id="477" name="object 202">
                <a:extLst>
                  <a:ext uri="{FF2B5EF4-FFF2-40B4-BE49-F238E27FC236}">
                    <a16:creationId xmlns:a16="http://schemas.microsoft.com/office/drawing/2014/main" id="{26D336E9-5331-9679-AD26-8B9002AE394B}"/>
                  </a:ext>
                </a:extLst>
              </p:cNvPr>
              <p:cNvSpPr/>
              <p:nvPr/>
            </p:nvSpPr>
            <p:spPr>
              <a:xfrm>
                <a:off x="2489358" y="2771007"/>
                <a:ext cx="19685" cy="19685"/>
              </a:xfrm>
              <a:custGeom>
                <a:avLst/>
                <a:gdLst/>
                <a:ahLst/>
                <a:cxnLst/>
                <a:rect l="l" t="t" r="r" b="b"/>
                <a:pathLst>
                  <a:path w="19685" h="19685">
                    <a:moveTo>
                      <a:pt x="19240" y="9620"/>
                    </a:moveTo>
                    <a:lnTo>
                      <a:pt x="10096" y="0"/>
                    </a:lnTo>
                    <a:lnTo>
                      <a:pt x="8286" y="0"/>
                    </a:lnTo>
                    <a:lnTo>
                      <a:pt x="0" y="8762"/>
                    </a:lnTo>
                    <a:lnTo>
                      <a:pt x="0" y="10572"/>
                    </a:lnTo>
                    <a:lnTo>
                      <a:pt x="10096" y="19240"/>
                    </a:lnTo>
                    <a:lnTo>
                      <a:pt x="11906" y="18954"/>
                    </a:lnTo>
                    <a:lnTo>
                      <a:pt x="19240" y="9620"/>
                    </a:lnTo>
                    <a:close/>
                  </a:path>
                  <a:path w="19685" h="19685">
                    <a:moveTo>
                      <a:pt x="19240" y="9620"/>
                    </a:moveTo>
                    <a:lnTo>
                      <a:pt x="9715" y="0"/>
                    </a:lnTo>
                    <a:lnTo>
                      <a:pt x="8191" y="95"/>
                    </a:lnTo>
                    <a:lnTo>
                      <a:pt x="95" y="9620"/>
                    </a:lnTo>
                    <a:lnTo>
                      <a:pt x="190" y="11048"/>
                    </a:lnTo>
                    <a:lnTo>
                      <a:pt x="9715" y="19145"/>
                    </a:lnTo>
                    <a:lnTo>
                      <a:pt x="11239" y="19049"/>
                    </a:lnTo>
                    <a:lnTo>
                      <a:pt x="19240" y="9620"/>
                    </a:lnTo>
                    <a:close/>
                  </a:path>
                </a:pathLst>
              </a:custGeom>
              <a:ln w="4762">
                <a:solidFill>
                  <a:srgbClr val="000000"/>
                </a:solidFill>
              </a:ln>
            </p:spPr>
            <p:txBody>
              <a:bodyPr wrap="square" lIns="0" tIns="0" rIns="0" bIns="0" rtlCol="0"/>
              <a:lstStyle/>
              <a:p>
                <a:endParaRPr/>
              </a:p>
            </p:txBody>
          </p:sp>
          <p:sp>
            <p:nvSpPr>
              <p:cNvPr id="478" name="object 203">
                <a:extLst>
                  <a:ext uri="{FF2B5EF4-FFF2-40B4-BE49-F238E27FC236}">
                    <a16:creationId xmlns:a16="http://schemas.microsoft.com/office/drawing/2014/main" id="{8FEE4042-3267-520F-8F68-08EF4AA4B2F7}"/>
                  </a:ext>
                </a:extLst>
              </p:cNvPr>
              <p:cNvSpPr/>
              <p:nvPr/>
            </p:nvSpPr>
            <p:spPr>
              <a:xfrm>
                <a:off x="3744658" y="2771014"/>
                <a:ext cx="19685" cy="19685"/>
              </a:xfrm>
              <a:custGeom>
                <a:avLst/>
                <a:gdLst/>
                <a:ahLst/>
                <a:cxnLst/>
                <a:rect l="l" t="t" r="r" b="b"/>
                <a:pathLst>
                  <a:path w="19685" h="19685">
                    <a:moveTo>
                      <a:pt x="11137" y="19138"/>
                    </a:moveTo>
                    <a:lnTo>
                      <a:pt x="8661" y="19138"/>
                    </a:lnTo>
                    <a:lnTo>
                      <a:pt x="9232" y="19240"/>
                    </a:lnTo>
                    <a:lnTo>
                      <a:pt x="11137" y="19138"/>
                    </a:lnTo>
                    <a:close/>
                  </a:path>
                  <a:path w="19685" h="19685">
                    <a:moveTo>
                      <a:pt x="11798" y="18948"/>
                    </a:moveTo>
                    <a:lnTo>
                      <a:pt x="7429" y="18948"/>
                    </a:lnTo>
                    <a:lnTo>
                      <a:pt x="11137" y="19138"/>
                    </a:lnTo>
                    <a:lnTo>
                      <a:pt x="11798" y="18948"/>
                    </a:lnTo>
                    <a:close/>
                  </a:path>
                  <a:path w="19685" h="19685">
                    <a:moveTo>
                      <a:pt x="11798" y="190"/>
                    </a:moveTo>
                    <a:lnTo>
                      <a:pt x="11137" y="0"/>
                    </a:lnTo>
                    <a:lnTo>
                      <a:pt x="9232" y="0"/>
                    </a:lnTo>
                    <a:lnTo>
                      <a:pt x="8661" y="0"/>
                    </a:lnTo>
                    <a:lnTo>
                      <a:pt x="11798" y="190"/>
                    </a:lnTo>
                    <a:close/>
                  </a:path>
                  <a:path w="19685" h="19685">
                    <a:moveTo>
                      <a:pt x="13614" y="18376"/>
                    </a:moveTo>
                    <a:lnTo>
                      <a:pt x="5715" y="18376"/>
                    </a:lnTo>
                    <a:lnTo>
                      <a:pt x="6667" y="18757"/>
                    </a:lnTo>
                    <a:lnTo>
                      <a:pt x="12852" y="18757"/>
                    </a:lnTo>
                    <a:lnTo>
                      <a:pt x="13614" y="18376"/>
                    </a:lnTo>
                    <a:close/>
                  </a:path>
                  <a:path w="19685" h="19685">
                    <a:moveTo>
                      <a:pt x="15240" y="17424"/>
                    </a:moveTo>
                    <a:lnTo>
                      <a:pt x="4089" y="17424"/>
                    </a:lnTo>
                    <a:lnTo>
                      <a:pt x="4940" y="17995"/>
                    </a:lnTo>
                    <a:lnTo>
                      <a:pt x="14566" y="17995"/>
                    </a:lnTo>
                    <a:lnTo>
                      <a:pt x="15240" y="17424"/>
                    </a:lnTo>
                    <a:close/>
                  </a:path>
                  <a:path w="19685" h="19685">
                    <a:moveTo>
                      <a:pt x="16662" y="2946"/>
                    </a:moveTo>
                    <a:lnTo>
                      <a:pt x="16090" y="2286"/>
                    </a:lnTo>
                    <a:lnTo>
                      <a:pt x="15240" y="1714"/>
                    </a:lnTo>
                    <a:lnTo>
                      <a:pt x="14566" y="1231"/>
                    </a:lnTo>
                    <a:lnTo>
                      <a:pt x="13614" y="850"/>
                    </a:lnTo>
                    <a:lnTo>
                      <a:pt x="12852" y="469"/>
                    </a:lnTo>
                    <a:lnTo>
                      <a:pt x="11798" y="190"/>
                    </a:lnTo>
                    <a:lnTo>
                      <a:pt x="7429" y="190"/>
                    </a:lnTo>
                    <a:lnTo>
                      <a:pt x="6667" y="469"/>
                    </a:lnTo>
                    <a:lnTo>
                      <a:pt x="2667" y="2946"/>
                    </a:lnTo>
                    <a:lnTo>
                      <a:pt x="16662" y="2946"/>
                    </a:lnTo>
                    <a:close/>
                  </a:path>
                  <a:path w="19685" h="19685">
                    <a:moveTo>
                      <a:pt x="19227" y="8763"/>
                    </a:moveTo>
                    <a:lnTo>
                      <a:pt x="17805" y="4381"/>
                    </a:lnTo>
                    <a:lnTo>
                      <a:pt x="17335" y="3619"/>
                    </a:lnTo>
                    <a:lnTo>
                      <a:pt x="2184" y="3619"/>
                    </a:lnTo>
                    <a:lnTo>
                      <a:pt x="1524" y="4381"/>
                    </a:lnTo>
                    <a:lnTo>
                      <a:pt x="1130" y="5232"/>
                    </a:lnTo>
                    <a:lnTo>
                      <a:pt x="660" y="5994"/>
                    </a:lnTo>
                    <a:lnTo>
                      <a:pt x="469" y="6946"/>
                    </a:lnTo>
                    <a:lnTo>
                      <a:pt x="177" y="7810"/>
                    </a:lnTo>
                    <a:lnTo>
                      <a:pt x="88" y="8763"/>
                    </a:lnTo>
                    <a:lnTo>
                      <a:pt x="0" y="9613"/>
                    </a:lnTo>
                    <a:lnTo>
                      <a:pt x="88" y="10566"/>
                    </a:lnTo>
                    <a:lnTo>
                      <a:pt x="177" y="11430"/>
                    </a:lnTo>
                    <a:lnTo>
                      <a:pt x="469" y="12280"/>
                    </a:lnTo>
                    <a:lnTo>
                      <a:pt x="660" y="13144"/>
                    </a:lnTo>
                    <a:lnTo>
                      <a:pt x="1130" y="13995"/>
                    </a:lnTo>
                    <a:lnTo>
                      <a:pt x="1524" y="14757"/>
                    </a:lnTo>
                    <a:lnTo>
                      <a:pt x="2184" y="15519"/>
                    </a:lnTo>
                    <a:lnTo>
                      <a:pt x="2667" y="16281"/>
                    </a:lnTo>
                    <a:lnTo>
                      <a:pt x="16662" y="16281"/>
                    </a:lnTo>
                    <a:lnTo>
                      <a:pt x="17335" y="15519"/>
                    </a:lnTo>
                    <a:lnTo>
                      <a:pt x="17805" y="14757"/>
                    </a:lnTo>
                    <a:lnTo>
                      <a:pt x="18376" y="13995"/>
                    </a:lnTo>
                    <a:lnTo>
                      <a:pt x="18656" y="13144"/>
                    </a:lnTo>
                    <a:lnTo>
                      <a:pt x="18948" y="12280"/>
                    </a:lnTo>
                    <a:lnTo>
                      <a:pt x="19138" y="11430"/>
                    </a:lnTo>
                    <a:lnTo>
                      <a:pt x="19227" y="10566"/>
                    </a:lnTo>
                    <a:lnTo>
                      <a:pt x="19227" y="9613"/>
                    </a:lnTo>
                    <a:lnTo>
                      <a:pt x="19227" y="8763"/>
                    </a:lnTo>
                    <a:close/>
                  </a:path>
                </a:pathLst>
              </a:custGeom>
              <a:solidFill>
                <a:srgbClr val="000000"/>
              </a:solidFill>
            </p:spPr>
            <p:txBody>
              <a:bodyPr wrap="square" lIns="0" tIns="0" rIns="0" bIns="0" rtlCol="0"/>
              <a:lstStyle/>
              <a:p>
                <a:endParaRPr/>
              </a:p>
            </p:txBody>
          </p:sp>
          <p:sp>
            <p:nvSpPr>
              <p:cNvPr id="479" name="object 204">
                <a:extLst>
                  <a:ext uri="{FF2B5EF4-FFF2-40B4-BE49-F238E27FC236}">
                    <a16:creationId xmlns:a16="http://schemas.microsoft.com/office/drawing/2014/main" id="{CCA4A339-167E-E04B-E492-1DC95534F16D}"/>
                  </a:ext>
                </a:extLst>
              </p:cNvPr>
              <p:cNvSpPr/>
              <p:nvPr/>
            </p:nvSpPr>
            <p:spPr>
              <a:xfrm>
                <a:off x="3744658" y="2771007"/>
                <a:ext cx="19685" cy="19685"/>
              </a:xfrm>
              <a:custGeom>
                <a:avLst/>
                <a:gdLst/>
                <a:ahLst/>
                <a:cxnLst/>
                <a:rect l="l" t="t" r="r" b="b"/>
                <a:pathLst>
                  <a:path w="19685" h="19685">
                    <a:moveTo>
                      <a:pt x="0" y="9620"/>
                    </a:moveTo>
                    <a:lnTo>
                      <a:pt x="9239" y="0"/>
                    </a:lnTo>
                    <a:lnTo>
                      <a:pt x="11144" y="0"/>
                    </a:lnTo>
                    <a:lnTo>
                      <a:pt x="19240" y="8762"/>
                    </a:lnTo>
                    <a:lnTo>
                      <a:pt x="19240" y="10572"/>
                    </a:lnTo>
                    <a:lnTo>
                      <a:pt x="9239" y="19240"/>
                    </a:lnTo>
                    <a:lnTo>
                      <a:pt x="7429" y="18954"/>
                    </a:lnTo>
                    <a:lnTo>
                      <a:pt x="0" y="9620"/>
                    </a:lnTo>
                    <a:close/>
                  </a:path>
                </a:pathLst>
              </a:custGeom>
              <a:ln w="4762">
                <a:solidFill>
                  <a:srgbClr val="000000"/>
                </a:solidFill>
              </a:ln>
            </p:spPr>
            <p:txBody>
              <a:bodyPr wrap="square" lIns="0" tIns="0" rIns="0" bIns="0" rtlCol="0"/>
              <a:lstStyle/>
              <a:p>
                <a:endParaRPr/>
              </a:p>
            </p:txBody>
          </p:sp>
          <p:sp>
            <p:nvSpPr>
              <p:cNvPr id="480" name="object 205">
                <a:extLst>
                  <a:ext uri="{FF2B5EF4-FFF2-40B4-BE49-F238E27FC236}">
                    <a16:creationId xmlns:a16="http://schemas.microsoft.com/office/drawing/2014/main" id="{D6868FBE-437F-C1A2-DE6A-B5FF8B64C33C}"/>
                  </a:ext>
                </a:extLst>
              </p:cNvPr>
              <p:cNvSpPr/>
              <p:nvPr/>
            </p:nvSpPr>
            <p:spPr>
              <a:xfrm>
                <a:off x="3744753" y="2771007"/>
                <a:ext cx="19685" cy="19685"/>
              </a:xfrm>
              <a:custGeom>
                <a:avLst/>
                <a:gdLst/>
                <a:ahLst/>
                <a:cxnLst/>
                <a:rect l="l" t="t" r="r" b="b"/>
                <a:pathLst>
                  <a:path w="19685" h="19685">
                    <a:moveTo>
                      <a:pt x="19145" y="9620"/>
                    </a:moveTo>
                    <a:lnTo>
                      <a:pt x="9620" y="0"/>
                    </a:lnTo>
                    <a:lnTo>
                      <a:pt x="8096" y="95"/>
                    </a:lnTo>
                    <a:lnTo>
                      <a:pt x="0" y="9620"/>
                    </a:lnTo>
                    <a:lnTo>
                      <a:pt x="95" y="11048"/>
                    </a:lnTo>
                    <a:lnTo>
                      <a:pt x="9620" y="19145"/>
                    </a:lnTo>
                    <a:lnTo>
                      <a:pt x="11144" y="19049"/>
                    </a:lnTo>
                    <a:lnTo>
                      <a:pt x="19145" y="9620"/>
                    </a:lnTo>
                    <a:close/>
                  </a:path>
                </a:pathLst>
              </a:custGeom>
              <a:ln w="4762">
                <a:solidFill>
                  <a:srgbClr val="000000"/>
                </a:solidFill>
              </a:ln>
            </p:spPr>
            <p:txBody>
              <a:bodyPr wrap="square" lIns="0" tIns="0" rIns="0" bIns="0" rtlCol="0"/>
              <a:lstStyle/>
              <a:p>
                <a:endParaRPr/>
              </a:p>
            </p:txBody>
          </p:sp>
          <p:sp>
            <p:nvSpPr>
              <p:cNvPr id="481" name="object 206">
                <a:extLst>
                  <a:ext uri="{FF2B5EF4-FFF2-40B4-BE49-F238E27FC236}">
                    <a16:creationId xmlns:a16="http://schemas.microsoft.com/office/drawing/2014/main" id="{2CB9461F-1D9B-3BF0-ABD3-968C87FA7A17}"/>
                  </a:ext>
                </a:extLst>
              </p:cNvPr>
              <p:cNvSpPr/>
              <p:nvPr/>
            </p:nvSpPr>
            <p:spPr>
              <a:xfrm>
                <a:off x="3641306" y="2771014"/>
                <a:ext cx="19685" cy="19685"/>
              </a:xfrm>
              <a:custGeom>
                <a:avLst/>
                <a:gdLst/>
                <a:ahLst/>
                <a:cxnLst/>
                <a:rect l="l" t="t" r="r" b="b"/>
                <a:pathLst>
                  <a:path w="19685" h="19685">
                    <a:moveTo>
                      <a:pt x="11150" y="19138"/>
                    </a:moveTo>
                    <a:lnTo>
                      <a:pt x="8674" y="19138"/>
                    </a:lnTo>
                    <a:lnTo>
                      <a:pt x="9232" y="19240"/>
                    </a:lnTo>
                    <a:lnTo>
                      <a:pt x="11150" y="19138"/>
                    </a:lnTo>
                    <a:close/>
                  </a:path>
                  <a:path w="19685" h="19685">
                    <a:moveTo>
                      <a:pt x="11811" y="190"/>
                    </a:moveTo>
                    <a:lnTo>
                      <a:pt x="11150" y="0"/>
                    </a:lnTo>
                    <a:lnTo>
                      <a:pt x="9232" y="0"/>
                    </a:lnTo>
                    <a:lnTo>
                      <a:pt x="8674" y="0"/>
                    </a:lnTo>
                    <a:lnTo>
                      <a:pt x="11811" y="190"/>
                    </a:lnTo>
                    <a:close/>
                  </a:path>
                  <a:path w="19685" h="19685">
                    <a:moveTo>
                      <a:pt x="12865" y="18757"/>
                    </a:moveTo>
                    <a:lnTo>
                      <a:pt x="6667" y="18757"/>
                    </a:lnTo>
                    <a:lnTo>
                      <a:pt x="7429" y="18948"/>
                    </a:lnTo>
                    <a:lnTo>
                      <a:pt x="11811" y="18948"/>
                    </a:lnTo>
                    <a:lnTo>
                      <a:pt x="12865" y="18757"/>
                    </a:lnTo>
                    <a:close/>
                  </a:path>
                  <a:path w="19685" h="19685">
                    <a:moveTo>
                      <a:pt x="15240" y="17424"/>
                    </a:moveTo>
                    <a:lnTo>
                      <a:pt x="4089" y="17424"/>
                    </a:lnTo>
                    <a:lnTo>
                      <a:pt x="4953" y="17995"/>
                    </a:lnTo>
                    <a:lnTo>
                      <a:pt x="5715" y="18376"/>
                    </a:lnTo>
                    <a:lnTo>
                      <a:pt x="13614" y="18376"/>
                    </a:lnTo>
                    <a:lnTo>
                      <a:pt x="14566" y="17995"/>
                    </a:lnTo>
                    <a:lnTo>
                      <a:pt x="15240" y="17424"/>
                    </a:lnTo>
                    <a:close/>
                  </a:path>
                  <a:path w="19685" h="19685">
                    <a:moveTo>
                      <a:pt x="16662" y="2946"/>
                    </a:moveTo>
                    <a:lnTo>
                      <a:pt x="16090" y="2286"/>
                    </a:lnTo>
                    <a:lnTo>
                      <a:pt x="15240" y="1714"/>
                    </a:lnTo>
                    <a:lnTo>
                      <a:pt x="14566" y="1231"/>
                    </a:lnTo>
                    <a:lnTo>
                      <a:pt x="13614" y="850"/>
                    </a:lnTo>
                    <a:lnTo>
                      <a:pt x="12865" y="469"/>
                    </a:lnTo>
                    <a:lnTo>
                      <a:pt x="11811" y="190"/>
                    </a:lnTo>
                    <a:lnTo>
                      <a:pt x="7429" y="190"/>
                    </a:lnTo>
                    <a:lnTo>
                      <a:pt x="6667" y="469"/>
                    </a:lnTo>
                    <a:lnTo>
                      <a:pt x="2667" y="2946"/>
                    </a:lnTo>
                    <a:lnTo>
                      <a:pt x="16662" y="2946"/>
                    </a:lnTo>
                    <a:close/>
                  </a:path>
                  <a:path w="19685" h="19685">
                    <a:moveTo>
                      <a:pt x="19329" y="8763"/>
                    </a:moveTo>
                    <a:lnTo>
                      <a:pt x="17805" y="4381"/>
                    </a:lnTo>
                    <a:lnTo>
                      <a:pt x="17335" y="3619"/>
                    </a:lnTo>
                    <a:lnTo>
                      <a:pt x="2197" y="3619"/>
                    </a:lnTo>
                    <a:lnTo>
                      <a:pt x="1524" y="4381"/>
                    </a:lnTo>
                    <a:lnTo>
                      <a:pt x="1143" y="5232"/>
                    </a:lnTo>
                    <a:lnTo>
                      <a:pt x="762" y="5994"/>
                    </a:lnTo>
                    <a:lnTo>
                      <a:pt x="482" y="6946"/>
                    </a:lnTo>
                    <a:lnTo>
                      <a:pt x="190" y="7810"/>
                    </a:lnTo>
                    <a:lnTo>
                      <a:pt x="101" y="8763"/>
                    </a:lnTo>
                    <a:lnTo>
                      <a:pt x="0" y="9613"/>
                    </a:lnTo>
                    <a:lnTo>
                      <a:pt x="101" y="10566"/>
                    </a:lnTo>
                    <a:lnTo>
                      <a:pt x="190" y="11430"/>
                    </a:lnTo>
                    <a:lnTo>
                      <a:pt x="482" y="12280"/>
                    </a:lnTo>
                    <a:lnTo>
                      <a:pt x="762" y="13144"/>
                    </a:lnTo>
                    <a:lnTo>
                      <a:pt x="1143" y="13995"/>
                    </a:lnTo>
                    <a:lnTo>
                      <a:pt x="1524" y="14757"/>
                    </a:lnTo>
                    <a:lnTo>
                      <a:pt x="2197" y="15519"/>
                    </a:lnTo>
                    <a:lnTo>
                      <a:pt x="2667" y="16281"/>
                    </a:lnTo>
                    <a:lnTo>
                      <a:pt x="16662" y="16281"/>
                    </a:lnTo>
                    <a:lnTo>
                      <a:pt x="17335" y="15519"/>
                    </a:lnTo>
                    <a:lnTo>
                      <a:pt x="17805" y="14757"/>
                    </a:lnTo>
                    <a:lnTo>
                      <a:pt x="18376" y="13995"/>
                    </a:lnTo>
                    <a:lnTo>
                      <a:pt x="18669" y="13144"/>
                    </a:lnTo>
                    <a:lnTo>
                      <a:pt x="18948" y="12280"/>
                    </a:lnTo>
                    <a:lnTo>
                      <a:pt x="19151" y="11430"/>
                    </a:lnTo>
                    <a:lnTo>
                      <a:pt x="19329" y="10566"/>
                    </a:lnTo>
                    <a:lnTo>
                      <a:pt x="19329" y="9613"/>
                    </a:lnTo>
                    <a:lnTo>
                      <a:pt x="19329" y="8763"/>
                    </a:lnTo>
                    <a:close/>
                  </a:path>
                </a:pathLst>
              </a:custGeom>
              <a:solidFill>
                <a:srgbClr val="000000"/>
              </a:solidFill>
            </p:spPr>
            <p:txBody>
              <a:bodyPr wrap="square" lIns="0" tIns="0" rIns="0" bIns="0" rtlCol="0"/>
              <a:lstStyle/>
              <a:p>
                <a:endParaRPr/>
              </a:p>
            </p:txBody>
          </p:sp>
          <p:sp>
            <p:nvSpPr>
              <p:cNvPr id="482" name="object 207">
                <a:extLst>
                  <a:ext uri="{FF2B5EF4-FFF2-40B4-BE49-F238E27FC236}">
                    <a16:creationId xmlns:a16="http://schemas.microsoft.com/office/drawing/2014/main" id="{892F5DF9-5A98-0201-0D19-5F0039129D0C}"/>
                  </a:ext>
                </a:extLst>
              </p:cNvPr>
              <p:cNvSpPr/>
              <p:nvPr/>
            </p:nvSpPr>
            <p:spPr>
              <a:xfrm>
                <a:off x="3641312" y="2771007"/>
                <a:ext cx="19685" cy="19685"/>
              </a:xfrm>
              <a:custGeom>
                <a:avLst/>
                <a:gdLst/>
                <a:ahLst/>
                <a:cxnLst/>
                <a:rect l="l" t="t" r="r" b="b"/>
                <a:pathLst>
                  <a:path w="19685" h="19685">
                    <a:moveTo>
                      <a:pt x="0" y="9620"/>
                    </a:moveTo>
                    <a:lnTo>
                      <a:pt x="9239" y="0"/>
                    </a:lnTo>
                    <a:lnTo>
                      <a:pt x="11144" y="0"/>
                    </a:lnTo>
                    <a:lnTo>
                      <a:pt x="19240" y="8762"/>
                    </a:lnTo>
                    <a:lnTo>
                      <a:pt x="19240" y="10572"/>
                    </a:lnTo>
                    <a:lnTo>
                      <a:pt x="9239" y="19240"/>
                    </a:lnTo>
                    <a:lnTo>
                      <a:pt x="7429" y="18954"/>
                    </a:lnTo>
                    <a:lnTo>
                      <a:pt x="0" y="9620"/>
                    </a:lnTo>
                    <a:close/>
                  </a:path>
                </a:pathLst>
              </a:custGeom>
              <a:ln w="4762">
                <a:solidFill>
                  <a:srgbClr val="000000"/>
                </a:solidFill>
              </a:ln>
            </p:spPr>
            <p:txBody>
              <a:bodyPr wrap="square" lIns="0" tIns="0" rIns="0" bIns="0" rtlCol="0"/>
              <a:lstStyle/>
              <a:p>
                <a:endParaRPr/>
              </a:p>
            </p:txBody>
          </p:sp>
          <p:sp>
            <p:nvSpPr>
              <p:cNvPr id="483" name="object 208">
                <a:extLst>
                  <a:ext uri="{FF2B5EF4-FFF2-40B4-BE49-F238E27FC236}">
                    <a16:creationId xmlns:a16="http://schemas.microsoft.com/office/drawing/2014/main" id="{809BCAEC-3812-9D6C-735D-64799BA46BB5}"/>
                  </a:ext>
                </a:extLst>
              </p:cNvPr>
              <p:cNvSpPr/>
              <p:nvPr/>
            </p:nvSpPr>
            <p:spPr>
              <a:xfrm>
                <a:off x="3641407" y="2771007"/>
                <a:ext cx="19685" cy="19685"/>
              </a:xfrm>
              <a:custGeom>
                <a:avLst/>
                <a:gdLst/>
                <a:ahLst/>
                <a:cxnLst/>
                <a:rect l="l" t="t" r="r" b="b"/>
                <a:pathLst>
                  <a:path w="19685" h="19685">
                    <a:moveTo>
                      <a:pt x="19145" y="9620"/>
                    </a:moveTo>
                    <a:lnTo>
                      <a:pt x="9620" y="0"/>
                    </a:lnTo>
                    <a:lnTo>
                      <a:pt x="8096" y="95"/>
                    </a:lnTo>
                    <a:lnTo>
                      <a:pt x="0" y="9620"/>
                    </a:lnTo>
                    <a:lnTo>
                      <a:pt x="95" y="11048"/>
                    </a:lnTo>
                    <a:lnTo>
                      <a:pt x="9620" y="19145"/>
                    </a:lnTo>
                    <a:lnTo>
                      <a:pt x="11144" y="19049"/>
                    </a:lnTo>
                    <a:lnTo>
                      <a:pt x="19145" y="9620"/>
                    </a:lnTo>
                    <a:close/>
                  </a:path>
                </a:pathLst>
              </a:custGeom>
              <a:ln w="4762">
                <a:solidFill>
                  <a:srgbClr val="000000"/>
                </a:solidFill>
              </a:ln>
            </p:spPr>
            <p:txBody>
              <a:bodyPr wrap="square" lIns="0" tIns="0" rIns="0" bIns="0" rtlCol="0"/>
              <a:lstStyle/>
              <a:p>
                <a:endParaRPr/>
              </a:p>
            </p:txBody>
          </p:sp>
          <p:sp>
            <p:nvSpPr>
              <p:cNvPr id="484" name="object 209">
                <a:extLst>
                  <a:ext uri="{FF2B5EF4-FFF2-40B4-BE49-F238E27FC236}">
                    <a16:creationId xmlns:a16="http://schemas.microsoft.com/office/drawing/2014/main" id="{DBD7A5D2-4992-B217-1638-C632D72C07F9}"/>
                  </a:ext>
                </a:extLst>
              </p:cNvPr>
              <p:cNvSpPr/>
              <p:nvPr/>
            </p:nvSpPr>
            <p:spPr>
              <a:xfrm>
                <a:off x="3537953" y="2771014"/>
                <a:ext cx="19685" cy="19685"/>
              </a:xfrm>
              <a:custGeom>
                <a:avLst/>
                <a:gdLst/>
                <a:ahLst/>
                <a:cxnLst/>
                <a:rect l="l" t="t" r="r" b="b"/>
                <a:pathLst>
                  <a:path w="19685" h="19685">
                    <a:moveTo>
                      <a:pt x="11150" y="19138"/>
                    </a:moveTo>
                    <a:lnTo>
                      <a:pt x="8674" y="19138"/>
                    </a:lnTo>
                    <a:lnTo>
                      <a:pt x="9245" y="19240"/>
                    </a:lnTo>
                    <a:lnTo>
                      <a:pt x="11150" y="19138"/>
                    </a:lnTo>
                    <a:close/>
                  </a:path>
                  <a:path w="19685" h="19685">
                    <a:moveTo>
                      <a:pt x="11823" y="190"/>
                    </a:moveTo>
                    <a:lnTo>
                      <a:pt x="11150" y="0"/>
                    </a:lnTo>
                    <a:lnTo>
                      <a:pt x="9245" y="0"/>
                    </a:lnTo>
                    <a:lnTo>
                      <a:pt x="8674" y="0"/>
                    </a:lnTo>
                    <a:lnTo>
                      <a:pt x="11823" y="190"/>
                    </a:lnTo>
                    <a:close/>
                  </a:path>
                  <a:path w="19685" h="19685">
                    <a:moveTo>
                      <a:pt x="13627" y="18376"/>
                    </a:moveTo>
                    <a:lnTo>
                      <a:pt x="5715" y="18376"/>
                    </a:lnTo>
                    <a:lnTo>
                      <a:pt x="6680" y="18757"/>
                    </a:lnTo>
                    <a:lnTo>
                      <a:pt x="7429" y="18948"/>
                    </a:lnTo>
                    <a:lnTo>
                      <a:pt x="11823" y="18948"/>
                    </a:lnTo>
                    <a:lnTo>
                      <a:pt x="12966" y="18757"/>
                    </a:lnTo>
                    <a:lnTo>
                      <a:pt x="13627" y="18376"/>
                    </a:lnTo>
                    <a:close/>
                  </a:path>
                  <a:path w="19685" h="19685">
                    <a:moveTo>
                      <a:pt x="15341" y="17424"/>
                    </a:moveTo>
                    <a:lnTo>
                      <a:pt x="4102" y="17424"/>
                    </a:lnTo>
                    <a:lnTo>
                      <a:pt x="4965" y="17995"/>
                    </a:lnTo>
                    <a:lnTo>
                      <a:pt x="14579" y="17995"/>
                    </a:lnTo>
                    <a:lnTo>
                      <a:pt x="15341" y="17424"/>
                    </a:lnTo>
                    <a:close/>
                  </a:path>
                  <a:path w="19685" h="19685">
                    <a:moveTo>
                      <a:pt x="16675" y="2946"/>
                    </a:moveTo>
                    <a:lnTo>
                      <a:pt x="16103" y="2286"/>
                    </a:lnTo>
                    <a:lnTo>
                      <a:pt x="15341" y="1714"/>
                    </a:lnTo>
                    <a:lnTo>
                      <a:pt x="14579" y="1231"/>
                    </a:lnTo>
                    <a:lnTo>
                      <a:pt x="13627" y="850"/>
                    </a:lnTo>
                    <a:lnTo>
                      <a:pt x="12966" y="469"/>
                    </a:lnTo>
                    <a:lnTo>
                      <a:pt x="11823" y="190"/>
                    </a:lnTo>
                    <a:lnTo>
                      <a:pt x="7429" y="190"/>
                    </a:lnTo>
                    <a:lnTo>
                      <a:pt x="2768" y="2946"/>
                    </a:lnTo>
                    <a:lnTo>
                      <a:pt x="16675" y="2946"/>
                    </a:lnTo>
                    <a:close/>
                  </a:path>
                  <a:path w="19685" h="19685">
                    <a:moveTo>
                      <a:pt x="19342" y="8763"/>
                    </a:moveTo>
                    <a:lnTo>
                      <a:pt x="17818" y="4381"/>
                    </a:lnTo>
                    <a:lnTo>
                      <a:pt x="17335" y="3619"/>
                    </a:lnTo>
                    <a:lnTo>
                      <a:pt x="2197" y="3619"/>
                    </a:lnTo>
                    <a:lnTo>
                      <a:pt x="1625" y="4381"/>
                    </a:lnTo>
                    <a:lnTo>
                      <a:pt x="1143" y="5232"/>
                    </a:lnTo>
                    <a:lnTo>
                      <a:pt x="774" y="5994"/>
                    </a:lnTo>
                    <a:lnTo>
                      <a:pt x="482" y="6946"/>
                    </a:lnTo>
                    <a:lnTo>
                      <a:pt x="203" y="7810"/>
                    </a:lnTo>
                    <a:lnTo>
                      <a:pt x="101" y="8763"/>
                    </a:lnTo>
                    <a:lnTo>
                      <a:pt x="0" y="9613"/>
                    </a:lnTo>
                    <a:lnTo>
                      <a:pt x="101" y="10566"/>
                    </a:lnTo>
                    <a:lnTo>
                      <a:pt x="2197" y="15519"/>
                    </a:lnTo>
                    <a:lnTo>
                      <a:pt x="2768" y="16281"/>
                    </a:lnTo>
                    <a:lnTo>
                      <a:pt x="16675" y="16281"/>
                    </a:lnTo>
                    <a:lnTo>
                      <a:pt x="17335" y="15519"/>
                    </a:lnTo>
                    <a:lnTo>
                      <a:pt x="17818" y="14757"/>
                    </a:lnTo>
                    <a:lnTo>
                      <a:pt x="18389" y="13995"/>
                    </a:lnTo>
                    <a:lnTo>
                      <a:pt x="18681" y="13144"/>
                    </a:lnTo>
                    <a:lnTo>
                      <a:pt x="18961" y="12280"/>
                    </a:lnTo>
                    <a:lnTo>
                      <a:pt x="19151" y="11430"/>
                    </a:lnTo>
                    <a:lnTo>
                      <a:pt x="19342" y="10566"/>
                    </a:lnTo>
                    <a:lnTo>
                      <a:pt x="19342" y="9613"/>
                    </a:lnTo>
                    <a:lnTo>
                      <a:pt x="19342" y="8763"/>
                    </a:lnTo>
                    <a:close/>
                  </a:path>
                </a:pathLst>
              </a:custGeom>
              <a:solidFill>
                <a:srgbClr val="000000"/>
              </a:solidFill>
            </p:spPr>
            <p:txBody>
              <a:bodyPr wrap="square" lIns="0" tIns="0" rIns="0" bIns="0" rtlCol="0"/>
              <a:lstStyle/>
              <a:p>
                <a:endParaRPr/>
              </a:p>
            </p:txBody>
          </p:sp>
          <p:sp>
            <p:nvSpPr>
              <p:cNvPr id="485" name="object 210">
                <a:extLst>
                  <a:ext uri="{FF2B5EF4-FFF2-40B4-BE49-F238E27FC236}">
                    <a16:creationId xmlns:a16="http://schemas.microsoft.com/office/drawing/2014/main" id="{5BFF5CD6-1E80-1693-5E83-EC2A01EC464E}"/>
                  </a:ext>
                </a:extLst>
              </p:cNvPr>
              <p:cNvSpPr/>
              <p:nvPr/>
            </p:nvSpPr>
            <p:spPr>
              <a:xfrm>
                <a:off x="3537966" y="2771007"/>
                <a:ext cx="19685" cy="19685"/>
              </a:xfrm>
              <a:custGeom>
                <a:avLst/>
                <a:gdLst/>
                <a:ahLst/>
                <a:cxnLst/>
                <a:rect l="l" t="t" r="r" b="b"/>
                <a:pathLst>
                  <a:path w="19685" h="19685">
                    <a:moveTo>
                      <a:pt x="0" y="9620"/>
                    </a:moveTo>
                    <a:lnTo>
                      <a:pt x="9239" y="0"/>
                    </a:lnTo>
                    <a:lnTo>
                      <a:pt x="11144" y="0"/>
                    </a:lnTo>
                    <a:lnTo>
                      <a:pt x="19240" y="8762"/>
                    </a:lnTo>
                    <a:lnTo>
                      <a:pt x="19240" y="10572"/>
                    </a:lnTo>
                    <a:lnTo>
                      <a:pt x="9239" y="19240"/>
                    </a:lnTo>
                    <a:lnTo>
                      <a:pt x="7429" y="18954"/>
                    </a:lnTo>
                    <a:lnTo>
                      <a:pt x="0" y="9620"/>
                    </a:lnTo>
                    <a:close/>
                  </a:path>
                </a:pathLst>
              </a:custGeom>
              <a:ln w="4762">
                <a:solidFill>
                  <a:srgbClr val="000000"/>
                </a:solidFill>
              </a:ln>
            </p:spPr>
            <p:txBody>
              <a:bodyPr wrap="square" lIns="0" tIns="0" rIns="0" bIns="0" rtlCol="0"/>
              <a:lstStyle/>
              <a:p>
                <a:endParaRPr/>
              </a:p>
            </p:txBody>
          </p:sp>
          <p:sp>
            <p:nvSpPr>
              <p:cNvPr id="486" name="object 211">
                <a:extLst>
                  <a:ext uri="{FF2B5EF4-FFF2-40B4-BE49-F238E27FC236}">
                    <a16:creationId xmlns:a16="http://schemas.microsoft.com/office/drawing/2014/main" id="{87BF183B-387F-404F-9BA9-129B39A5A36F}"/>
                  </a:ext>
                </a:extLst>
              </p:cNvPr>
              <p:cNvSpPr/>
              <p:nvPr/>
            </p:nvSpPr>
            <p:spPr>
              <a:xfrm>
                <a:off x="3538061" y="2771007"/>
                <a:ext cx="19685" cy="19685"/>
              </a:xfrm>
              <a:custGeom>
                <a:avLst/>
                <a:gdLst/>
                <a:ahLst/>
                <a:cxnLst/>
                <a:rect l="l" t="t" r="r" b="b"/>
                <a:pathLst>
                  <a:path w="19685" h="19685">
                    <a:moveTo>
                      <a:pt x="19145" y="9620"/>
                    </a:moveTo>
                    <a:lnTo>
                      <a:pt x="9620" y="0"/>
                    </a:lnTo>
                    <a:lnTo>
                      <a:pt x="8096" y="95"/>
                    </a:lnTo>
                    <a:lnTo>
                      <a:pt x="0" y="9620"/>
                    </a:lnTo>
                    <a:lnTo>
                      <a:pt x="95" y="11048"/>
                    </a:lnTo>
                    <a:lnTo>
                      <a:pt x="9620" y="19145"/>
                    </a:lnTo>
                    <a:lnTo>
                      <a:pt x="11144" y="19049"/>
                    </a:lnTo>
                    <a:lnTo>
                      <a:pt x="19145" y="9620"/>
                    </a:lnTo>
                    <a:close/>
                  </a:path>
                </a:pathLst>
              </a:custGeom>
              <a:ln w="4762">
                <a:solidFill>
                  <a:srgbClr val="000000"/>
                </a:solidFill>
              </a:ln>
            </p:spPr>
            <p:txBody>
              <a:bodyPr wrap="square" lIns="0" tIns="0" rIns="0" bIns="0" rtlCol="0"/>
              <a:lstStyle/>
              <a:p>
                <a:endParaRPr/>
              </a:p>
            </p:txBody>
          </p:sp>
          <p:sp>
            <p:nvSpPr>
              <p:cNvPr id="487" name="object 212">
                <a:extLst>
                  <a:ext uri="{FF2B5EF4-FFF2-40B4-BE49-F238E27FC236}">
                    <a16:creationId xmlns:a16="http://schemas.microsoft.com/office/drawing/2014/main" id="{94BBE08A-5454-BFC5-2803-8825231D3C6E}"/>
                  </a:ext>
                </a:extLst>
              </p:cNvPr>
              <p:cNvSpPr/>
              <p:nvPr/>
            </p:nvSpPr>
            <p:spPr>
              <a:xfrm>
                <a:off x="3434613" y="2771014"/>
                <a:ext cx="19685" cy="19685"/>
              </a:xfrm>
              <a:custGeom>
                <a:avLst/>
                <a:gdLst/>
                <a:ahLst/>
                <a:cxnLst/>
                <a:rect l="l" t="t" r="r" b="b"/>
                <a:pathLst>
                  <a:path w="19685" h="19685">
                    <a:moveTo>
                      <a:pt x="11137" y="19138"/>
                    </a:moveTo>
                    <a:lnTo>
                      <a:pt x="8661" y="19138"/>
                    </a:lnTo>
                    <a:lnTo>
                      <a:pt x="9232" y="19240"/>
                    </a:lnTo>
                    <a:lnTo>
                      <a:pt x="11137" y="19138"/>
                    </a:lnTo>
                    <a:close/>
                  </a:path>
                  <a:path w="19685" h="19685">
                    <a:moveTo>
                      <a:pt x="11811" y="18948"/>
                    </a:moveTo>
                    <a:lnTo>
                      <a:pt x="7429" y="18948"/>
                    </a:lnTo>
                    <a:lnTo>
                      <a:pt x="11137" y="19138"/>
                    </a:lnTo>
                    <a:lnTo>
                      <a:pt x="11811" y="18948"/>
                    </a:lnTo>
                    <a:close/>
                  </a:path>
                  <a:path w="19685" h="19685">
                    <a:moveTo>
                      <a:pt x="11811" y="190"/>
                    </a:moveTo>
                    <a:lnTo>
                      <a:pt x="11137" y="0"/>
                    </a:lnTo>
                    <a:lnTo>
                      <a:pt x="9232" y="0"/>
                    </a:lnTo>
                    <a:lnTo>
                      <a:pt x="8661" y="0"/>
                    </a:lnTo>
                    <a:lnTo>
                      <a:pt x="11811" y="190"/>
                    </a:lnTo>
                    <a:close/>
                  </a:path>
                  <a:path w="19685" h="19685">
                    <a:moveTo>
                      <a:pt x="13716" y="18376"/>
                    </a:moveTo>
                    <a:lnTo>
                      <a:pt x="5715" y="18376"/>
                    </a:lnTo>
                    <a:lnTo>
                      <a:pt x="6667" y="18757"/>
                    </a:lnTo>
                    <a:lnTo>
                      <a:pt x="12954" y="18757"/>
                    </a:lnTo>
                    <a:lnTo>
                      <a:pt x="13716" y="18376"/>
                    </a:lnTo>
                    <a:close/>
                  </a:path>
                  <a:path w="19685" h="19685">
                    <a:moveTo>
                      <a:pt x="15341" y="17424"/>
                    </a:moveTo>
                    <a:lnTo>
                      <a:pt x="4102" y="17424"/>
                    </a:lnTo>
                    <a:lnTo>
                      <a:pt x="4953" y="17995"/>
                    </a:lnTo>
                    <a:lnTo>
                      <a:pt x="14579" y="17995"/>
                    </a:lnTo>
                    <a:lnTo>
                      <a:pt x="15341" y="17424"/>
                    </a:lnTo>
                    <a:close/>
                  </a:path>
                  <a:path w="19685" h="19685">
                    <a:moveTo>
                      <a:pt x="16764" y="2946"/>
                    </a:moveTo>
                    <a:lnTo>
                      <a:pt x="16090" y="2286"/>
                    </a:lnTo>
                    <a:lnTo>
                      <a:pt x="15341" y="1714"/>
                    </a:lnTo>
                    <a:lnTo>
                      <a:pt x="14579" y="1231"/>
                    </a:lnTo>
                    <a:lnTo>
                      <a:pt x="13716" y="850"/>
                    </a:lnTo>
                    <a:lnTo>
                      <a:pt x="12954" y="469"/>
                    </a:lnTo>
                    <a:lnTo>
                      <a:pt x="11811" y="190"/>
                    </a:lnTo>
                    <a:lnTo>
                      <a:pt x="7429" y="190"/>
                    </a:lnTo>
                    <a:lnTo>
                      <a:pt x="2755" y="2946"/>
                    </a:lnTo>
                    <a:lnTo>
                      <a:pt x="16764" y="2946"/>
                    </a:lnTo>
                    <a:close/>
                  </a:path>
                  <a:path w="19685" h="19685">
                    <a:moveTo>
                      <a:pt x="19342" y="8763"/>
                    </a:moveTo>
                    <a:lnTo>
                      <a:pt x="19138" y="7810"/>
                    </a:lnTo>
                    <a:lnTo>
                      <a:pt x="18961" y="6946"/>
                    </a:lnTo>
                    <a:lnTo>
                      <a:pt x="18669" y="5994"/>
                    </a:lnTo>
                    <a:lnTo>
                      <a:pt x="18389" y="5232"/>
                    </a:lnTo>
                    <a:lnTo>
                      <a:pt x="17907" y="4381"/>
                    </a:lnTo>
                    <a:lnTo>
                      <a:pt x="17335" y="3619"/>
                    </a:lnTo>
                    <a:lnTo>
                      <a:pt x="2184" y="3619"/>
                    </a:lnTo>
                    <a:lnTo>
                      <a:pt x="1612" y="4381"/>
                    </a:lnTo>
                    <a:lnTo>
                      <a:pt x="1143" y="5232"/>
                    </a:lnTo>
                    <a:lnTo>
                      <a:pt x="762" y="5994"/>
                    </a:lnTo>
                    <a:lnTo>
                      <a:pt x="482" y="6946"/>
                    </a:lnTo>
                    <a:lnTo>
                      <a:pt x="190" y="7810"/>
                    </a:lnTo>
                    <a:lnTo>
                      <a:pt x="88" y="8763"/>
                    </a:lnTo>
                    <a:lnTo>
                      <a:pt x="0" y="9613"/>
                    </a:lnTo>
                    <a:lnTo>
                      <a:pt x="88" y="10566"/>
                    </a:lnTo>
                    <a:lnTo>
                      <a:pt x="190" y="11430"/>
                    </a:lnTo>
                    <a:lnTo>
                      <a:pt x="482" y="12280"/>
                    </a:lnTo>
                    <a:lnTo>
                      <a:pt x="762" y="13144"/>
                    </a:lnTo>
                    <a:lnTo>
                      <a:pt x="1143" y="13995"/>
                    </a:lnTo>
                    <a:lnTo>
                      <a:pt x="1612" y="14757"/>
                    </a:lnTo>
                    <a:lnTo>
                      <a:pt x="2184" y="15519"/>
                    </a:lnTo>
                    <a:lnTo>
                      <a:pt x="2755" y="16281"/>
                    </a:lnTo>
                    <a:lnTo>
                      <a:pt x="16764" y="16281"/>
                    </a:lnTo>
                    <a:lnTo>
                      <a:pt x="17335" y="15519"/>
                    </a:lnTo>
                    <a:lnTo>
                      <a:pt x="17907" y="14757"/>
                    </a:lnTo>
                    <a:lnTo>
                      <a:pt x="18389" y="13995"/>
                    </a:lnTo>
                    <a:lnTo>
                      <a:pt x="18669" y="13144"/>
                    </a:lnTo>
                    <a:lnTo>
                      <a:pt x="18961" y="12280"/>
                    </a:lnTo>
                    <a:lnTo>
                      <a:pt x="19138" y="11430"/>
                    </a:lnTo>
                    <a:lnTo>
                      <a:pt x="19342" y="10566"/>
                    </a:lnTo>
                    <a:lnTo>
                      <a:pt x="19342" y="9613"/>
                    </a:lnTo>
                    <a:lnTo>
                      <a:pt x="19342" y="8763"/>
                    </a:lnTo>
                    <a:close/>
                  </a:path>
                </a:pathLst>
              </a:custGeom>
              <a:solidFill>
                <a:srgbClr val="000000"/>
              </a:solidFill>
            </p:spPr>
            <p:txBody>
              <a:bodyPr wrap="square" lIns="0" tIns="0" rIns="0" bIns="0" rtlCol="0"/>
              <a:lstStyle/>
              <a:p>
                <a:endParaRPr/>
              </a:p>
            </p:txBody>
          </p:sp>
          <p:sp>
            <p:nvSpPr>
              <p:cNvPr id="488" name="object 213">
                <a:extLst>
                  <a:ext uri="{FF2B5EF4-FFF2-40B4-BE49-F238E27FC236}">
                    <a16:creationId xmlns:a16="http://schemas.microsoft.com/office/drawing/2014/main" id="{3985D238-5C07-C66F-4868-2654EAAD6BCA}"/>
                  </a:ext>
                </a:extLst>
              </p:cNvPr>
              <p:cNvSpPr/>
              <p:nvPr/>
            </p:nvSpPr>
            <p:spPr>
              <a:xfrm>
                <a:off x="3434619" y="2771007"/>
                <a:ext cx="19685" cy="19685"/>
              </a:xfrm>
              <a:custGeom>
                <a:avLst/>
                <a:gdLst/>
                <a:ahLst/>
                <a:cxnLst/>
                <a:rect l="l" t="t" r="r" b="b"/>
                <a:pathLst>
                  <a:path w="19685" h="19685">
                    <a:moveTo>
                      <a:pt x="0" y="9620"/>
                    </a:moveTo>
                    <a:lnTo>
                      <a:pt x="9239" y="0"/>
                    </a:lnTo>
                    <a:lnTo>
                      <a:pt x="11144" y="0"/>
                    </a:lnTo>
                    <a:lnTo>
                      <a:pt x="19240" y="8762"/>
                    </a:lnTo>
                    <a:lnTo>
                      <a:pt x="19240" y="10572"/>
                    </a:lnTo>
                    <a:lnTo>
                      <a:pt x="9239" y="19240"/>
                    </a:lnTo>
                    <a:lnTo>
                      <a:pt x="7429" y="18954"/>
                    </a:lnTo>
                    <a:lnTo>
                      <a:pt x="0" y="9620"/>
                    </a:lnTo>
                    <a:close/>
                  </a:path>
                </a:pathLst>
              </a:custGeom>
              <a:ln w="4762">
                <a:solidFill>
                  <a:srgbClr val="000000"/>
                </a:solidFill>
              </a:ln>
            </p:spPr>
            <p:txBody>
              <a:bodyPr wrap="square" lIns="0" tIns="0" rIns="0" bIns="0" rtlCol="0"/>
              <a:lstStyle/>
              <a:p>
                <a:endParaRPr/>
              </a:p>
            </p:txBody>
          </p:sp>
          <p:sp>
            <p:nvSpPr>
              <p:cNvPr id="489" name="object 214">
                <a:extLst>
                  <a:ext uri="{FF2B5EF4-FFF2-40B4-BE49-F238E27FC236}">
                    <a16:creationId xmlns:a16="http://schemas.microsoft.com/office/drawing/2014/main" id="{A60B782D-B7F8-5357-C881-CCF1E5C48C81}"/>
                  </a:ext>
                </a:extLst>
              </p:cNvPr>
              <p:cNvSpPr/>
              <p:nvPr/>
            </p:nvSpPr>
            <p:spPr>
              <a:xfrm>
                <a:off x="3434715" y="2771007"/>
                <a:ext cx="19685" cy="19685"/>
              </a:xfrm>
              <a:custGeom>
                <a:avLst/>
                <a:gdLst/>
                <a:ahLst/>
                <a:cxnLst/>
                <a:rect l="l" t="t" r="r" b="b"/>
                <a:pathLst>
                  <a:path w="19685" h="19685">
                    <a:moveTo>
                      <a:pt x="19145" y="9620"/>
                    </a:moveTo>
                    <a:lnTo>
                      <a:pt x="9620" y="0"/>
                    </a:lnTo>
                    <a:lnTo>
                      <a:pt x="8096" y="95"/>
                    </a:lnTo>
                    <a:lnTo>
                      <a:pt x="0" y="9620"/>
                    </a:lnTo>
                    <a:lnTo>
                      <a:pt x="95" y="11048"/>
                    </a:lnTo>
                    <a:lnTo>
                      <a:pt x="9620" y="19145"/>
                    </a:lnTo>
                    <a:lnTo>
                      <a:pt x="11144" y="19049"/>
                    </a:lnTo>
                    <a:lnTo>
                      <a:pt x="19145" y="9620"/>
                    </a:lnTo>
                    <a:close/>
                  </a:path>
                </a:pathLst>
              </a:custGeom>
              <a:ln w="4762">
                <a:solidFill>
                  <a:srgbClr val="000000"/>
                </a:solidFill>
              </a:ln>
            </p:spPr>
            <p:txBody>
              <a:bodyPr wrap="square" lIns="0" tIns="0" rIns="0" bIns="0" rtlCol="0"/>
              <a:lstStyle/>
              <a:p>
                <a:endParaRPr/>
              </a:p>
            </p:txBody>
          </p:sp>
          <p:sp>
            <p:nvSpPr>
              <p:cNvPr id="490" name="object 215">
                <a:extLst>
                  <a:ext uri="{FF2B5EF4-FFF2-40B4-BE49-F238E27FC236}">
                    <a16:creationId xmlns:a16="http://schemas.microsoft.com/office/drawing/2014/main" id="{6F2150EE-64CA-E7A6-8960-0BDF15913640}"/>
                  </a:ext>
                </a:extLst>
              </p:cNvPr>
              <p:cNvSpPr/>
              <p:nvPr/>
            </p:nvSpPr>
            <p:spPr>
              <a:xfrm>
                <a:off x="3331362" y="2771014"/>
                <a:ext cx="19685" cy="19685"/>
              </a:xfrm>
              <a:custGeom>
                <a:avLst/>
                <a:gdLst/>
                <a:ahLst/>
                <a:cxnLst/>
                <a:rect l="l" t="t" r="r" b="b"/>
                <a:pathLst>
                  <a:path w="19685" h="19685">
                    <a:moveTo>
                      <a:pt x="11049" y="19138"/>
                    </a:moveTo>
                    <a:lnTo>
                      <a:pt x="8572" y="19138"/>
                    </a:lnTo>
                    <a:lnTo>
                      <a:pt x="9232" y="19240"/>
                    </a:lnTo>
                    <a:lnTo>
                      <a:pt x="11049" y="19138"/>
                    </a:lnTo>
                    <a:close/>
                  </a:path>
                  <a:path w="19685" h="19685">
                    <a:moveTo>
                      <a:pt x="11811" y="18948"/>
                    </a:moveTo>
                    <a:lnTo>
                      <a:pt x="7340" y="18948"/>
                    </a:lnTo>
                    <a:lnTo>
                      <a:pt x="11049" y="19138"/>
                    </a:lnTo>
                    <a:lnTo>
                      <a:pt x="11811" y="18948"/>
                    </a:lnTo>
                    <a:close/>
                  </a:path>
                  <a:path w="19685" h="19685">
                    <a:moveTo>
                      <a:pt x="13627" y="18376"/>
                    </a:moveTo>
                    <a:lnTo>
                      <a:pt x="5626" y="18376"/>
                    </a:lnTo>
                    <a:lnTo>
                      <a:pt x="6667" y="18757"/>
                    </a:lnTo>
                    <a:lnTo>
                      <a:pt x="12852" y="18757"/>
                    </a:lnTo>
                    <a:lnTo>
                      <a:pt x="13627" y="18376"/>
                    </a:lnTo>
                    <a:close/>
                  </a:path>
                  <a:path w="19685" h="19685">
                    <a:moveTo>
                      <a:pt x="15240" y="17424"/>
                    </a:moveTo>
                    <a:lnTo>
                      <a:pt x="4000" y="17424"/>
                    </a:lnTo>
                    <a:lnTo>
                      <a:pt x="4851" y="17995"/>
                    </a:lnTo>
                    <a:lnTo>
                      <a:pt x="14478" y="17995"/>
                    </a:lnTo>
                    <a:lnTo>
                      <a:pt x="15240" y="17424"/>
                    </a:lnTo>
                    <a:close/>
                  </a:path>
                  <a:path w="19685" h="19685">
                    <a:moveTo>
                      <a:pt x="16662" y="2946"/>
                    </a:moveTo>
                    <a:lnTo>
                      <a:pt x="16002" y="2286"/>
                    </a:lnTo>
                    <a:lnTo>
                      <a:pt x="15240" y="1714"/>
                    </a:lnTo>
                    <a:lnTo>
                      <a:pt x="14478" y="1231"/>
                    </a:lnTo>
                    <a:lnTo>
                      <a:pt x="13627" y="850"/>
                    </a:lnTo>
                    <a:lnTo>
                      <a:pt x="12852" y="469"/>
                    </a:lnTo>
                    <a:lnTo>
                      <a:pt x="11811" y="190"/>
                    </a:lnTo>
                    <a:lnTo>
                      <a:pt x="11049" y="0"/>
                    </a:lnTo>
                    <a:lnTo>
                      <a:pt x="8572" y="0"/>
                    </a:lnTo>
                    <a:lnTo>
                      <a:pt x="7340" y="190"/>
                    </a:lnTo>
                    <a:lnTo>
                      <a:pt x="6667" y="469"/>
                    </a:lnTo>
                    <a:lnTo>
                      <a:pt x="5626" y="850"/>
                    </a:lnTo>
                    <a:lnTo>
                      <a:pt x="4851" y="1231"/>
                    </a:lnTo>
                    <a:lnTo>
                      <a:pt x="4000" y="1714"/>
                    </a:lnTo>
                    <a:lnTo>
                      <a:pt x="3327" y="2286"/>
                    </a:lnTo>
                    <a:lnTo>
                      <a:pt x="2667" y="2946"/>
                    </a:lnTo>
                    <a:lnTo>
                      <a:pt x="16662" y="2946"/>
                    </a:lnTo>
                    <a:close/>
                  </a:path>
                  <a:path w="19685" h="19685">
                    <a:moveTo>
                      <a:pt x="19240" y="8763"/>
                    </a:moveTo>
                    <a:lnTo>
                      <a:pt x="19050" y="7810"/>
                    </a:lnTo>
                    <a:lnTo>
                      <a:pt x="18961" y="6946"/>
                    </a:lnTo>
                    <a:lnTo>
                      <a:pt x="18669" y="5994"/>
                    </a:lnTo>
                    <a:lnTo>
                      <a:pt x="18288" y="5232"/>
                    </a:lnTo>
                    <a:lnTo>
                      <a:pt x="17818" y="4381"/>
                    </a:lnTo>
                    <a:lnTo>
                      <a:pt x="17335" y="3619"/>
                    </a:lnTo>
                    <a:lnTo>
                      <a:pt x="2095" y="3619"/>
                    </a:lnTo>
                    <a:lnTo>
                      <a:pt x="1524" y="4381"/>
                    </a:lnTo>
                    <a:lnTo>
                      <a:pt x="1054" y="5232"/>
                    </a:lnTo>
                    <a:lnTo>
                      <a:pt x="660" y="5994"/>
                    </a:lnTo>
                    <a:lnTo>
                      <a:pt x="381" y="6946"/>
                    </a:lnTo>
                    <a:lnTo>
                      <a:pt x="88" y="7810"/>
                    </a:lnTo>
                    <a:lnTo>
                      <a:pt x="88" y="8763"/>
                    </a:lnTo>
                    <a:lnTo>
                      <a:pt x="0" y="9613"/>
                    </a:lnTo>
                    <a:lnTo>
                      <a:pt x="88" y="10566"/>
                    </a:lnTo>
                    <a:lnTo>
                      <a:pt x="88" y="11430"/>
                    </a:lnTo>
                    <a:lnTo>
                      <a:pt x="381" y="12280"/>
                    </a:lnTo>
                    <a:lnTo>
                      <a:pt x="660" y="13144"/>
                    </a:lnTo>
                    <a:lnTo>
                      <a:pt x="1054" y="13995"/>
                    </a:lnTo>
                    <a:lnTo>
                      <a:pt x="1524" y="14757"/>
                    </a:lnTo>
                    <a:lnTo>
                      <a:pt x="2095" y="15519"/>
                    </a:lnTo>
                    <a:lnTo>
                      <a:pt x="2667" y="16281"/>
                    </a:lnTo>
                    <a:lnTo>
                      <a:pt x="16662" y="16281"/>
                    </a:lnTo>
                    <a:lnTo>
                      <a:pt x="17335" y="15519"/>
                    </a:lnTo>
                    <a:lnTo>
                      <a:pt x="19050" y="11430"/>
                    </a:lnTo>
                    <a:lnTo>
                      <a:pt x="19240" y="10566"/>
                    </a:lnTo>
                    <a:lnTo>
                      <a:pt x="19240" y="9613"/>
                    </a:lnTo>
                    <a:lnTo>
                      <a:pt x="19240" y="8763"/>
                    </a:lnTo>
                    <a:close/>
                  </a:path>
                </a:pathLst>
              </a:custGeom>
              <a:solidFill>
                <a:srgbClr val="000000"/>
              </a:solidFill>
            </p:spPr>
            <p:txBody>
              <a:bodyPr wrap="square" lIns="0" tIns="0" rIns="0" bIns="0" rtlCol="0"/>
              <a:lstStyle/>
              <a:p>
                <a:endParaRPr/>
              </a:p>
            </p:txBody>
          </p:sp>
          <p:sp>
            <p:nvSpPr>
              <p:cNvPr id="491" name="object 216">
                <a:extLst>
                  <a:ext uri="{FF2B5EF4-FFF2-40B4-BE49-F238E27FC236}">
                    <a16:creationId xmlns:a16="http://schemas.microsoft.com/office/drawing/2014/main" id="{08CDBE11-884D-91A5-5F23-243972A9AD9F}"/>
                  </a:ext>
                </a:extLst>
              </p:cNvPr>
              <p:cNvSpPr/>
              <p:nvPr/>
            </p:nvSpPr>
            <p:spPr>
              <a:xfrm>
                <a:off x="3331368" y="2771007"/>
                <a:ext cx="19685" cy="19685"/>
              </a:xfrm>
              <a:custGeom>
                <a:avLst/>
                <a:gdLst/>
                <a:ahLst/>
                <a:cxnLst/>
                <a:rect l="l" t="t" r="r" b="b"/>
                <a:pathLst>
                  <a:path w="19685" h="19685">
                    <a:moveTo>
                      <a:pt x="0" y="9620"/>
                    </a:moveTo>
                    <a:lnTo>
                      <a:pt x="9239" y="0"/>
                    </a:lnTo>
                    <a:lnTo>
                      <a:pt x="11144" y="0"/>
                    </a:lnTo>
                    <a:lnTo>
                      <a:pt x="19240" y="8762"/>
                    </a:lnTo>
                    <a:lnTo>
                      <a:pt x="19240" y="10572"/>
                    </a:lnTo>
                    <a:lnTo>
                      <a:pt x="9239" y="19240"/>
                    </a:lnTo>
                    <a:lnTo>
                      <a:pt x="7429" y="18954"/>
                    </a:lnTo>
                    <a:lnTo>
                      <a:pt x="0" y="9620"/>
                    </a:lnTo>
                    <a:close/>
                  </a:path>
                </a:pathLst>
              </a:custGeom>
              <a:ln w="4762">
                <a:solidFill>
                  <a:srgbClr val="000000"/>
                </a:solidFill>
              </a:ln>
            </p:spPr>
            <p:txBody>
              <a:bodyPr wrap="square" lIns="0" tIns="0" rIns="0" bIns="0" rtlCol="0"/>
              <a:lstStyle/>
              <a:p>
                <a:endParaRPr/>
              </a:p>
            </p:txBody>
          </p:sp>
          <p:sp>
            <p:nvSpPr>
              <p:cNvPr id="492" name="object 217">
                <a:extLst>
                  <a:ext uri="{FF2B5EF4-FFF2-40B4-BE49-F238E27FC236}">
                    <a16:creationId xmlns:a16="http://schemas.microsoft.com/office/drawing/2014/main" id="{DC1C782B-85F6-E6A1-9305-09A6064E7353}"/>
                  </a:ext>
                </a:extLst>
              </p:cNvPr>
              <p:cNvSpPr/>
              <p:nvPr/>
            </p:nvSpPr>
            <p:spPr>
              <a:xfrm>
                <a:off x="3331368" y="2771007"/>
                <a:ext cx="19685" cy="19685"/>
              </a:xfrm>
              <a:custGeom>
                <a:avLst/>
                <a:gdLst/>
                <a:ahLst/>
                <a:cxnLst/>
                <a:rect l="l" t="t" r="r" b="b"/>
                <a:pathLst>
                  <a:path w="19685" h="19685">
                    <a:moveTo>
                      <a:pt x="19145" y="9620"/>
                    </a:moveTo>
                    <a:lnTo>
                      <a:pt x="9620" y="0"/>
                    </a:lnTo>
                    <a:lnTo>
                      <a:pt x="8096" y="95"/>
                    </a:lnTo>
                    <a:lnTo>
                      <a:pt x="0" y="9620"/>
                    </a:lnTo>
                    <a:lnTo>
                      <a:pt x="95" y="11048"/>
                    </a:lnTo>
                    <a:lnTo>
                      <a:pt x="9620" y="19145"/>
                    </a:lnTo>
                    <a:lnTo>
                      <a:pt x="11144" y="19049"/>
                    </a:lnTo>
                    <a:lnTo>
                      <a:pt x="19145" y="9620"/>
                    </a:lnTo>
                    <a:close/>
                  </a:path>
                </a:pathLst>
              </a:custGeom>
              <a:ln w="4762">
                <a:solidFill>
                  <a:srgbClr val="000000"/>
                </a:solidFill>
              </a:ln>
            </p:spPr>
            <p:txBody>
              <a:bodyPr wrap="square" lIns="0" tIns="0" rIns="0" bIns="0" rtlCol="0"/>
              <a:lstStyle/>
              <a:p>
                <a:endParaRPr/>
              </a:p>
            </p:txBody>
          </p:sp>
          <p:sp>
            <p:nvSpPr>
              <p:cNvPr id="493" name="object 218">
                <a:extLst>
                  <a:ext uri="{FF2B5EF4-FFF2-40B4-BE49-F238E27FC236}">
                    <a16:creationId xmlns:a16="http://schemas.microsoft.com/office/drawing/2014/main" id="{0BD61E0F-BFD7-A66F-43CC-A40527450D0E}"/>
                  </a:ext>
                </a:extLst>
              </p:cNvPr>
              <p:cNvSpPr/>
              <p:nvPr/>
            </p:nvSpPr>
            <p:spPr>
              <a:xfrm>
                <a:off x="2221890" y="2682622"/>
                <a:ext cx="698500" cy="6985"/>
              </a:xfrm>
              <a:custGeom>
                <a:avLst/>
                <a:gdLst/>
                <a:ahLst/>
                <a:cxnLst/>
                <a:rect l="l" t="t" r="r" b="b"/>
                <a:pathLst>
                  <a:path w="698500" h="6985">
                    <a:moveTo>
                      <a:pt x="698080" y="0"/>
                    </a:moveTo>
                    <a:lnTo>
                      <a:pt x="0" y="0"/>
                    </a:lnTo>
                    <a:lnTo>
                      <a:pt x="0" y="6375"/>
                    </a:lnTo>
                    <a:lnTo>
                      <a:pt x="698080" y="6375"/>
                    </a:lnTo>
                    <a:lnTo>
                      <a:pt x="698080" y="0"/>
                    </a:lnTo>
                    <a:close/>
                  </a:path>
                </a:pathLst>
              </a:custGeom>
              <a:solidFill>
                <a:srgbClr val="000000"/>
              </a:solidFill>
            </p:spPr>
            <p:txBody>
              <a:bodyPr wrap="square" lIns="0" tIns="0" rIns="0" bIns="0" rtlCol="0"/>
              <a:lstStyle/>
              <a:p>
                <a:endParaRPr/>
              </a:p>
            </p:txBody>
          </p:sp>
          <p:sp>
            <p:nvSpPr>
              <p:cNvPr id="494" name="object 219">
                <a:extLst>
                  <a:ext uri="{FF2B5EF4-FFF2-40B4-BE49-F238E27FC236}">
                    <a16:creationId xmlns:a16="http://schemas.microsoft.com/office/drawing/2014/main" id="{17F79E82-9748-D855-910D-7BEFCE5DDD63}"/>
                  </a:ext>
                </a:extLst>
              </p:cNvPr>
              <p:cNvSpPr/>
              <p:nvPr/>
            </p:nvSpPr>
            <p:spPr>
              <a:xfrm>
                <a:off x="2221896" y="2682615"/>
                <a:ext cx="698500" cy="6985"/>
              </a:xfrm>
              <a:custGeom>
                <a:avLst/>
                <a:gdLst/>
                <a:ahLst/>
                <a:cxnLst/>
                <a:rect l="l" t="t" r="r" b="b"/>
                <a:pathLst>
                  <a:path w="698500" h="6985">
                    <a:moveTo>
                      <a:pt x="0" y="0"/>
                    </a:moveTo>
                    <a:lnTo>
                      <a:pt x="0" y="6382"/>
                    </a:lnTo>
                    <a:lnTo>
                      <a:pt x="698087" y="6382"/>
                    </a:lnTo>
                    <a:lnTo>
                      <a:pt x="698087" y="0"/>
                    </a:lnTo>
                    <a:lnTo>
                      <a:pt x="0" y="0"/>
                    </a:lnTo>
                    <a:close/>
                  </a:path>
                </a:pathLst>
              </a:custGeom>
              <a:ln w="4762">
                <a:solidFill>
                  <a:srgbClr val="000000"/>
                </a:solidFill>
              </a:ln>
            </p:spPr>
            <p:txBody>
              <a:bodyPr wrap="square" lIns="0" tIns="0" rIns="0" bIns="0" rtlCol="0"/>
              <a:lstStyle/>
              <a:p>
                <a:endParaRPr/>
              </a:p>
            </p:txBody>
          </p:sp>
          <p:sp>
            <p:nvSpPr>
              <p:cNvPr id="495" name="object 220">
                <a:extLst>
                  <a:ext uri="{FF2B5EF4-FFF2-40B4-BE49-F238E27FC236}">
                    <a16:creationId xmlns:a16="http://schemas.microsoft.com/office/drawing/2014/main" id="{BD9C242D-1EAC-809C-1620-93E459E4A6DE}"/>
                  </a:ext>
                </a:extLst>
              </p:cNvPr>
              <p:cNvSpPr/>
              <p:nvPr/>
            </p:nvSpPr>
            <p:spPr>
              <a:xfrm>
                <a:off x="2919971" y="2682622"/>
                <a:ext cx="698500" cy="6985"/>
              </a:xfrm>
              <a:custGeom>
                <a:avLst/>
                <a:gdLst/>
                <a:ahLst/>
                <a:cxnLst/>
                <a:rect l="l" t="t" r="r" b="b"/>
                <a:pathLst>
                  <a:path w="698500" h="6985">
                    <a:moveTo>
                      <a:pt x="698093" y="0"/>
                    </a:moveTo>
                    <a:lnTo>
                      <a:pt x="0" y="0"/>
                    </a:lnTo>
                    <a:lnTo>
                      <a:pt x="0" y="6375"/>
                    </a:lnTo>
                    <a:lnTo>
                      <a:pt x="698093" y="6375"/>
                    </a:lnTo>
                    <a:lnTo>
                      <a:pt x="698093" y="0"/>
                    </a:lnTo>
                    <a:close/>
                  </a:path>
                </a:pathLst>
              </a:custGeom>
              <a:solidFill>
                <a:srgbClr val="000000"/>
              </a:solidFill>
            </p:spPr>
            <p:txBody>
              <a:bodyPr wrap="square" lIns="0" tIns="0" rIns="0" bIns="0" rtlCol="0"/>
              <a:lstStyle/>
              <a:p>
                <a:endParaRPr/>
              </a:p>
            </p:txBody>
          </p:sp>
          <p:sp>
            <p:nvSpPr>
              <p:cNvPr id="496" name="object 221">
                <a:extLst>
                  <a:ext uri="{FF2B5EF4-FFF2-40B4-BE49-F238E27FC236}">
                    <a16:creationId xmlns:a16="http://schemas.microsoft.com/office/drawing/2014/main" id="{18760E5C-2515-E390-03FE-65AFD50C3BAA}"/>
                  </a:ext>
                </a:extLst>
              </p:cNvPr>
              <p:cNvSpPr/>
              <p:nvPr/>
            </p:nvSpPr>
            <p:spPr>
              <a:xfrm>
                <a:off x="2919983" y="2682615"/>
                <a:ext cx="698500" cy="6985"/>
              </a:xfrm>
              <a:custGeom>
                <a:avLst/>
                <a:gdLst/>
                <a:ahLst/>
                <a:cxnLst/>
                <a:rect l="l" t="t" r="r" b="b"/>
                <a:pathLst>
                  <a:path w="698500" h="6985">
                    <a:moveTo>
                      <a:pt x="0" y="0"/>
                    </a:moveTo>
                    <a:lnTo>
                      <a:pt x="0" y="6382"/>
                    </a:lnTo>
                    <a:lnTo>
                      <a:pt x="698087" y="6382"/>
                    </a:lnTo>
                    <a:lnTo>
                      <a:pt x="698087" y="0"/>
                    </a:lnTo>
                    <a:lnTo>
                      <a:pt x="0" y="0"/>
                    </a:lnTo>
                    <a:close/>
                  </a:path>
                </a:pathLst>
              </a:custGeom>
              <a:ln w="4762">
                <a:solidFill>
                  <a:srgbClr val="000000"/>
                </a:solidFill>
              </a:ln>
            </p:spPr>
            <p:txBody>
              <a:bodyPr wrap="square" lIns="0" tIns="0" rIns="0" bIns="0" rtlCol="0"/>
              <a:lstStyle/>
              <a:p>
                <a:endParaRPr/>
              </a:p>
            </p:txBody>
          </p:sp>
          <p:sp>
            <p:nvSpPr>
              <p:cNvPr id="497" name="object 222">
                <a:extLst>
                  <a:ext uri="{FF2B5EF4-FFF2-40B4-BE49-F238E27FC236}">
                    <a16:creationId xmlns:a16="http://schemas.microsoft.com/office/drawing/2014/main" id="{4989EA5E-4B7A-2FE7-F38F-225CB335B1C3}"/>
                  </a:ext>
                </a:extLst>
              </p:cNvPr>
              <p:cNvSpPr/>
              <p:nvPr/>
            </p:nvSpPr>
            <p:spPr>
              <a:xfrm>
                <a:off x="2429827" y="2735955"/>
                <a:ext cx="51435" cy="124460"/>
              </a:xfrm>
              <a:custGeom>
                <a:avLst/>
                <a:gdLst/>
                <a:ahLst/>
                <a:cxnLst/>
                <a:rect l="l" t="t" r="r" b="b"/>
                <a:pathLst>
                  <a:path w="51435" h="124460">
                    <a:moveTo>
                      <a:pt x="51435" y="0"/>
                    </a:moveTo>
                    <a:lnTo>
                      <a:pt x="26955" y="30765"/>
                    </a:lnTo>
                    <a:lnTo>
                      <a:pt x="9906" y="66198"/>
                    </a:lnTo>
                    <a:lnTo>
                      <a:pt x="1143" y="104489"/>
                    </a:lnTo>
                    <a:lnTo>
                      <a:pt x="95" y="117729"/>
                    </a:lnTo>
                    <a:lnTo>
                      <a:pt x="0" y="124205"/>
                    </a:lnTo>
                  </a:path>
                </a:pathLst>
              </a:custGeom>
              <a:ln w="4762">
                <a:solidFill>
                  <a:srgbClr val="000000"/>
                </a:solidFill>
              </a:ln>
            </p:spPr>
            <p:txBody>
              <a:bodyPr wrap="square" lIns="0" tIns="0" rIns="0" bIns="0" rtlCol="0"/>
              <a:lstStyle/>
              <a:p>
                <a:endParaRPr/>
              </a:p>
            </p:txBody>
          </p:sp>
        </p:grpSp>
        <p:sp>
          <p:nvSpPr>
            <p:cNvPr id="498" name="object 223">
              <a:extLst>
                <a:ext uri="{FF2B5EF4-FFF2-40B4-BE49-F238E27FC236}">
                  <a16:creationId xmlns:a16="http://schemas.microsoft.com/office/drawing/2014/main" id="{2EBED7A4-EFD8-8A75-3E2B-CF4E04FD2DCB}"/>
                </a:ext>
              </a:extLst>
            </p:cNvPr>
            <p:cNvSpPr txBox="1"/>
            <p:nvPr/>
          </p:nvSpPr>
          <p:spPr>
            <a:xfrm>
              <a:off x="6453102" y="5156728"/>
              <a:ext cx="171450" cy="140970"/>
            </a:xfrm>
            <a:prstGeom prst="rect">
              <a:avLst/>
            </a:prstGeom>
          </p:spPr>
          <p:txBody>
            <a:bodyPr vert="horz" wrap="square" lIns="0" tIns="13335" rIns="0" bIns="0" rtlCol="0">
              <a:spAutoFit/>
            </a:bodyPr>
            <a:lstStyle/>
            <a:p>
              <a:pPr marL="12700">
                <a:lnSpc>
                  <a:spcPct val="100000"/>
                </a:lnSpc>
                <a:spcBef>
                  <a:spcPts val="105"/>
                </a:spcBef>
              </a:pPr>
              <a:r>
                <a:rPr sz="750" spc="-25" dirty="0">
                  <a:latin typeface="Microsoft Sans Serif"/>
                  <a:cs typeface="Microsoft Sans Serif"/>
                </a:rPr>
                <a:t>45°</a:t>
              </a:r>
              <a:endParaRPr sz="750">
                <a:latin typeface="Microsoft Sans Serif"/>
                <a:cs typeface="Microsoft Sans Serif"/>
              </a:endParaRPr>
            </a:p>
          </p:txBody>
        </p:sp>
        <p:grpSp>
          <p:nvGrpSpPr>
            <p:cNvPr id="499" name="object 224">
              <a:extLst>
                <a:ext uri="{FF2B5EF4-FFF2-40B4-BE49-F238E27FC236}">
                  <a16:creationId xmlns:a16="http://schemas.microsoft.com/office/drawing/2014/main" id="{C67819D9-E0EC-13E0-89AE-3F286D03E540}"/>
                </a:ext>
              </a:extLst>
            </p:cNvPr>
            <p:cNvGrpSpPr/>
            <p:nvPr/>
          </p:nvGrpSpPr>
          <p:grpSpPr>
            <a:xfrm>
              <a:off x="5722461" y="3502570"/>
              <a:ext cx="2259330" cy="1878964"/>
              <a:chOff x="1790541" y="1009581"/>
              <a:chExt cx="2259330" cy="1878964"/>
            </a:xfrm>
          </p:grpSpPr>
          <p:sp>
            <p:nvSpPr>
              <p:cNvPr id="500" name="object 225">
                <a:extLst>
                  <a:ext uri="{FF2B5EF4-FFF2-40B4-BE49-F238E27FC236}">
                    <a16:creationId xmlns:a16="http://schemas.microsoft.com/office/drawing/2014/main" id="{DF8D2C20-291F-0B05-17BD-3E9E6D15A1D9}"/>
                  </a:ext>
                </a:extLst>
              </p:cNvPr>
              <p:cNvSpPr/>
              <p:nvPr/>
            </p:nvSpPr>
            <p:spPr>
              <a:xfrm>
                <a:off x="1799844" y="2621370"/>
                <a:ext cx="2242185" cy="241300"/>
              </a:xfrm>
              <a:custGeom>
                <a:avLst/>
                <a:gdLst/>
                <a:ahLst/>
                <a:cxnLst/>
                <a:rect l="l" t="t" r="r" b="b"/>
                <a:pathLst>
                  <a:path w="2242185" h="241300">
                    <a:moveTo>
                      <a:pt x="1524" y="239268"/>
                    </a:moveTo>
                    <a:lnTo>
                      <a:pt x="0" y="239268"/>
                    </a:lnTo>
                    <a:lnTo>
                      <a:pt x="0" y="240792"/>
                    </a:lnTo>
                    <a:lnTo>
                      <a:pt x="1524" y="240792"/>
                    </a:lnTo>
                    <a:lnTo>
                      <a:pt x="1524" y="239268"/>
                    </a:lnTo>
                    <a:close/>
                  </a:path>
                  <a:path w="2242185" h="241300">
                    <a:moveTo>
                      <a:pt x="568452" y="0"/>
                    </a:moveTo>
                    <a:lnTo>
                      <a:pt x="566928" y="0"/>
                    </a:lnTo>
                    <a:lnTo>
                      <a:pt x="566928" y="1524"/>
                    </a:lnTo>
                    <a:lnTo>
                      <a:pt x="568452" y="1524"/>
                    </a:lnTo>
                    <a:lnTo>
                      <a:pt x="568452" y="0"/>
                    </a:lnTo>
                    <a:close/>
                  </a:path>
                  <a:path w="2242185" h="241300">
                    <a:moveTo>
                      <a:pt x="637032" y="193548"/>
                    </a:moveTo>
                    <a:lnTo>
                      <a:pt x="635508" y="193548"/>
                    </a:lnTo>
                    <a:lnTo>
                      <a:pt x="635508" y="195072"/>
                    </a:lnTo>
                    <a:lnTo>
                      <a:pt x="637032" y="195072"/>
                    </a:lnTo>
                    <a:lnTo>
                      <a:pt x="637032" y="193548"/>
                    </a:lnTo>
                    <a:close/>
                  </a:path>
                  <a:path w="2242185" h="241300">
                    <a:moveTo>
                      <a:pt x="807720" y="239268"/>
                    </a:moveTo>
                    <a:lnTo>
                      <a:pt x="806196" y="239268"/>
                    </a:lnTo>
                    <a:lnTo>
                      <a:pt x="806196" y="240792"/>
                    </a:lnTo>
                    <a:lnTo>
                      <a:pt x="807720" y="240792"/>
                    </a:lnTo>
                    <a:lnTo>
                      <a:pt x="807720" y="239268"/>
                    </a:lnTo>
                    <a:close/>
                  </a:path>
                  <a:path w="2242185" h="241300">
                    <a:moveTo>
                      <a:pt x="2241804" y="239268"/>
                    </a:moveTo>
                    <a:lnTo>
                      <a:pt x="2240280" y="239268"/>
                    </a:lnTo>
                    <a:lnTo>
                      <a:pt x="2240280" y="240792"/>
                    </a:lnTo>
                    <a:lnTo>
                      <a:pt x="2241804" y="240792"/>
                    </a:lnTo>
                    <a:lnTo>
                      <a:pt x="2241804" y="239268"/>
                    </a:lnTo>
                    <a:close/>
                  </a:path>
                </a:pathLst>
              </a:custGeom>
              <a:solidFill>
                <a:srgbClr val="000000"/>
              </a:solidFill>
            </p:spPr>
            <p:txBody>
              <a:bodyPr wrap="square" lIns="0" tIns="0" rIns="0" bIns="0" rtlCol="0"/>
              <a:lstStyle/>
              <a:p>
                <a:endParaRPr/>
              </a:p>
            </p:txBody>
          </p:sp>
          <p:sp>
            <p:nvSpPr>
              <p:cNvPr id="501" name="object 226">
                <a:extLst>
                  <a:ext uri="{FF2B5EF4-FFF2-40B4-BE49-F238E27FC236}">
                    <a16:creationId xmlns:a16="http://schemas.microsoft.com/office/drawing/2014/main" id="{80EC3B06-4D4C-5EF1-1509-3D04A98A3350}"/>
                  </a:ext>
                </a:extLst>
              </p:cNvPr>
              <p:cNvSpPr/>
              <p:nvPr/>
            </p:nvSpPr>
            <p:spPr>
              <a:xfrm>
                <a:off x="2404014" y="2699569"/>
                <a:ext cx="77470" cy="186690"/>
              </a:xfrm>
              <a:custGeom>
                <a:avLst/>
                <a:gdLst/>
                <a:ahLst/>
                <a:cxnLst/>
                <a:rect l="l" t="t" r="r" b="b"/>
                <a:pathLst>
                  <a:path w="77469" h="186689">
                    <a:moveTo>
                      <a:pt x="77247" y="72866"/>
                    </a:moveTo>
                    <a:lnTo>
                      <a:pt x="77247" y="0"/>
                    </a:lnTo>
                  </a:path>
                  <a:path w="77469" h="186689">
                    <a:moveTo>
                      <a:pt x="0" y="134873"/>
                    </a:moveTo>
                    <a:lnTo>
                      <a:pt x="51530" y="186404"/>
                    </a:lnTo>
                  </a:path>
                </a:pathLst>
              </a:custGeom>
              <a:ln w="4762">
                <a:solidFill>
                  <a:srgbClr val="000000"/>
                </a:solidFill>
              </a:ln>
            </p:spPr>
            <p:txBody>
              <a:bodyPr wrap="square" lIns="0" tIns="0" rIns="0" bIns="0" rtlCol="0"/>
              <a:lstStyle/>
              <a:p>
                <a:endParaRPr/>
              </a:p>
            </p:txBody>
          </p:sp>
          <p:sp>
            <p:nvSpPr>
              <p:cNvPr id="502" name="object 227">
                <a:extLst>
                  <a:ext uri="{FF2B5EF4-FFF2-40B4-BE49-F238E27FC236}">
                    <a16:creationId xmlns:a16="http://schemas.microsoft.com/office/drawing/2014/main" id="{8C1D6A5B-8942-8F79-FF19-7483BEB68854}"/>
                  </a:ext>
                </a:extLst>
              </p:cNvPr>
              <p:cNvSpPr/>
              <p:nvPr/>
            </p:nvSpPr>
            <p:spPr>
              <a:xfrm>
                <a:off x="4033926" y="1012127"/>
                <a:ext cx="13335" cy="829310"/>
              </a:xfrm>
              <a:custGeom>
                <a:avLst/>
                <a:gdLst/>
                <a:ahLst/>
                <a:cxnLst/>
                <a:rect l="l" t="t" r="r" b="b"/>
                <a:pathLst>
                  <a:path w="13335" h="829310">
                    <a:moveTo>
                      <a:pt x="12954" y="0"/>
                    </a:moveTo>
                    <a:lnTo>
                      <a:pt x="0" y="12852"/>
                    </a:lnTo>
                    <a:lnTo>
                      <a:pt x="0" y="816190"/>
                    </a:lnTo>
                    <a:lnTo>
                      <a:pt x="12954" y="829144"/>
                    </a:lnTo>
                    <a:lnTo>
                      <a:pt x="12954" y="0"/>
                    </a:lnTo>
                    <a:close/>
                  </a:path>
                </a:pathLst>
              </a:custGeom>
              <a:solidFill>
                <a:srgbClr val="000000"/>
              </a:solidFill>
            </p:spPr>
            <p:txBody>
              <a:bodyPr wrap="square" lIns="0" tIns="0" rIns="0" bIns="0" rtlCol="0"/>
              <a:lstStyle/>
              <a:p>
                <a:endParaRPr/>
              </a:p>
            </p:txBody>
          </p:sp>
          <p:sp>
            <p:nvSpPr>
              <p:cNvPr id="503" name="object 228">
                <a:extLst>
                  <a:ext uri="{FF2B5EF4-FFF2-40B4-BE49-F238E27FC236}">
                    <a16:creationId xmlns:a16="http://schemas.microsoft.com/office/drawing/2014/main" id="{E750D60B-9F2D-4D80-6451-058586A9F5C3}"/>
                  </a:ext>
                </a:extLst>
              </p:cNvPr>
              <p:cNvSpPr/>
              <p:nvPr/>
            </p:nvSpPr>
            <p:spPr>
              <a:xfrm>
                <a:off x="4033932" y="1012121"/>
                <a:ext cx="13335" cy="829310"/>
              </a:xfrm>
              <a:custGeom>
                <a:avLst/>
                <a:gdLst/>
                <a:ahLst/>
                <a:cxnLst/>
                <a:rect l="l" t="t" r="r" b="b"/>
                <a:pathLst>
                  <a:path w="13335" h="829310">
                    <a:moveTo>
                      <a:pt x="0" y="816196"/>
                    </a:moveTo>
                    <a:lnTo>
                      <a:pt x="12954" y="829151"/>
                    </a:lnTo>
                    <a:lnTo>
                      <a:pt x="12954" y="0"/>
                    </a:lnTo>
                    <a:lnTo>
                      <a:pt x="0" y="12858"/>
                    </a:lnTo>
                    <a:lnTo>
                      <a:pt x="0" y="816196"/>
                    </a:lnTo>
                    <a:close/>
                  </a:path>
                </a:pathLst>
              </a:custGeom>
              <a:ln w="4762">
                <a:solidFill>
                  <a:srgbClr val="000000"/>
                </a:solidFill>
              </a:ln>
            </p:spPr>
            <p:txBody>
              <a:bodyPr wrap="square" lIns="0" tIns="0" rIns="0" bIns="0" rtlCol="0"/>
              <a:lstStyle/>
              <a:p>
                <a:endParaRPr/>
              </a:p>
            </p:txBody>
          </p:sp>
          <p:sp>
            <p:nvSpPr>
              <p:cNvPr id="504" name="object 229">
                <a:extLst>
                  <a:ext uri="{FF2B5EF4-FFF2-40B4-BE49-F238E27FC236}">
                    <a16:creationId xmlns:a16="http://schemas.microsoft.com/office/drawing/2014/main" id="{AB75E618-2527-062B-E7AC-080D8B8CC994}"/>
                  </a:ext>
                </a:extLst>
              </p:cNvPr>
              <p:cNvSpPr/>
              <p:nvPr/>
            </p:nvSpPr>
            <p:spPr>
              <a:xfrm>
                <a:off x="1793074" y="1012127"/>
                <a:ext cx="2254250" cy="13335"/>
              </a:xfrm>
              <a:custGeom>
                <a:avLst/>
                <a:gdLst/>
                <a:ahLst/>
                <a:cxnLst/>
                <a:rect l="l" t="t" r="r" b="b"/>
                <a:pathLst>
                  <a:path w="2254250" h="13334">
                    <a:moveTo>
                      <a:pt x="2253805" y="0"/>
                    </a:moveTo>
                    <a:lnTo>
                      <a:pt x="0" y="0"/>
                    </a:lnTo>
                    <a:lnTo>
                      <a:pt x="12852" y="12852"/>
                    </a:lnTo>
                    <a:lnTo>
                      <a:pt x="2240851" y="12852"/>
                    </a:lnTo>
                    <a:lnTo>
                      <a:pt x="2253805" y="0"/>
                    </a:lnTo>
                    <a:close/>
                  </a:path>
                </a:pathLst>
              </a:custGeom>
              <a:solidFill>
                <a:srgbClr val="000000"/>
              </a:solidFill>
            </p:spPr>
            <p:txBody>
              <a:bodyPr wrap="square" lIns="0" tIns="0" rIns="0" bIns="0" rtlCol="0"/>
              <a:lstStyle/>
              <a:p>
                <a:endParaRPr/>
              </a:p>
            </p:txBody>
          </p:sp>
          <p:sp>
            <p:nvSpPr>
              <p:cNvPr id="505" name="object 230">
                <a:extLst>
                  <a:ext uri="{FF2B5EF4-FFF2-40B4-BE49-F238E27FC236}">
                    <a16:creationId xmlns:a16="http://schemas.microsoft.com/office/drawing/2014/main" id="{451459DD-3175-28D1-8BB7-48541A362FDA}"/>
                  </a:ext>
                </a:extLst>
              </p:cNvPr>
              <p:cNvSpPr/>
              <p:nvPr/>
            </p:nvSpPr>
            <p:spPr>
              <a:xfrm>
                <a:off x="1793081" y="1012121"/>
                <a:ext cx="2254250" cy="13335"/>
              </a:xfrm>
              <a:custGeom>
                <a:avLst/>
                <a:gdLst/>
                <a:ahLst/>
                <a:cxnLst/>
                <a:rect l="l" t="t" r="r" b="b"/>
                <a:pathLst>
                  <a:path w="2254250" h="13334">
                    <a:moveTo>
                      <a:pt x="2240851" y="12858"/>
                    </a:moveTo>
                    <a:lnTo>
                      <a:pt x="2253805" y="0"/>
                    </a:lnTo>
                    <a:lnTo>
                      <a:pt x="0" y="0"/>
                    </a:lnTo>
                    <a:lnTo>
                      <a:pt x="12858" y="12858"/>
                    </a:lnTo>
                    <a:lnTo>
                      <a:pt x="2240851" y="12858"/>
                    </a:lnTo>
                    <a:close/>
                  </a:path>
                </a:pathLst>
              </a:custGeom>
              <a:ln w="4762">
                <a:solidFill>
                  <a:srgbClr val="000000"/>
                </a:solidFill>
              </a:ln>
            </p:spPr>
            <p:txBody>
              <a:bodyPr wrap="square" lIns="0" tIns="0" rIns="0" bIns="0" rtlCol="0"/>
              <a:lstStyle/>
              <a:p>
                <a:endParaRPr/>
              </a:p>
            </p:txBody>
          </p:sp>
          <p:sp>
            <p:nvSpPr>
              <p:cNvPr id="506" name="object 231">
                <a:extLst>
                  <a:ext uri="{FF2B5EF4-FFF2-40B4-BE49-F238E27FC236}">
                    <a16:creationId xmlns:a16="http://schemas.microsoft.com/office/drawing/2014/main" id="{112CE94D-8F14-9303-870C-352B46DAFE4D}"/>
                  </a:ext>
                </a:extLst>
              </p:cNvPr>
              <p:cNvSpPr/>
              <p:nvPr/>
            </p:nvSpPr>
            <p:spPr>
              <a:xfrm>
                <a:off x="1793074" y="1012127"/>
                <a:ext cx="13335" cy="829310"/>
              </a:xfrm>
              <a:custGeom>
                <a:avLst/>
                <a:gdLst/>
                <a:ahLst/>
                <a:cxnLst/>
                <a:rect l="l" t="t" r="r" b="b"/>
                <a:pathLst>
                  <a:path w="13335" h="829310">
                    <a:moveTo>
                      <a:pt x="12852" y="12852"/>
                    </a:moveTo>
                    <a:lnTo>
                      <a:pt x="0" y="0"/>
                    </a:lnTo>
                    <a:lnTo>
                      <a:pt x="0" y="829144"/>
                    </a:lnTo>
                    <a:lnTo>
                      <a:pt x="12852" y="816190"/>
                    </a:lnTo>
                    <a:lnTo>
                      <a:pt x="12852" y="12852"/>
                    </a:lnTo>
                    <a:close/>
                  </a:path>
                </a:pathLst>
              </a:custGeom>
              <a:solidFill>
                <a:srgbClr val="000000"/>
              </a:solidFill>
            </p:spPr>
            <p:txBody>
              <a:bodyPr wrap="square" lIns="0" tIns="0" rIns="0" bIns="0" rtlCol="0"/>
              <a:lstStyle/>
              <a:p>
                <a:endParaRPr/>
              </a:p>
            </p:txBody>
          </p:sp>
          <p:sp>
            <p:nvSpPr>
              <p:cNvPr id="507" name="object 232">
                <a:extLst>
                  <a:ext uri="{FF2B5EF4-FFF2-40B4-BE49-F238E27FC236}">
                    <a16:creationId xmlns:a16="http://schemas.microsoft.com/office/drawing/2014/main" id="{CBBECC4F-B11E-06A8-6E3F-A4A51905A6CD}"/>
                  </a:ext>
                </a:extLst>
              </p:cNvPr>
              <p:cNvSpPr/>
              <p:nvPr/>
            </p:nvSpPr>
            <p:spPr>
              <a:xfrm>
                <a:off x="1793081" y="1012121"/>
                <a:ext cx="13335" cy="829310"/>
              </a:xfrm>
              <a:custGeom>
                <a:avLst/>
                <a:gdLst/>
                <a:ahLst/>
                <a:cxnLst/>
                <a:rect l="l" t="t" r="r" b="b"/>
                <a:pathLst>
                  <a:path w="13335" h="829310">
                    <a:moveTo>
                      <a:pt x="12858" y="12858"/>
                    </a:moveTo>
                    <a:lnTo>
                      <a:pt x="0" y="0"/>
                    </a:lnTo>
                    <a:lnTo>
                      <a:pt x="0" y="829151"/>
                    </a:lnTo>
                    <a:lnTo>
                      <a:pt x="12858" y="816196"/>
                    </a:lnTo>
                    <a:lnTo>
                      <a:pt x="12858" y="12858"/>
                    </a:lnTo>
                    <a:close/>
                  </a:path>
                </a:pathLst>
              </a:custGeom>
              <a:ln w="4762">
                <a:solidFill>
                  <a:srgbClr val="000000"/>
                </a:solidFill>
              </a:ln>
            </p:spPr>
            <p:txBody>
              <a:bodyPr wrap="square" lIns="0" tIns="0" rIns="0" bIns="0" rtlCol="0"/>
              <a:lstStyle/>
              <a:p>
                <a:endParaRPr/>
              </a:p>
            </p:txBody>
          </p:sp>
          <p:sp>
            <p:nvSpPr>
              <p:cNvPr id="508" name="object 233">
                <a:extLst>
                  <a:ext uri="{FF2B5EF4-FFF2-40B4-BE49-F238E27FC236}">
                    <a16:creationId xmlns:a16="http://schemas.microsoft.com/office/drawing/2014/main" id="{FC6A9C1D-963F-A6E1-009E-83179D9CC2B0}"/>
                  </a:ext>
                </a:extLst>
              </p:cNvPr>
              <p:cNvSpPr/>
              <p:nvPr/>
            </p:nvSpPr>
            <p:spPr>
              <a:xfrm>
                <a:off x="1793074" y="1828318"/>
                <a:ext cx="2254250" cy="13335"/>
              </a:xfrm>
              <a:custGeom>
                <a:avLst/>
                <a:gdLst/>
                <a:ahLst/>
                <a:cxnLst/>
                <a:rect l="l" t="t" r="r" b="b"/>
                <a:pathLst>
                  <a:path w="2254250" h="13335">
                    <a:moveTo>
                      <a:pt x="2253805" y="12954"/>
                    </a:moveTo>
                    <a:lnTo>
                      <a:pt x="2240851" y="0"/>
                    </a:lnTo>
                    <a:lnTo>
                      <a:pt x="12852" y="0"/>
                    </a:lnTo>
                    <a:lnTo>
                      <a:pt x="0" y="12954"/>
                    </a:lnTo>
                    <a:lnTo>
                      <a:pt x="2253805" y="12954"/>
                    </a:lnTo>
                    <a:close/>
                  </a:path>
                </a:pathLst>
              </a:custGeom>
              <a:solidFill>
                <a:srgbClr val="000000"/>
              </a:solidFill>
            </p:spPr>
            <p:txBody>
              <a:bodyPr wrap="square" lIns="0" tIns="0" rIns="0" bIns="0" rtlCol="0"/>
              <a:lstStyle/>
              <a:p>
                <a:endParaRPr/>
              </a:p>
            </p:txBody>
          </p:sp>
          <p:sp>
            <p:nvSpPr>
              <p:cNvPr id="509" name="object 234">
                <a:extLst>
                  <a:ext uri="{FF2B5EF4-FFF2-40B4-BE49-F238E27FC236}">
                    <a16:creationId xmlns:a16="http://schemas.microsoft.com/office/drawing/2014/main" id="{128719DA-F02C-2647-572E-92C0846EB68A}"/>
                  </a:ext>
                </a:extLst>
              </p:cNvPr>
              <p:cNvSpPr/>
              <p:nvPr/>
            </p:nvSpPr>
            <p:spPr>
              <a:xfrm>
                <a:off x="1793081" y="1828317"/>
                <a:ext cx="2254250" cy="13335"/>
              </a:xfrm>
              <a:custGeom>
                <a:avLst/>
                <a:gdLst/>
                <a:ahLst/>
                <a:cxnLst/>
                <a:rect l="l" t="t" r="r" b="b"/>
                <a:pathLst>
                  <a:path w="2254250" h="13335">
                    <a:moveTo>
                      <a:pt x="12858" y="0"/>
                    </a:moveTo>
                    <a:lnTo>
                      <a:pt x="0" y="12954"/>
                    </a:lnTo>
                    <a:lnTo>
                      <a:pt x="2253805" y="12954"/>
                    </a:lnTo>
                    <a:lnTo>
                      <a:pt x="2240851" y="0"/>
                    </a:lnTo>
                    <a:lnTo>
                      <a:pt x="12858" y="0"/>
                    </a:lnTo>
                    <a:close/>
                  </a:path>
                </a:pathLst>
              </a:custGeom>
              <a:ln w="4762">
                <a:solidFill>
                  <a:srgbClr val="000000"/>
                </a:solidFill>
              </a:ln>
            </p:spPr>
            <p:txBody>
              <a:bodyPr wrap="square" lIns="0" tIns="0" rIns="0" bIns="0" rtlCol="0"/>
              <a:lstStyle/>
              <a:p>
                <a:endParaRPr/>
              </a:p>
            </p:txBody>
          </p:sp>
          <p:pic>
            <p:nvPicPr>
              <p:cNvPr id="510" name="object 235">
                <a:extLst>
                  <a:ext uri="{FF2B5EF4-FFF2-40B4-BE49-F238E27FC236}">
                    <a16:creationId xmlns:a16="http://schemas.microsoft.com/office/drawing/2014/main" id="{E8593CAC-D865-1212-ADF0-D7AED18CC6A0}"/>
                  </a:ext>
                </a:extLst>
              </p:cNvPr>
              <p:cNvPicPr/>
              <p:nvPr/>
            </p:nvPicPr>
            <p:blipFill>
              <a:blip r:embed="rId4" cstate="print"/>
              <a:stretch>
                <a:fillRect/>
              </a:stretch>
            </p:blipFill>
            <p:spPr>
              <a:xfrm>
                <a:off x="2213038" y="1346924"/>
                <a:ext cx="162401" cy="159448"/>
              </a:xfrm>
              <a:prstGeom prst="rect">
                <a:avLst/>
              </a:prstGeom>
            </p:spPr>
          </p:pic>
        </p:grpSp>
        <p:sp>
          <p:nvSpPr>
            <p:cNvPr id="516" name="object 241">
              <a:extLst>
                <a:ext uri="{FF2B5EF4-FFF2-40B4-BE49-F238E27FC236}">
                  <a16:creationId xmlns:a16="http://schemas.microsoft.com/office/drawing/2014/main" id="{D0F0DD09-096A-425B-7EBD-C18679D54322}"/>
                </a:ext>
              </a:extLst>
            </p:cNvPr>
            <p:cNvSpPr txBox="1"/>
            <p:nvPr/>
          </p:nvSpPr>
          <p:spPr>
            <a:xfrm>
              <a:off x="8038600" y="5343988"/>
              <a:ext cx="114935" cy="208279"/>
            </a:xfrm>
            <a:prstGeom prst="rect">
              <a:avLst/>
            </a:prstGeom>
          </p:spPr>
          <p:txBody>
            <a:bodyPr vert="horz" wrap="square" lIns="0" tIns="12700" rIns="0" bIns="0" rtlCol="0">
              <a:spAutoFit/>
            </a:bodyPr>
            <a:lstStyle/>
            <a:p>
              <a:pPr marL="12700">
                <a:lnSpc>
                  <a:spcPct val="100000"/>
                </a:lnSpc>
                <a:spcBef>
                  <a:spcPts val="100"/>
                </a:spcBef>
              </a:pPr>
              <a:r>
                <a:rPr sz="1200" spc="-445" dirty="0">
                  <a:latin typeface="Times New Roman"/>
                  <a:cs typeface="Times New Roman"/>
                </a:rPr>
                <a:t>𝜎</a:t>
              </a:r>
              <a:endParaRPr sz="1200">
                <a:latin typeface="Times New Roman"/>
                <a:cs typeface="Times New Roman"/>
              </a:endParaRPr>
            </a:p>
          </p:txBody>
        </p:sp>
      </p:grpSp>
    </p:spTree>
    <p:extLst>
      <p:ext uri="{BB962C8B-B14F-4D97-AF65-F5344CB8AC3E}">
        <p14:creationId xmlns:p14="http://schemas.microsoft.com/office/powerpoint/2010/main" val="2312176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3B415-DEC8-C6E7-43A8-75457823693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E1B6F62-EE80-D09F-15E2-25309F9DB7E0}"/>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3035879C-344B-7C22-E774-906D0A3AD7A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B7307D8F-3256-901A-D492-AE8491D7003C}"/>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C5181338-899E-A393-1A14-B0D666994ADE}"/>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combinada</a:t>
            </a:r>
          </a:p>
        </p:txBody>
      </p:sp>
      <p:sp>
        <p:nvSpPr>
          <p:cNvPr id="15" name="object 7">
            <a:extLst>
              <a:ext uri="{FF2B5EF4-FFF2-40B4-BE49-F238E27FC236}">
                <a16:creationId xmlns:a16="http://schemas.microsoft.com/office/drawing/2014/main" id="{3B86E5DC-6902-5866-A13B-337E3844361D}"/>
              </a:ext>
            </a:extLst>
          </p:cNvPr>
          <p:cNvSpPr/>
          <p:nvPr/>
        </p:nvSpPr>
        <p:spPr>
          <a:xfrm>
            <a:off x="3927853" y="2605489"/>
            <a:ext cx="3110409" cy="396214"/>
          </a:xfrm>
          <a:custGeom>
            <a:avLst/>
            <a:gdLst/>
            <a:ahLst/>
            <a:cxnLst/>
            <a:rect l="l" t="t" r="r" b="b"/>
            <a:pathLst>
              <a:path w="1726564" h="220344">
                <a:moveTo>
                  <a:pt x="0" y="220313"/>
                </a:moveTo>
                <a:lnTo>
                  <a:pt x="57531" y="162782"/>
                </a:lnTo>
              </a:path>
              <a:path w="1726564" h="220344">
                <a:moveTo>
                  <a:pt x="83724" y="136397"/>
                </a:moveTo>
                <a:lnTo>
                  <a:pt x="136207" y="84010"/>
                </a:lnTo>
              </a:path>
              <a:path w="1726564" h="220344">
                <a:moveTo>
                  <a:pt x="162306" y="57721"/>
                </a:moveTo>
                <a:lnTo>
                  <a:pt x="162401" y="57626"/>
                </a:lnTo>
                <a:lnTo>
                  <a:pt x="219932" y="0"/>
                </a:lnTo>
              </a:path>
              <a:path w="1726564" h="220344">
                <a:moveTo>
                  <a:pt x="573405" y="220313"/>
                </a:moveTo>
                <a:lnTo>
                  <a:pt x="515778" y="162782"/>
                </a:lnTo>
              </a:path>
              <a:path w="1726564" h="220344">
                <a:moveTo>
                  <a:pt x="489584" y="136397"/>
                </a:moveTo>
                <a:lnTo>
                  <a:pt x="437102" y="84010"/>
                </a:lnTo>
              </a:path>
              <a:path w="1726564" h="220344">
                <a:moveTo>
                  <a:pt x="411003" y="57721"/>
                </a:moveTo>
                <a:lnTo>
                  <a:pt x="410813" y="57626"/>
                </a:lnTo>
                <a:lnTo>
                  <a:pt x="353377" y="0"/>
                </a:lnTo>
              </a:path>
              <a:path w="1726564" h="220344">
                <a:moveTo>
                  <a:pt x="1152906" y="220313"/>
                </a:moveTo>
                <a:lnTo>
                  <a:pt x="1210436" y="162782"/>
                </a:lnTo>
              </a:path>
              <a:path w="1726564" h="220344">
                <a:moveTo>
                  <a:pt x="1236630" y="136588"/>
                </a:moveTo>
                <a:lnTo>
                  <a:pt x="1289113" y="84105"/>
                </a:lnTo>
              </a:path>
              <a:path w="1726564" h="220344">
                <a:moveTo>
                  <a:pt x="1315307" y="57816"/>
                </a:moveTo>
                <a:lnTo>
                  <a:pt x="1315402" y="57626"/>
                </a:lnTo>
                <a:lnTo>
                  <a:pt x="1372933" y="0"/>
                </a:lnTo>
              </a:path>
              <a:path w="1726564" h="220344">
                <a:moveTo>
                  <a:pt x="1726310" y="220313"/>
                </a:moveTo>
                <a:lnTo>
                  <a:pt x="1668780" y="162782"/>
                </a:lnTo>
              </a:path>
              <a:path w="1726564" h="220344">
                <a:moveTo>
                  <a:pt x="1642491" y="136588"/>
                </a:moveTo>
                <a:lnTo>
                  <a:pt x="1590103" y="84105"/>
                </a:lnTo>
              </a:path>
              <a:path w="1726564" h="220344">
                <a:moveTo>
                  <a:pt x="1563814" y="57816"/>
                </a:moveTo>
                <a:lnTo>
                  <a:pt x="1563719" y="57626"/>
                </a:lnTo>
                <a:lnTo>
                  <a:pt x="1506283" y="0"/>
                </a:lnTo>
              </a:path>
            </a:pathLst>
          </a:custGeom>
          <a:ln w="4762">
            <a:solidFill>
              <a:srgbClr val="000000"/>
            </a:solidFill>
          </a:ln>
        </p:spPr>
        <p:txBody>
          <a:bodyPr wrap="square" lIns="0" tIns="0" rIns="0" bIns="0" rtlCol="0"/>
          <a:lstStyle/>
          <a:p>
            <a:endParaRPr/>
          </a:p>
        </p:txBody>
      </p:sp>
      <p:pic>
        <p:nvPicPr>
          <p:cNvPr id="16" name="object 8">
            <a:extLst>
              <a:ext uri="{FF2B5EF4-FFF2-40B4-BE49-F238E27FC236}">
                <a16:creationId xmlns:a16="http://schemas.microsoft.com/office/drawing/2014/main" id="{EE9313CC-C254-A3A1-1C65-F31540DC5DC3}"/>
              </a:ext>
            </a:extLst>
          </p:cNvPr>
          <p:cNvPicPr/>
          <p:nvPr/>
        </p:nvPicPr>
        <p:blipFill>
          <a:blip r:embed="rId4" cstate="print"/>
          <a:stretch>
            <a:fillRect/>
          </a:stretch>
        </p:blipFill>
        <p:spPr>
          <a:xfrm>
            <a:off x="4016910" y="1668790"/>
            <a:ext cx="852817" cy="304695"/>
          </a:xfrm>
          <a:prstGeom prst="rect">
            <a:avLst/>
          </a:prstGeom>
        </p:spPr>
      </p:pic>
      <p:pic>
        <p:nvPicPr>
          <p:cNvPr id="17" name="object 9">
            <a:extLst>
              <a:ext uri="{FF2B5EF4-FFF2-40B4-BE49-F238E27FC236}">
                <a16:creationId xmlns:a16="http://schemas.microsoft.com/office/drawing/2014/main" id="{89B56147-9E5B-2F81-00A4-D170495F7388}"/>
              </a:ext>
            </a:extLst>
          </p:cNvPr>
          <p:cNvPicPr/>
          <p:nvPr/>
        </p:nvPicPr>
        <p:blipFill>
          <a:blip r:embed="rId5" cstate="print"/>
          <a:stretch>
            <a:fillRect/>
          </a:stretch>
        </p:blipFill>
        <p:spPr>
          <a:xfrm>
            <a:off x="6095075" y="1668790"/>
            <a:ext cx="852817" cy="304695"/>
          </a:xfrm>
          <a:prstGeom prst="rect">
            <a:avLst/>
          </a:prstGeom>
        </p:spPr>
      </p:pic>
      <p:sp>
        <p:nvSpPr>
          <p:cNvPr id="18" name="object 10">
            <a:extLst>
              <a:ext uri="{FF2B5EF4-FFF2-40B4-BE49-F238E27FC236}">
                <a16:creationId xmlns:a16="http://schemas.microsoft.com/office/drawing/2014/main" id="{E657AB3C-1934-AD5A-B23B-C5822751752A}"/>
              </a:ext>
            </a:extLst>
          </p:cNvPr>
          <p:cNvSpPr/>
          <p:nvPr/>
        </p:nvSpPr>
        <p:spPr>
          <a:xfrm>
            <a:off x="4313583" y="1821065"/>
            <a:ext cx="21735" cy="795853"/>
          </a:xfrm>
          <a:custGeom>
            <a:avLst/>
            <a:gdLst/>
            <a:ahLst/>
            <a:cxnLst/>
            <a:rect l="l" t="t" r="r" b="b"/>
            <a:pathLst>
              <a:path w="12064" h="442594">
                <a:moveTo>
                  <a:pt x="11811" y="0"/>
                </a:moveTo>
                <a:lnTo>
                  <a:pt x="0" y="0"/>
                </a:lnTo>
                <a:lnTo>
                  <a:pt x="0" y="430339"/>
                </a:lnTo>
                <a:lnTo>
                  <a:pt x="11811" y="442239"/>
                </a:lnTo>
                <a:lnTo>
                  <a:pt x="11811" y="0"/>
                </a:lnTo>
                <a:close/>
              </a:path>
            </a:pathLst>
          </a:custGeom>
          <a:solidFill>
            <a:srgbClr val="000000"/>
          </a:solidFill>
        </p:spPr>
        <p:txBody>
          <a:bodyPr wrap="square" lIns="0" tIns="0" rIns="0" bIns="0" rtlCol="0"/>
          <a:lstStyle/>
          <a:p>
            <a:endParaRPr/>
          </a:p>
        </p:txBody>
      </p:sp>
      <p:sp>
        <p:nvSpPr>
          <p:cNvPr id="19" name="object 11">
            <a:extLst>
              <a:ext uri="{FF2B5EF4-FFF2-40B4-BE49-F238E27FC236}">
                <a16:creationId xmlns:a16="http://schemas.microsoft.com/office/drawing/2014/main" id="{5FDE245D-30F9-2A00-331C-2E1C9AC03B60}"/>
              </a:ext>
            </a:extLst>
          </p:cNvPr>
          <p:cNvSpPr/>
          <p:nvPr/>
        </p:nvSpPr>
        <p:spPr>
          <a:xfrm>
            <a:off x="4313594" y="1821054"/>
            <a:ext cx="21735" cy="795853"/>
          </a:xfrm>
          <a:custGeom>
            <a:avLst/>
            <a:gdLst/>
            <a:ahLst/>
            <a:cxnLst/>
            <a:rect l="l" t="t" r="r" b="b"/>
            <a:pathLst>
              <a:path w="12064" h="442594">
                <a:moveTo>
                  <a:pt x="11810" y="0"/>
                </a:moveTo>
                <a:lnTo>
                  <a:pt x="0" y="0"/>
                </a:lnTo>
                <a:lnTo>
                  <a:pt x="0" y="430339"/>
                </a:lnTo>
                <a:lnTo>
                  <a:pt x="11810" y="442245"/>
                </a:lnTo>
                <a:lnTo>
                  <a:pt x="11810" y="0"/>
                </a:lnTo>
                <a:close/>
              </a:path>
            </a:pathLst>
          </a:custGeom>
          <a:ln w="4762">
            <a:solidFill>
              <a:srgbClr val="000000"/>
            </a:solidFill>
          </a:ln>
        </p:spPr>
        <p:txBody>
          <a:bodyPr wrap="square" lIns="0" tIns="0" rIns="0" bIns="0" rtlCol="0"/>
          <a:lstStyle/>
          <a:p>
            <a:endParaRPr/>
          </a:p>
        </p:txBody>
      </p:sp>
      <p:sp>
        <p:nvSpPr>
          <p:cNvPr id="20" name="object 12">
            <a:extLst>
              <a:ext uri="{FF2B5EF4-FFF2-40B4-BE49-F238E27FC236}">
                <a16:creationId xmlns:a16="http://schemas.microsoft.com/office/drawing/2014/main" id="{0AF507D8-B409-C910-89ED-988C222F270C}"/>
              </a:ext>
            </a:extLst>
          </p:cNvPr>
          <p:cNvSpPr/>
          <p:nvPr/>
        </p:nvSpPr>
        <p:spPr>
          <a:xfrm>
            <a:off x="3612455" y="2594882"/>
            <a:ext cx="722979" cy="21695"/>
          </a:xfrm>
          <a:custGeom>
            <a:avLst/>
            <a:gdLst/>
            <a:ahLst/>
            <a:cxnLst/>
            <a:rect l="l" t="t" r="r" b="b"/>
            <a:pathLst>
              <a:path w="401319" h="12065">
                <a:moveTo>
                  <a:pt x="401002" y="11899"/>
                </a:moveTo>
                <a:lnTo>
                  <a:pt x="389191" y="0"/>
                </a:lnTo>
                <a:lnTo>
                  <a:pt x="0" y="0"/>
                </a:lnTo>
                <a:lnTo>
                  <a:pt x="11899" y="11899"/>
                </a:lnTo>
                <a:lnTo>
                  <a:pt x="401002" y="11899"/>
                </a:lnTo>
                <a:close/>
              </a:path>
            </a:pathLst>
          </a:custGeom>
          <a:solidFill>
            <a:srgbClr val="000000"/>
          </a:solidFill>
        </p:spPr>
        <p:txBody>
          <a:bodyPr wrap="square" lIns="0" tIns="0" rIns="0" bIns="0" rtlCol="0"/>
          <a:lstStyle/>
          <a:p>
            <a:endParaRPr/>
          </a:p>
        </p:txBody>
      </p:sp>
      <p:sp>
        <p:nvSpPr>
          <p:cNvPr id="21" name="object 13">
            <a:extLst>
              <a:ext uri="{FF2B5EF4-FFF2-40B4-BE49-F238E27FC236}">
                <a16:creationId xmlns:a16="http://schemas.microsoft.com/office/drawing/2014/main" id="{93DEABE0-8676-CDF2-7004-E9A01B54AE39}"/>
              </a:ext>
            </a:extLst>
          </p:cNvPr>
          <p:cNvSpPr/>
          <p:nvPr/>
        </p:nvSpPr>
        <p:spPr>
          <a:xfrm>
            <a:off x="3612466" y="2594869"/>
            <a:ext cx="722979" cy="21695"/>
          </a:xfrm>
          <a:custGeom>
            <a:avLst/>
            <a:gdLst/>
            <a:ahLst/>
            <a:cxnLst/>
            <a:rect l="l" t="t" r="r" b="b"/>
            <a:pathLst>
              <a:path w="401319" h="12065">
                <a:moveTo>
                  <a:pt x="401002" y="11906"/>
                </a:moveTo>
                <a:lnTo>
                  <a:pt x="389191" y="0"/>
                </a:lnTo>
                <a:lnTo>
                  <a:pt x="0" y="0"/>
                </a:lnTo>
                <a:lnTo>
                  <a:pt x="11906" y="11906"/>
                </a:lnTo>
                <a:lnTo>
                  <a:pt x="401002" y="11906"/>
                </a:lnTo>
                <a:close/>
              </a:path>
            </a:pathLst>
          </a:custGeom>
          <a:ln w="4762">
            <a:solidFill>
              <a:srgbClr val="000000"/>
            </a:solidFill>
          </a:ln>
        </p:spPr>
        <p:txBody>
          <a:bodyPr wrap="square" lIns="0" tIns="0" rIns="0" bIns="0" rtlCol="0"/>
          <a:lstStyle/>
          <a:p>
            <a:endParaRPr/>
          </a:p>
        </p:txBody>
      </p:sp>
      <p:sp>
        <p:nvSpPr>
          <p:cNvPr id="22" name="object 14">
            <a:extLst>
              <a:ext uri="{FF2B5EF4-FFF2-40B4-BE49-F238E27FC236}">
                <a16:creationId xmlns:a16="http://schemas.microsoft.com/office/drawing/2014/main" id="{8E4B1A7D-D64B-F54C-52AB-B2A63CB8D14E}"/>
              </a:ext>
            </a:extLst>
          </p:cNvPr>
          <p:cNvSpPr/>
          <p:nvPr/>
        </p:nvSpPr>
        <p:spPr>
          <a:xfrm>
            <a:off x="3612455" y="2594882"/>
            <a:ext cx="21735" cy="417909"/>
          </a:xfrm>
          <a:custGeom>
            <a:avLst/>
            <a:gdLst/>
            <a:ahLst/>
            <a:cxnLst/>
            <a:rect l="l" t="t" r="r" b="b"/>
            <a:pathLst>
              <a:path w="12064" h="232409">
                <a:moveTo>
                  <a:pt x="11899" y="11899"/>
                </a:moveTo>
                <a:lnTo>
                  <a:pt x="0" y="0"/>
                </a:lnTo>
                <a:lnTo>
                  <a:pt x="0" y="232117"/>
                </a:lnTo>
                <a:lnTo>
                  <a:pt x="11899" y="220218"/>
                </a:lnTo>
                <a:lnTo>
                  <a:pt x="11899" y="11899"/>
                </a:lnTo>
                <a:close/>
              </a:path>
            </a:pathLst>
          </a:custGeom>
          <a:solidFill>
            <a:srgbClr val="000000"/>
          </a:solidFill>
        </p:spPr>
        <p:txBody>
          <a:bodyPr wrap="square" lIns="0" tIns="0" rIns="0" bIns="0" rtlCol="0"/>
          <a:lstStyle/>
          <a:p>
            <a:endParaRPr/>
          </a:p>
        </p:txBody>
      </p:sp>
      <p:sp>
        <p:nvSpPr>
          <p:cNvPr id="23" name="object 15">
            <a:extLst>
              <a:ext uri="{FF2B5EF4-FFF2-40B4-BE49-F238E27FC236}">
                <a16:creationId xmlns:a16="http://schemas.microsoft.com/office/drawing/2014/main" id="{96A0EA11-A6C6-4B11-DD5A-5CC7A480B233}"/>
              </a:ext>
            </a:extLst>
          </p:cNvPr>
          <p:cNvSpPr/>
          <p:nvPr/>
        </p:nvSpPr>
        <p:spPr>
          <a:xfrm>
            <a:off x="3612466" y="2594869"/>
            <a:ext cx="21735" cy="417909"/>
          </a:xfrm>
          <a:custGeom>
            <a:avLst/>
            <a:gdLst/>
            <a:ahLst/>
            <a:cxnLst/>
            <a:rect l="l" t="t" r="r" b="b"/>
            <a:pathLst>
              <a:path w="12064" h="232409">
                <a:moveTo>
                  <a:pt x="11906" y="11906"/>
                </a:moveTo>
                <a:lnTo>
                  <a:pt x="0" y="0"/>
                </a:lnTo>
                <a:lnTo>
                  <a:pt x="0" y="232124"/>
                </a:lnTo>
                <a:lnTo>
                  <a:pt x="11906" y="220218"/>
                </a:lnTo>
                <a:lnTo>
                  <a:pt x="11906" y="11906"/>
                </a:lnTo>
                <a:close/>
              </a:path>
            </a:pathLst>
          </a:custGeom>
          <a:ln w="4762">
            <a:solidFill>
              <a:srgbClr val="000000"/>
            </a:solidFill>
          </a:ln>
        </p:spPr>
        <p:txBody>
          <a:bodyPr wrap="square" lIns="0" tIns="0" rIns="0" bIns="0" rtlCol="0"/>
          <a:lstStyle/>
          <a:p>
            <a:endParaRPr/>
          </a:p>
        </p:txBody>
      </p:sp>
      <p:sp>
        <p:nvSpPr>
          <p:cNvPr id="24" name="object 16">
            <a:extLst>
              <a:ext uri="{FF2B5EF4-FFF2-40B4-BE49-F238E27FC236}">
                <a16:creationId xmlns:a16="http://schemas.microsoft.com/office/drawing/2014/main" id="{5979D9F4-28C1-927D-6FD1-3B2881B47BA2}"/>
              </a:ext>
            </a:extLst>
          </p:cNvPr>
          <p:cNvSpPr/>
          <p:nvPr/>
        </p:nvSpPr>
        <p:spPr>
          <a:xfrm>
            <a:off x="3612455" y="2990867"/>
            <a:ext cx="3740730" cy="21695"/>
          </a:xfrm>
          <a:custGeom>
            <a:avLst/>
            <a:gdLst/>
            <a:ahLst/>
            <a:cxnLst/>
            <a:rect l="l" t="t" r="r" b="b"/>
            <a:pathLst>
              <a:path w="2076450" h="12065">
                <a:moveTo>
                  <a:pt x="2076348" y="11899"/>
                </a:moveTo>
                <a:lnTo>
                  <a:pt x="2064448" y="0"/>
                </a:lnTo>
                <a:lnTo>
                  <a:pt x="11899" y="0"/>
                </a:lnTo>
                <a:lnTo>
                  <a:pt x="0" y="11899"/>
                </a:lnTo>
                <a:lnTo>
                  <a:pt x="2076348" y="11899"/>
                </a:lnTo>
                <a:close/>
              </a:path>
            </a:pathLst>
          </a:custGeom>
          <a:solidFill>
            <a:srgbClr val="000000"/>
          </a:solidFill>
        </p:spPr>
        <p:txBody>
          <a:bodyPr wrap="square" lIns="0" tIns="0" rIns="0" bIns="0" rtlCol="0"/>
          <a:lstStyle/>
          <a:p>
            <a:endParaRPr/>
          </a:p>
        </p:txBody>
      </p:sp>
      <p:sp>
        <p:nvSpPr>
          <p:cNvPr id="25" name="object 17">
            <a:extLst>
              <a:ext uri="{FF2B5EF4-FFF2-40B4-BE49-F238E27FC236}">
                <a16:creationId xmlns:a16="http://schemas.microsoft.com/office/drawing/2014/main" id="{F04F4B5E-082F-85B7-63B0-C31E43162C8B}"/>
              </a:ext>
            </a:extLst>
          </p:cNvPr>
          <p:cNvSpPr/>
          <p:nvPr/>
        </p:nvSpPr>
        <p:spPr>
          <a:xfrm>
            <a:off x="3612466" y="2990855"/>
            <a:ext cx="3740730" cy="21695"/>
          </a:xfrm>
          <a:custGeom>
            <a:avLst/>
            <a:gdLst/>
            <a:ahLst/>
            <a:cxnLst/>
            <a:rect l="l" t="t" r="r" b="b"/>
            <a:pathLst>
              <a:path w="2076450" h="12065">
                <a:moveTo>
                  <a:pt x="11906" y="0"/>
                </a:moveTo>
                <a:lnTo>
                  <a:pt x="0" y="11906"/>
                </a:lnTo>
                <a:lnTo>
                  <a:pt x="2076354" y="11906"/>
                </a:lnTo>
                <a:lnTo>
                  <a:pt x="2064448" y="0"/>
                </a:lnTo>
                <a:lnTo>
                  <a:pt x="11906" y="0"/>
                </a:lnTo>
                <a:close/>
              </a:path>
            </a:pathLst>
          </a:custGeom>
          <a:ln w="4762">
            <a:solidFill>
              <a:srgbClr val="000000"/>
            </a:solidFill>
          </a:ln>
        </p:spPr>
        <p:txBody>
          <a:bodyPr wrap="square" lIns="0" tIns="0" rIns="0" bIns="0" rtlCol="0"/>
          <a:lstStyle/>
          <a:p>
            <a:endParaRPr/>
          </a:p>
        </p:txBody>
      </p:sp>
      <p:sp>
        <p:nvSpPr>
          <p:cNvPr id="26" name="object 18">
            <a:extLst>
              <a:ext uri="{FF2B5EF4-FFF2-40B4-BE49-F238E27FC236}">
                <a16:creationId xmlns:a16="http://schemas.microsoft.com/office/drawing/2014/main" id="{EB8F018A-634F-88AF-51F3-F36610A82C5B}"/>
              </a:ext>
            </a:extLst>
          </p:cNvPr>
          <p:cNvSpPr/>
          <p:nvPr/>
        </p:nvSpPr>
        <p:spPr>
          <a:xfrm>
            <a:off x="7331563" y="2594882"/>
            <a:ext cx="21735" cy="417909"/>
          </a:xfrm>
          <a:custGeom>
            <a:avLst/>
            <a:gdLst/>
            <a:ahLst/>
            <a:cxnLst/>
            <a:rect l="l" t="t" r="r" b="b"/>
            <a:pathLst>
              <a:path w="12064" h="232409">
                <a:moveTo>
                  <a:pt x="11899" y="0"/>
                </a:moveTo>
                <a:lnTo>
                  <a:pt x="0" y="11899"/>
                </a:lnTo>
                <a:lnTo>
                  <a:pt x="0" y="220218"/>
                </a:lnTo>
                <a:lnTo>
                  <a:pt x="11899" y="232117"/>
                </a:lnTo>
                <a:lnTo>
                  <a:pt x="11899" y="0"/>
                </a:lnTo>
                <a:close/>
              </a:path>
            </a:pathLst>
          </a:custGeom>
          <a:solidFill>
            <a:srgbClr val="000000"/>
          </a:solidFill>
        </p:spPr>
        <p:txBody>
          <a:bodyPr wrap="square" lIns="0" tIns="0" rIns="0" bIns="0" rtlCol="0"/>
          <a:lstStyle/>
          <a:p>
            <a:endParaRPr/>
          </a:p>
        </p:txBody>
      </p:sp>
      <p:sp>
        <p:nvSpPr>
          <p:cNvPr id="27" name="object 19">
            <a:extLst>
              <a:ext uri="{FF2B5EF4-FFF2-40B4-BE49-F238E27FC236}">
                <a16:creationId xmlns:a16="http://schemas.microsoft.com/office/drawing/2014/main" id="{1C0EE718-754C-BB64-DA20-AE65875D11B6}"/>
              </a:ext>
            </a:extLst>
          </p:cNvPr>
          <p:cNvSpPr/>
          <p:nvPr/>
        </p:nvSpPr>
        <p:spPr>
          <a:xfrm>
            <a:off x="7331574" y="2594869"/>
            <a:ext cx="21735" cy="417909"/>
          </a:xfrm>
          <a:custGeom>
            <a:avLst/>
            <a:gdLst/>
            <a:ahLst/>
            <a:cxnLst/>
            <a:rect l="l" t="t" r="r" b="b"/>
            <a:pathLst>
              <a:path w="12064" h="232409">
                <a:moveTo>
                  <a:pt x="0" y="220218"/>
                </a:moveTo>
                <a:lnTo>
                  <a:pt x="11906" y="232124"/>
                </a:lnTo>
                <a:lnTo>
                  <a:pt x="11906" y="0"/>
                </a:lnTo>
                <a:lnTo>
                  <a:pt x="0" y="11906"/>
                </a:lnTo>
                <a:lnTo>
                  <a:pt x="0" y="220218"/>
                </a:lnTo>
                <a:close/>
              </a:path>
            </a:pathLst>
          </a:custGeom>
          <a:ln w="4762">
            <a:solidFill>
              <a:srgbClr val="000000"/>
            </a:solidFill>
          </a:ln>
        </p:spPr>
        <p:txBody>
          <a:bodyPr wrap="square" lIns="0" tIns="0" rIns="0" bIns="0" rtlCol="0"/>
          <a:lstStyle/>
          <a:p>
            <a:endParaRPr/>
          </a:p>
        </p:txBody>
      </p:sp>
      <p:sp>
        <p:nvSpPr>
          <p:cNvPr id="28" name="object 20">
            <a:extLst>
              <a:ext uri="{FF2B5EF4-FFF2-40B4-BE49-F238E27FC236}">
                <a16:creationId xmlns:a16="http://schemas.microsoft.com/office/drawing/2014/main" id="{7FB0FA7E-57AE-30C9-0CD2-BE3AAD4D710C}"/>
              </a:ext>
            </a:extLst>
          </p:cNvPr>
          <p:cNvSpPr/>
          <p:nvPr/>
        </p:nvSpPr>
        <p:spPr>
          <a:xfrm>
            <a:off x="6630777" y="2594882"/>
            <a:ext cx="722979" cy="21695"/>
          </a:xfrm>
          <a:custGeom>
            <a:avLst/>
            <a:gdLst/>
            <a:ahLst/>
            <a:cxnLst/>
            <a:rect l="l" t="t" r="r" b="b"/>
            <a:pathLst>
              <a:path w="401320" h="12065">
                <a:moveTo>
                  <a:pt x="400900" y="0"/>
                </a:moveTo>
                <a:lnTo>
                  <a:pt x="11899" y="0"/>
                </a:lnTo>
                <a:lnTo>
                  <a:pt x="0" y="11899"/>
                </a:lnTo>
                <a:lnTo>
                  <a:pt x="389001" y="11899"/>
                </a:lnTo>
                <a:lnTo>
                  <a:pt x="400900" y="0"/>
                </a:lnTo>
                <a:close/>
              </a:path>
            </a:pathLst>
          </a:custGeom>
          <a:solidFill>
            <a:srgbClr val="000000"/>
          </a:solidFill>
        </p:spPr>
        <p:txBody>
          <a:bodyPr wrap="square" lIns="0" tIns="0" rIns="0" bIns="0" rtlCol="0"/>
          <a:lstStyle/>
          <a:p>
            <a:endParaRPr/>
          </a:p>
        </p:txBody>
      </p:sp>
      <p:sp>
        <p:nvSpPr>
          <p:cNvPr id="29" name="object 21">
            <a:extLst>
              <a:ext uri="{FF2B5EF4-FFF2-40B4-BE49-F238E27FC236}">
                <a16:creationId xmlns:a16="http://schemas.microsoft.com/office/drawing/2014/main" id="{24F9CF94-057B-8623-3D4D-75A629B208EC}"/>
              </a:ext>
            </a:extLst>
          </p:cNvPr>
          <p:cNvSpPr/>
          <p:nvPr/>
        </p:nvSpPr>
        <p:spPr>
          <a:xfrm>
            <a:off x="6630787" y="2594869"/>
            <a:ext cx="722979" cy="21695"/>
          </a:xfrm>
          <a:custGeom>
            <a:avLst/>
            <a:gdLst/>
            <a:ahLst/>
            <a:cxnLst/>
            <a:rect l="l" t="t" r="r" b="b"/>
            <a:pathLst>
              <a:path w="401320" h="12065">
                <a:moveTo>
                  <a:pt x="389000" y="11906"/>
                </a:moveTo>
                <a:lnTo>
                  <a:pt x="400907" y="0"/>
                </a:lnTo>
                <a:lnTo>
                  <a:pt x="11906" y="0"/>
                </a:lnTo>
                <a:lnTo>
                  <a:pt x="0" y="11906"/>
                </a:lnTo>
                <a:lnTo>
                  <a:pt x="389000" y="11906"/>
                </a:lnTo>
                <a:close/>
              </a:path>
            </a:pathLst>
          </a:custGeom>
          <a:ln w="4762">
            <a:solidFill>
              <a:srgbClr val="000000"/>
            </a:solidFill>
          </a:ln>
        </p:spPr>
        <p:txBody>
          <a:bodyPr wrap="square" lIns="0" tIns="0" rIns="0" bIns="0" rtlCol="0"/>
          <a:lstStyle/>
          <a:p>
            <a:endParaRPr/>
          </a:p>
        </p:txBody>
      </p:sp>
      <p:sp>
        <p:nvSpPr>
          <p:cNvPr id="30" name="object 22">
            <a:extLst>
              <a:ext uri="{FF2B5EF4-FFF2-40B4-BE49-F238E27FC236}">
                <a16:creationId xmlns:a16="http://schemas.microsoft.com/office/drawing/2014/main" id="{313AC425-FA0E-A782-32CD-7C206AA73C29}"/>
              </a:ext>
            </a:extLst>
          </p:cNvPr>
          <p:cNvSpPr/>
          <p:nvPr/>
        </p:nvSpPr>
        <p:spPr>
          <a:xfrm>
            <a:off x="6630777" y="1821065"/>
            <a:ext cx="21735" cy="795853"/>
          </a:xfrm>
          <a:custGeom>
            <a:avLst/>
            <a:gdLst/>
            <a:ahLst/>
            <a:cxnLst/>
            <a:rect l="l" t="t" r="r" b="b"/>
            <a:pathLst>
              <a:path w="12064" h="442594">
                <a:moveTo>
                  <a:pt x="11899" y="0"/>
                </a:moveTo>
                <a:lnTo>
                  <a:pt x="0" y="0"/>
                </a:lnTo>
                <a:lnTo>
                  <a:pt x="0" y="442239"/>
                </a:lnTo>
                <a:lnTo>
                  <a:pt x="11899" y="430339"/>
                </a:lnTo>
                <a:lnTo>
                  <a:pt x="11899" y="0"/>
                </a:lnTo>
                <a:close/>
              </a:path>
            </a:pathLst>
          </a:custGeom>
          <a:solidFill>
            <a:srgbClr val="000000"/>
          </a:solidFill>
        </p:spPr>
        <p:txBody>
          <a:bodyPr wrap="square" lIns="0" tIns="0" rIns="0" bIns="0" rtlCol="0"/>
          <a:lstStyle/>
          <a:p>
            <a:endParaRPr/>
          </a:p>
        </p:txBody>
      </p:sp>
      <p:sp>
        <p:nvSpPr>
          <p:cNvPr id="31" name="object 23">
            <a:extLst>
              <a:ext uri="{FF2B5EF4-FFF2-40B4-BE49-F238E27FC236}">
                <a16:creationId xmlns:a16="http://schemas.microsoft.com/office/drawing/2014/main" id="{41D16F3A-D198-68C5-1BA2-76F55B66605F}"/>
              </a:ext>
            </a:extLst>
          </p:cNvPr>
          <p:cNvSpPr/>
          <p:nvPr/>
        </p:nvSpPr>
        <p:spPr>
          <a:xfrm>
            <a:off x="6630787" y="1821054"/>
            <a:ext cx="21735" cy="795853"/>
          </a:xfrm>
          <a:custGeom>
            <a:avLst/>
            <a:gdLst/>
            <a:ahLst/>
            <a:cxnLst/>
            <a:rect l="l" t="t" r="r" b="b"/>
            <a:pathLst>
              <a:path w="12064" h="442594">
                <a:moveTo>
                  <a:pt x="0" y="442245"/>
                </a:moveTo>
                <a:lnTo>
                  <a:pt x="11906" y="430339"/>
                </a:lnTo>
                <a:lnTo>
                  <a:pt x="11906" y="0"/>
                </a:lnTo>
                <a:lnTo>
                  <a:pt x="0" y="0"/>
                </a:lnTo>
                <a:lnTo>
                  <a:pt x="0" y="442245"/>
                </a:lnTo>
                <a:close/>
              </a:path>
            </a:pathLst>
          </a:custGeom>
          <a:ln w="4762">
            <a:solidFill>
              <a:srgbClr val="000000"/>
            </a:solidFill>
          </a:ln>
        </p:spPr>
        <p:txBody>
          <a:bodyPr wrap="square" lIns="0" tIns="0" rIns="0" bIns="0" rtlCol="0"/>
          <a:lstStyle/>
          <a:p>
            <a:endParaRPr/>
          </a:p>
        </p:txBody>
      </p:sp>
      <p:sp>
        <p:nvSpPr>
          <p:cNvPr id="32" name="object 24">
            <a:extLst>
              <a:ext uri="{FF2B5EF4-FFF2-40B4-BE49-F238E27FC236}">
                <a16:creationId xmlns:a16="http://schemas.microsoft.com/office/drawing/2014/main" id="{CD5982F4-D644-ADC0-234D-1F0944221ED4}"/>
              </a:ext>
            </a:extLst>
          </p:cNvPr>
          <p:cNvSpPr/>
          <p:nvPr/>
        </p:nvSpPr>
        <p:spPr>
          <a:xfrm>
            <a:off x="6390546" y="1821065"/>
            <a:ext cx="21735" cy="795853"/>
          </a:xfrm>
          <a:custGeom>
            <a:avLst/>
            <a:gdLst/>
            <a:ahLst/>
            <a:cxnLst/>
            <a:rect l="l" t="t" r="r" b="b"/>
            <a:pathLst>
              <a:path w="12064" h="442594">
                <a:moveTo>
                  <a:pt x="11899" y="0"/>
                </a:moveTo>
                <a:lnTo>
                  <a:pt x="0" y="0"/>
                </a:lnTo>
                <a:lnTo>
                  <a:pt x="0" y="430339"/>
                </a:lnTo>
                <a:lnTo>
                  <a:pt x="11899" y="442239"/>
                </a:lnTo>
                <a:lnTo>
                  <a:pt x="11899" y="0"/>
                </a:lnTo>
                <a:close/>
              </a:path>
            </a:pathLst>
          </a:custGeom>
          <a:solidFill>
            <a:srgbClr val="000000"/>
          </a:solidFill>
        </p:spPr>
        <p:txBody>
          <a:bodyPr wrap="square" lIns="0" tIns="0" rIns="0" bIns="0" rtlCol="0"/>
          <a:lstStyle/>
          <a:p>
            <a:endParaRPr/>
          </a:p>
        </p:txBody>
      </p:sp>
      <p:sp>
        <p:nvSpPr>
          <p:cNvPr id="33" name="object 25">
            <a:extLst>
              <a:ext uri="{FF2B5EF4-FFF2-40B4-BE49-F238E27FC236}">
                <a16:creationId xmlns:a16="http://schemas.microsoft.com/office/drawing/2014/main" id="{645777EB-910B-DDF7-1746-F23789E9DCD0}"/>
              </a:ext>
            </a:extLst>
          </p:cNvPr>
          <p:cNvSpPr/>
          <p:nvPr/>
        </p:nvSpPr>
        <p:spPr>
          <a:xfrm>
            <a:off x="6390557" y="1821054"/>
            <a:ext cx="21735" cy="795853"/>
          </a:xfrm>
          <a:custGeom>
            <a:avLst/>
            <a:gdLst/>
            <a:ahLst/>
            <a:cxnLst/>
            <a:rect l="l" t="t" r="r" b="b"/>
            <a:pathLst>
              <a:path w="12064" h="442594">
                <a:moveTo>
                  <a:pt x="11906" y="0"/>
                </a:moveTo>
                <a:lnTo>
                  <a:pt x="0" y="0"/>
                </a:lnTo>
                <a:lnTo>
                  <a:pt x="0" y="430339"/>
                </a:lnTo>
                <a:lnTo>
                  <a:pt x="11906" y="442245"/>
                </a:lnTo>
                <a:lnTo>
                  <a:pt x="11906" y="0"/>
                </a:lnTo>
                <a:close/>
              </a:path>
            </a:pathLst>
          </a:custGeom>
          <a:ln w="4762">
            <a:solidFill>
              <a:srgbClr val="000000"/>
            </a:solidFill>
          </a:ln>
        </p:spPr>
        <p:txBody>
          <a:bodyPr wrap="square" lIns="0" tIns="0" rIns="0" bIns="0" rtlCol="0"/>
          <a:lstStyle/>
          <a:p>
            <a:endParaRPr/>
          </a:p>
        </p:txBody>
      </p:sp>
      <p:sp>
        <p:nvSpPr>
          <p:cNvPr id="34" name="object 26">
            <a:extLst>
              <a:ext uri="{FF2B5EF4-FFF2-40B4-BE49-F238E27FC236}">
                <a16:creationId xmlns:a16="http://schemas.microsoft.com/office/drawing/2014/main" id="{E2228930-6977-08D5-93EE-8DD81CA77A4B}"/>
              </a:ext>
            </a:extLst>
          </p:cNvPr>
          <p:cNvSpPr/>
          <p:nvPr/>
        </p:nvSpPr>
        <p:spPr>
          <a:xfrm>
            <a:off x="4553814" y="2594882"/>
            <a:ext cx="1858925" cy="21695"/>
          </a:xfrm>
          <a:custGeom>
            <a:avLst/>
            <a:gdLst/>
            <a:ahLst/>
            <a:cxnLst/>
            <a:rect l="l" t="t" r="r" b="b"/>
            <a:pathLst>
              <a:path w="1031875" h="12065">
                <a:moveTo>
                  <a:pt x="1031455" y="11899"/>
                </a:moveTo>
                <a:lnTo>
                  <a:pt x="1019556" y="0"/>
                </a:lnTo>
                <a:lnTo>
                  <a:pt x="11811" y="0"/>
                </a:lnTo>
                <a:lnTo>
                  <a:pt x="0" y="11899"/>
                </a:lnTo>
                <a:lnTo>
                  <a:pt x="1031455" y="11899"/>
                </a:lnTo>
                <a:close/>
              </a:path>
            </a:pathLst>
          </a:custGeom>
          <a:solidFill>
            <a:srgbClr val="000000"/>
          </a:solidFill>
        </p:spPr>
        <p:txBody>
          <a:bodyPr wrap="square" lIns="0" tIns="0" rIns="0" bIns="0" rtlCol="0"/>
          <a:lstStyle/>
          <a:p>
            <a:endParaRPr/>
          </a:p>
        </p:txBody>
      </p:sp>
      <p:sp>
        <p:nvSpPr>
          <p:cNvPr id="35" name="object 27">
            <a:extLst>
              <a:ext uri="{FF2B5EF4-FFF2-40B4-BE49-F238E27FC236}">
                <a16:creationId xmlns:a16="http://schemas.microsoft.com/office/drawing/2014/main" id="{D5ACB319-1B53-CB3C-B7FE-0EAA8A1E544D}"/>
              </a:ext>
            </a:extLst>
          </p:cNvPr>
          <p:cNvSpPr/>
          <p:nvPr/>
        </p:nvSpPr>
        <p:spPr>
          <a:xfrm>
            <a:off x="4553825" y="2594869"/>
            <a:ext cx="1858925" cy="21695"/>
          </a:xfrm>
          <a:custGeom>
            <a:avLst/>
            <a:gdLst/>
            <a:ahLst/>
            <a:cxnLst/>
            <a:rect l="l" t="t" r="r" b="b"/>
            <a:pathLst>
              <a:path w="1031875" h="12065">
                <a:moveTo>
                  <a:pt x="1031462" y="11906"/>
                </a:moveTo>
                <a:lnTo>
                  <a:pt x="1019555" y="0"/>
                </a:lnTo>
                <a:lnTo>
                  <a:pt x="11810" y="0"/>
                </a:lnTo>
                <a:lnTo>
                  <a:pt x="0" y="11906"/>
                </a:lnTo>
                <a:lnTo>
                  <a:pt x="1031462" y="11906"/>
                </a:lnTo>
                <a:close/>
              </a:path>
            </a:pathLst>
          </a:custGeom>
          <a:ln w="4762">
            <a:solidFill>
              <a:srgbClr val="000000"/>
            </a:solidFill>
          </a:ln>
        </p:spPr>
        <p:txBody>
          <a:bodyPr wrap="square" lIns="0" tIns="0" rIns="0" bIns="0" rtlCol="0"/>
          <a:lstStyle/>
          <a:p>
            <a:endParaRPr/>
          </a:p>
        </p:txBody>
      </p:sp>
      <p:sp>
        <p:nvSpPr>
          <p:cNvPr id="36" name="object 28">
            <a:extLst>
              <a:ext uri="{FF2B5EF4-FFF2-40B4-BE49-F238E27FC236}">
                <a16:creationId xmlns:a16="http://schemas.microsoft.com/office/drawing/2014/main" id="{206B03BA-FC26-8B4D-19DE-32577AD02BAF}"/>
              </a:ext>
            </a:extLst>
          </p:cNvPr>
          <p:cNvSpPr/>
          <p:nvPr/>
        </p:nvSpPr>
        <p:spPr>
          <a:xfrm>
            <a:off x="4553814" y="1821065"/>
            <a:ext cx="21735" cy="795853"/>
          </a:xfrm>
          <a:custGeom>
            <a:avLst/>
            <a:gdLst/>
            <a:ahLst/>
            <a:cxnLst/>
            <a:rect l="l" t="t" r="r" b="b"/>
            <a:pathLst>
              <a:path w="12064" h="442594">
                <a:moveTo>
                  <a:pt x="11811" y="0"/>
                </a:moveTo>
                <a:lnTo>
                  <a:pt x="0" y="0"/>
                </a:lnTo>
                <a:lnTo>
                  <a:pt x="0" y="442239"/>
                </a:lnTo>
                <a:lnTo>
                  <a:pt x="11811" y="430339"/>
                </a:lnTo>
                <a:lnTo>
                  <a:pt x="11811" y="0"/>
                </a:lnTo>
                <a:close/>
              </a:path>
            </a:pathLst>
          </a:custGeom>
          <a:solidFill>
            <a:srgbClr val="000000"/>
          </a:solidFill>
        </p:spPr>
        <p:txBody>
          <a:bodyPr wrap="square" lIns="0" tIns="0" rIns="0" bIns="0" rtlCol="0"/>
          <a:lstStyle/>
          <a:p>
            <a:endParaRPr/>
          </a:p>
        </p:txBody>
      </p:sp>
      <p:sp>
        <p:nvSpPr>
          <p:cNvPr id="37" name="object 29">
            <a:extLst>
              <a:ext uri="{FF2B5EF4-FFF2-40B4-BE49-F238E27FC236}">
                <a16:creationId xmlns:a16="http://schemas.microsoft.com/office/drawing/2014/main" id="{36DE45C8-C97C-EBEC-E619-3005EB2498D3}"/>
              </a:ext>
            </a:extLst>
          </p:cNvPr>
          <p:cNvSpPr/>
          <p:nvPr/>
        </p:nvSpPr>
        <p:spPr>
          <a:xfrm>
            <a:off x="4553825" y="1821054"/>
            <a:ext cx="21735" cy="795853"/>
          </a:xfrm>
          <a:custGeom>
            <a:avLst/>
            <a:gdLst/>
            <a:ahLst/>
            <a:cxnLst/>
            <a:rect l="l" t="t" r="r" b="b"/>
            <a:pathLst>
              <a:path w="12064" h="442594">
                <a:moveTo>
                  <a:pt x="0" y="442245"/>
                </a:moveTo>
                <a:lnTo>
                  <a:pt x="11810" y="430339"/>
                </a:lnTo>
                <a:lnTo>
                  <a:pt x="11810" y="0"/>
                </a:lnTo>
                <a:lnTo>
                  <a:pt x="0" y="0"/>
                </a:lnTo>
                <a:lnTo>
                  <a:pt x="0" y="442245"/>
                </a:lnTo>
                <a:close/>
              </a:path>
            </a:pathLst>
          </a:custGeom>
          <a:ln w="4762">
            <a:solidFill>
              <a:srgbClr val="000000"/>
            </a:solidFill>
          </a:ln>
        </p:spPr>
        <p:txBody>
          <a:bodyPr wrap="square" lIns="0" tIns="0" rIns="0" bIns="0" rtlCol="0"/>
          <a:lstStyle/>
          <a:p>
            <a:endParaRPr/>
          </a:p>
        </p:txBody>
      </p:sp>
      <p:sp>
        <p:nvSpPr>
          <p:cNvPr id="38" name="object 30">
            <a:extLst>
              <a:ext uri="{FF2B5EF4-FFF2-40B4-BE49-F238E27FC236}">
                <a16:creationId xmlns:a16="http://schemas.microsoft.com/office/drawing/2014/main" id="{017D48AF-DBDA-5503-513B-776B07114428}"/>
              </a:ext>
            </a:extLst>
          </p:cNvPr>
          <p:cNvSpPr/>
          <p:nvPr/>
        </p:nvSpPr>
        <p:spPr>
          <a:xfrm>
            <a:off x="4411745" y="2358684"/>
            <a:ext cx="74357" cy="147296"/>
          </a:xfrm>
          <a:custGeom>
            <a:avLst/>
            <a:gdLst/>
            <a:ahLst/>
            <a:cxnLst/>
            <a:rect l="l" t="t" r="r" b="b"/>
            <a:pathLst>
              <a:path w="41275" h="81915">
                <a:moveTo>
                  <a:pt x="20478" y="81438"/>
                </a:moveTo>
                <a:lnTo>
                  <a:pt x="0" y="0"/>
                </a:lnTo>
                <a:lnTo>
                  <a:pt x="41147" y="0"/>
                </a:lnTo>
                <a:lnTo>
                  <a:pt x="20478" y="81438"/>
                </a:lnTo>
                <a:close/>
              </a:path>
            </a:pathLst>
          </a:custGeom>
          <a:solidFill>
            <a:srgbClr val="000000"/>
          </a:solidFill>
        </p:spPr>
        <p:txBody>
          <a:bodyPr wrap="square" lIns="0" tIns="0" rIns="0" bIns="0" rtlCol="0"/>
          <a:lstStyle/>
          <a:p>
            <a:endParaRPr/>
          </a:p>
        </p:txBody>
      </p:sp>
      <p:sp>
        <p:nvSpPr>
          <p:cNvPr id="39" name="object 31">
            <a:extLst>
              <a:ext uri="{FF2B5EF4-FFF2-40B4-BE49-F238E27FC236}">
                <a16:creationId xmlns:a16="http://schemas.microsoft.com/office/drawing/2014/main" id="{8E4CACAD-DD0C-4FB7-EF0B-6848633621B1}"/>
              </a:ext>
            </a:extLst>
          </p:cNvPr>
          <p:cNvSpPr/>
          <p:nvPr/>
        </p:nvSpPr>
        <p:spPr>
          <a:xfrm>
            <a:off x="4411745" y="2358684"/>
            <a:ext cx="74357" cy="147296"/>
          </a:xfrm>
          <a:custGeom>
            <a:avLst/>
            <a:gdLst/>
            <a:ahLst/>
            <a:cxnLst/>
            <a:rect l="l" t="t" r="r" b="b"/>
            <a:pathLst>
              <a:path w="41275" h="81915">
                <a:moveTo>
                  <a:pt x="41147" y="0"/>
                </a:moveTo>
                <a:lnTo>
                  <a:pt x="20478" y="81438"/>
                </a:lnTo>
                <a:lnTo>
                  <a:pt x="0" y="0"/>
                </a:lnTo>
                <a:lnTo>
                  <a:pt x="41147" y="0"/>
                </a:lnTo>
                <a:close/>
              </a:path>
            </a:pathLst>
          </a:custGeom>
          <a:ln w="4762">
            <a:solidFill>
              <a:srgbClr val="000000"/>
            </a:solidFill>
          </a:ln>
        </p:spPr>
        <p:txBody>
          <a:bodyPr wrap="square" lIns="0" tIns="0" rIns="0" bIns="0" rtlCol="0"/>
          <a:lstStyle/>
          <a:p>
            <a:endParaRPr/>
          </a:p>
        </p:txBody>
      </p:sp>
      <p:sp>
        <p:nvSpPr>
          <p:cNvPr id="40" name="object 32">
            <a:extLst>
              <a:ext uri="{FF2B5EF4-FFF2-40B4-BE49-F238E27FC236}">
                <a16:creationId xmlns:a16="http://schemas.microsoft.com/office/drawing/2014/main" id="{625AE983-2CDA-53BA-5D2A-9598BE43700C}"/>
              </a:ext>
            </a:extLst>
          </p:cNvPr>
          <p:cNvSpPr/>
          <p:nvPr/>
        </p:nvSpPr>
        <p:spPr>
          <a:xfrm>
            <a:off x="4442965" y="2076766"/>
            <a:ext cx="11440" cy="282031"/>
          </a:xfrm>
          <a:custGeom>
            <a:avLst/>
            <a:gdLst/>
            <a:ahLst/>
            <a:cxnLst/>
            <a:rect l="l" t="t" r="r" b="b"/>
            <a:pathLst>
              <a:path w="6350" h="156844">
                <a:moveTo>
                  <a:pt x="6286" y="0"/>
                </a:moveTo>
                <a:lnTo>
                  <a:pt x="0" y="0"/>
                </a:lnTo>
                <a:lnTo>
                  <a:pt x="0" y="156781"/>
                </a:lnTo>
                <a:lnTo>
                  <a:pt x="6286" y="156781"/>
                </a:lnTo>
                <a:lnTo>
                  <a:pt x="6286" y="0"/>
                </a:lnTo>
                <a:close/>
              </a:path>
            </a:pathLst>
          </a:custGeom>
          <a:solidFill>
            <a:srgbClr val="000000"/>
          </a:solidFill>
        </p:spPr>
        <p:txBody>
          <a:bodyPr wrap="square" lIns="0" tIns="0" rIns="0" bIns="0" rtlCol="0"/>
          <a:lstStyle/>
          <a:p>
            <a:endParaRPr/>
          </a:p>
        </p:txBody>
      </p:sp>
      <p:sp>
        <p:nvSpPr>
          <p:cNvPr id="41" name="object 33">
            <a:extLst>
              <a:ext uri="{FF2B5EF4-FFF2-40B4-BE49-F238E27FC236}">
                <a16:creationId xmlns:a16="http://schemas.microsoft.com/office/drawing/2014/main" id="{C5D44745-5334-8519-0B6A-1D34568971BE}"/>
              </a:ext>
            </a:extLst>
          </p:cNvPr>
          <p:cNvSpPr txBox="1"/>
          <p:nvPr/>
        </p:nvSpPr>
        <p:spPr>
          <a:xfrm>
            <a:off x="7550447" y="2938376"/>
            <a:ext cx="207056" cy="374517"/>
          </a:xfrm>
          <a:prstGeom prst="rect">
            <a:avLst/>
          </a:prstGeom>
        </p:spPr>
        <p:txBody>
          <a:bodyPr vert="horz" wrap="square" lIns="0" tIns="12700" rIns="0" bIns="0" rtlCol="0">
            <a:spAutoFit/>
          </a:bodyPr>
          <a:lstStyle/>
          <a:p>
            <a:pPr marL="12700">
              <a:lnSpc>
                <a:spcPct val="100000"/>
              </a:lnSpc>
              <a:spcBef>
                <a:spcPts val="100"/>
              </a:spcBef>
            </a:pPr>
            <a:r>
              <a:rPr sz="1200" spc="-445" dirty="0">
                <a:latin typeface="Times New Roman"/>
                <a:cs typeface="Times New Roman"/>
              </a:rPr>
              <a:t>𝜎</a:t>
            </a:r>
            <a:endParaRPr sz="1200">
              <a:latin typeface="Times New Roman"/>
              <a:cs typeface="Times New Roman"/>
            </a:endParaRPr>
          </a:p>
        </p:txBody>
      </p:sp>
      <p:sp>
        <p:nvSpPr>
          <p:cNvPr id="42" name="object 34">
            <a:extLst>
              <a:ext uri="{FF2B5EF4-FFF2-40B4-BE49-F238E27FC236}">
                <a16:creationId xmlns:a16="http://schemas.microsoft.com/office/drawing/2014/main" id="{C44A3C6F-49A7-E088-4540-95C353C66C29}"/>
              </a:ext>
            </a:extLst>
          </p:cNvPr>
          <p:cNvSpPr txBox="1"/>
          <p:nvPr/>
        </p:nvSpPr>
        <p:spPr>
          <a:xfrm>
            <a:off x="4682355" y="1945625"/>
            <a:ext cx="374073" cy="369952"/>
          </a:xfrm>
          <a:prstGeom prst="rect">
            <a:avLst/>
          </a:prstGeom>
        </p:spPr>
        <p:txBody>
          <a:bodyPr vert="horz" wrap="square" lIns="0" tIns="16510" rIns="0" bIns="0" rtlCol="0">
            <a:spAutoFit/>
          </a:bodyPr>
          <a:lstStyle/>
          <a:p>
            <a:pPr marL="12700">
              <a:lnSpc>
                <a:spcPct val="100000"/>
              </a:lnSpc>
              <a:spcBef>
                <a:spcPts val="130"/>
              </a:spcBef>
            </a:pPr>
            <a:r>
              <a:rPr sz="1150" spc="-25" dirty="0">
                <a:latin typeface="Microsoft Sans Serif"/>
                <a:cs typeface="Microsoft Sans Serif"/>
              </a:rPr>
              <a:t>P1</a:t>
            </a:r>
            <a:endParaRPr sz="1150">
              <a:latin typeface="Microsoft Sans Serif"/>
              <a:cs typeface="Microsoft Sans Serif"/>
            </a:endParaRPr>
          </a:p>
        </p:txBody>
      </p:sp>
      <p:sp>
        <p:nvSpPr>
          <p:cNvPr id="44" name="object 36">
            <a:extLst>
              <a:ext uri="{FF2B5EF4-FFF2-40B4-BE49-F238E27FC236}">
                <a16:creationId xmlns:a16="http://schemas.microsoft.com/office/drawing/2014/main" id="{017ADCA5-BD36-AE38-FEA2-DBD7874DC332}"/>
              </a:ext>
            </a:extLst>
          </p:cNvPr>
          <p:cNvSpPr/>
          <p:nvPr/>
        </p:nvSpPr>
        <p:spPr>
          <a:xfrm>
            <a:off x="4442976" y="2076766"/>
            <a:ext cx="11440" cy="282031"/>
          </a:xfrm>
          <a:custGeom>
            <a:avLst/>
            <a:gdLst/>
            <a:ahLst/>
            <a:cxnLst/>
            <a:rect l="l" t="t" r="r" b="b"/>
            <a:pathLst>
              <a:path w="6350" h="156844">
                <a:moveTo>
                  <a:pt x="0" y="156781"/>
                </a:moveTo>
                <a:lnTo>
                  <a:pt x="6286" y="156781"/>
                </a:lnTo>
                <a:lnTo>
                  <a:pt x="6286" y="0"/>
                </a:lnTo>
                <a:lnTo>
                  <a:pt x="0" y="0"/>
                </a:lnTo>
                <a:lnTo>
                  <a:pt x="0" y="156781"/>
                </a:lnTo>
                <a:close/>
              </a:path>
            </a:pathLst>
          </a:custGeom>
          <a:ln w="4762">
            <a:solidFill>
              <a:srgbClr val="000000"/>
            </a:solidFill>
          </a:ln>
        </p:spPr>
        <p:txBody>
          <a:bodyPr wrap="square" lIns="0" tIns="0" rIns="0" bIns="0" rtlCol="0"/>
          <a:lstStyle/>
          <a:p>
            <a:endParaRPr/>
          </a:p>
        </p:txBody>
      </p:sp>
      <p:sp>
        <p:nvSpPr>
          <p:cNvPr id="45" name="object 37">
            <a:extLst>
              <a:ext uri="{FF2B5EF4-FFF2-40B4-BE49-F238E27FC236}">
                <a16:creationId xmlns:a16="http://schemas.microsoft.com/office/drawing/2014/main" id="{DCD4BE15-3325-5EBF-C075-97E46BAFE2CF}"/>
              </a:ext>
            </a:extLst>
          </p:cNvPr>
          <p:cNvSpPr/>
          <p:nvPr/>
        </p:nvSpPr>
        <p:spPr>
          <a:xfrm>
            <a:off x="6488537" y="2358682"/>
            <a:ext cx="74357" cy="147296"/>
          </a:xfrm>
          <a:custGeom>
            <a:avLst/>
            <a:gdLst/>
            <a:ahLst/>
            <a:cxnLst/>
            <a:rect l="l" t="t" r="r" b="b"/>
            <a:pathLst>
              <a:path w="41275" h="81915">
                <a:moveTo>
                  <a:pt x="20669" y="81438"/>
                </a:moveTo>
                <a:lnTo>
                  <a:pt x="0" y="0"/>
                </a:lnTo>
                <a:lnTo>
                  <a:pt x="41243" y="0"/>
                </a:lnTo>
                <a:lnTo>
                  <a:pt x="20669" y="81438"/>
                </a:lnTo>
                <a:close/>
              </a:path>
            </a:pathLst>
          </a:custGeom>
          <a:solidFill>
            <a:srgbClr val="000000"/>
          </a:solidFill>
        </p:spPr>
        <p:txBody>
          <a:bodyPr wrap="square" lIns="0" tIns="0" rIns="0" bIns="0" rtlCol="0"/>
          <a:lstStyle/>
          <a:p>
            <a:endParaRPr/>
          </a:p>
        </p:txBody>
      </p:sp>
      <p:sp>
        <p:nvSpPr>
          <p:cNvPr id="46" name="object 38">
            <a:extLst>
              <a:ext uri="{FF2B5EF4-FFF2-40B4-BE49-F238E27FC236}">
                <a16:creationId xmlns:a16="http://schemas.microsoft.com/office/drawing/2014/main" id="{E3551DF3-3BD5-15A5-056A-B30318C1856A}"/>
              </a:ext>
            </a:extLst>
          </p:cNvPr>
          <p:cNvSpPr/>
          <p:nvPr/>
        </p:nvSpPr>
        <p:spPr>
          <a:xfrm>
            <a:off x="6488537" y="2358682"/>
            <a:ext cx="74357" cy="147296"/>
          </a:xfrm>
          <a:custGeom>
            <a:avLst/>
            <a:gdLst/>
            <a:ahLst/>
            <a:cxnLst/>
            <a:rect l="l" t="t" r="r" b="b"/>
            <a:pathLst>
              <a:path w="41275" h="81915">
                <a:moveTo>
                  <a:pt x="41243" y="0"/>
                </a:moveTo>
                <a:lnTo>
                  <a:pt x="20669" y="81438"/>
                </a:lnTo>
                <a:lnTo>
                  <a:pt x="0" y="0"/>
                </a:lnTo>
                <a:lnTo>
                  <a:pt x="41243" y="0"/>
                </a:lnTo>
                <a:close/>
              </a:path>
            </a:pathLst>
          </a:custGeom>
          <a:ln w="4762">
            <a:solidFill>
              <a:srgbClr val="000000"/>
            </a:solidFill>
          </a:ln>
        </p:spPr>
        <p:txBody>
          <a:bodyPr wrap="square" lIns="0" tIns="0" rIns="0" bIns="0" rtlCol="0"/>
          <a:lstStyle/>
          <a:p>
            <a:endParaRPr/>
          </a:p>
        </p:txBody>
      </p:sp>
      <p:sp>
        <p:nvSpPr>
          <p:cNvPr id="47" name="object 39">
            <a:extLst>
              <a:ext uri="{FF2B5EF4-FFF2-40B4-BE49-F238E27FC236}">
                <a16:creationId xmlns:a16="http://schemas.microsoft.com/office/drawing/2014/main" id="{FB298395-E597-936B-04CE-81283131890E}"/>
              </a:ext>
            </a:extLst>
          </p:cNvPr>
          <p:cNvSpPr/>
          <p:nvPr/>
        </p:nvSpPr>
        <p:spPr>
          <a:xfrm>
            <a:off x="6520110" y="2076766"/>
            <a:ext cx="11440" cy="282031"/>
          </a:xfrm>
          <a:custGeom>
            <a:avLst/>
            <a:gdLst/>
            <a:ahLst/>
            <a:cxnLst/>
            <a:rect l="l" t="t" r="r" b="b"/>
            <a:pathLst>
              <a:path w="6350" h="156844">
                <a:moveTo>
                  <a:pt x="6286" y="0"/>
                </a:moveTo>
                <a:lnTo>
                  <a:pt x="0" y="0"/>
                </a:lnTo>
                <a:lnTo>
                  <a:pt x="0" y="156781"/>
                </a:lnTo>
                <a:lnTo>
                  <a:pt x="6286" y="156781"/>
                </a:lnTo>
                <a:lnTo>
                  <a:pt x="6286" y="0"/>
                </a:lnTo>
                <a:close/>
              </a:path>
            </a:pathLst>
          </a:custGeom>
          <a:solidFill>
            <a:srgbClr val="000000"/>
          </a:solidFill>
        </p:spPr>
        <p:txBody>
          <a:bodyPr wrap="square" lIns="0" tIns="0" rIns="0" bIns="0" rtlCol="0"/>
          <a:lstStyle/>
          <a:p>
            <a:endParaRPr/>
          </a:p>
        </p:txBody>
      </p:sp>
      <p:sp>
        <p:nvSpPr>
          <p:cNvPr id="48" name="object 40">
            <a:extLst>
              <a:ext uri="{FF2B5EF4-FFF2-40B4-BE49-F238E27FC236}">
                <a16:creationId xmlns:a16="http://schemas.microsoft.com/office/drawing/2014/main" id="{A064F347-365E-1530-165B-9343DB19AD8D}"/>
              </a:ext>
            </a:extLst>
          </p:cNvPr>
          <p:cNvSpPr/>
          <p:nvPr/>
        </p:nvSpPr>
        <p:spPr>
          <a:xfrm>
            <a:off x="6520110" y="2076766"/>
            <a:ext cx="11440" cy="282031"/>
          </a:xfrm>
          <a:custGeom>
            <a:avLst/>
            <a:gdLst/>
            <a:ahLst/>
            <a:cxnLst/>
            <a:rect l="l" t="t" r="r" b="b"/>
            <a:pathLst>
              <a:path w="6350" h="156844">
                <a:moveTo>
                  <a:pt x="0" y="156781"/>
                </a:moveTo>
                <a:lnTo>
                  <a:pt x="6286" y="156781"/>
                </a:lnTo>
                <a:lnTo>
                  <a:pt x="6286" y="0"/>
                </a:lnTo>
                <a:lnTo>
                  <a:pt x="0" y="0"/>
                </a:lnTo>
                <a:lnTo>
                  <a:pt x="0" y="156781"/>
                </a:lnTo>
                <a:close/>
              </a:path>
            </a:pathLst>
          </a:custGeom>
          <a:ln w="4762">
            <a:solidFill>
              <a:srgbClr val="000000"/>
            </a:solidFill>
          </a:ln>
        </p:spPr>
        <p:txBody>
          <a:bodyPr wrap="square" lIns="0" tIns="0" rIns="0" bIns="0" rtlCol="0"/>
          <a:lstStyle/>
          <a:p>
            <a:endParaRPr/>
          </a:p>
        </p:txBody>
      </p:sp>
      <p:sp>
        <p:nvSpPr>
          <p:cNvPr id="49" name="object 41">
            <a:extLst>
              <a:ext uri="{FF2B5EF4-FFF2-40B4-BE49-F238E27FC236}">
                <a16:creationId xmlns:a16="http://schemas.microsoft.com/office/drawing/2014/main" id="{3859E081-1163-7B8C-A3EE-9687238FAF51}"/>
              </a:ext>
            </a:extLst>
          </p:cNvPr>
          <p:cNvSpPr/>
          <p:nvPr/>
        </p:nvSpPr>
        <p:spPr>
          <a:xfrm>
            <a:off x="4082092" y="2853505"/>
            <a:ext cx="33175" cy="33113"/>
          </a:xfrm>
          <a:custGeom>
            <a:avLst/>
            <a:gdLst/>
            <a:ahLst/>
            <a:cxnLst/>
            <a:rect l="l" t="t" r="r" b="b"/>
            <a:pathLst>
              <a:path w="18414" h="18415">
                <a:moveTo>
                  <a:pt x="9817" y="17716"/>
                </a:moveTo>
                <a:lnTo>
                  <a:pt x="6858" y="17614"/>
                </a:lnTo>
                <a:lnTo>
                  <a:pt x="7632" y="17716"/>
                </a:lnTo>
                <a:lnTo>
                  <a:pt x="9245" y="17907"/>
                </a:lnTo>
                <a:lnTo>
                  <a:pt x="9817" y="17716"/>
                </a:lnTo>
                <a:close/>
              </a:path>
              <a:path w="18414" h="18415">
                <a:moveTo>
                  <a:pt x="13246" y="16662"/>
                </a:moveTo>
                <a:lnTo>
                  <a:pt x="4394" y="16662"/>
                </a:lnTo>
                <a:lnTo>
                  <a:pt x="5245" y="17043"/>
                </a:lnTo>
                <a:lnTo>
                  <a:pt x="5905" y="17424"/>
                </a:lnTo>
                <a:lnTo>
                  <a:pt x="6858" y="17614"/>
                </a:lnTo>
                <a:lnTo>
                  <a:pt x="10960" y="17614"/>
                </a:lnTo>
                <a:lnTo>
                  <a:pt x="11722" y="17424"/>
                </a:lnTo>
                <a:lnTo>
                  <a:pt x="12573" y="17043"/>
                </a:lnTo>
                <a:lnTo>
                  <a:pt x="13246" y="16662"/>
                </a:lnTo>
                <a:close/>
              </a:path>
              <a:path w="18414" h="18415">
                <a:moveTo>
                  <a:pt x="14681" y="2184"/>
                </a:moveTo>
                <a:lnTo>
                  <a:pt x="14008" y="1714"/>
                </a:lnTo>
                <a:lnTo>
                  <a:pt x="13246" y="1231"/>
                </a:lnTo>
                <a:lnTo>
                  <a:pt x="12573" y="762"/>
                </a:lnTo>
                <a:lnTo>
                  <a:pt x="11722" y="571"/>
                </a:lnTo>
                <a:lnTo>
                  <a:pt x="10960" y="279"/>
                </a:lnTo>
                <a:lnTo>
                  <a:pt x="9817" y="190"/>
                </a:lnTo>
                <a:lnTo>
                  <a:pt x="9245" y="0"/>
                </a:lnTo>
                <a:lnTo>
                  <a:pt x="7632" y="190"/>
                </a:lnTo>
                <a:lnTo>
                  <a:pt x="6858" y="279"/>
                </a:lnTo>
                <a:lnTo>
                  <a:pt x="5905" y="571"/>
                </a:lnTo>
                <a:lnTo>
                  <a:pt x="5245" y="762"/>
                </a:lnTo>
                <a:lnTo>
                  <a:pt x="4394" y="1231"/>
                </a:lnTo>
                <a:lnTo>
                  <a:pt x="3721" y="1714"/>
                </a:lnTo>
                <a:lnTo>
                  <a:pt x="3048" y="2184"/>
                </a:lnTo>
                <a:lnTo>
                  <a:pt x="14681" y="2184"/>
                </a:lnTo>
                <a:close/>
              </a:path>
              <a:path w="18414" h="18415">
                <a:moveTo>
                  <a:pt x="15811" y="14478"/>
                </a:moveTo>
                <a:lnTo>
                  <a:pt x="1816" y="14478"/>
                </a:lnTo>
                <a:lnTo>
                  <a:pt x="2489" y="15138"/>
                </a:lnTo>
                <a:lnTo>
                  <a:pt x="3048" y="15709"/>
                </a:lnTo>
                <a:lnTo>
                  <a:pt x="14681" y="15709"/>
                </a:lnTo>
                <a:lnTo>
                  <a:pt x="15240" y="15138"/>
                </a:lnTo>
                <a:lnTo>
                  <a:pt x="15811" y="14478"/>
                </a:lnTo>
                <a:close/>
              </a:path>
              <a:path w="18414" h="18415">
                <a:moveTo>
                  <a:pt x="16383" y="4191"/>
                </a:moveTo>
                <a:lnTo>
                  <a:pt x="15811" y="3429"/>
                </a:lnTo>
                <a:lnTo>
                  <a:pt x="15240" y="2755"/>
                </a:lnTo>
                <a:lnTo>
                  <a:pt x="2489" y="2755"/>
                </a:lnTo>
                <a:lnTo>
                  <a:pt x="1816" y="3429"/>
                </a:lnTo>
                <a:lnTo>
                  <a:pt x="1435" y="4191"/>
                </a:lnTo>
                <a:lnTo>
                  <a:pt x="16383" y="4191"/>
                </a:lnTo>
                <a:close/>
              </a:path>
              <a:path w="18414" h="18415">
                <a:moveTo>
                  <a:pt x="17818" y="9042"/>
                </a:moveTo>
                <a:lnTo>
                  <a:pt x="17729" y="8089"/>
                </a:lnTo>
                <a:lnTo>
                  <a:pt x="17627" y="7239"/>
                </a:lnTo>
                <a:lnTo>
                  <a:pt x="17335" y="6477"/>
                </a:lnTo>
                <a:lnTo>
                  <a:pt x="17157" y="5613"/>
                </a:lnTo>
                <a:lnTo>
                  <a:pt x="16675" y="4851"/>
                </a:lnTo>
                <a:lnTo>
                  <a:pt x="952" y="4851"/>
                </a:lnTo>
                <a:lnTo>
                  <a:pt x="673" y="5613"/>
                </a:lnTo>
                <a:lnTo>
                  <a:pt x="292" y="6477"/>
                </a:lnTo>
                <a:lnTo>
                  <a:pt x="101" y="7239"/>
                </a:lnTo>
                <a:lnTo>
                  <a:pt x="0" y="8089"/>
                </a:lnTo>
                <a:lnTo>
                  <a:pt x="0" y="9042"/>
                </a:lnTo>
                <a:lnTo>
                  <a:pt x="0" y="9804"/>
                </a:lnTo>
                <a:lnTo>
                  <a:pt x="101" y="10668"/>
                </a:lnTo>
                <a:lnTo>
                  <a:pt x="292" y="11518"/>
                </a:lnTo>
                <a:lnTo>
                  <a:pt x="673" y="12280"/>
                </a:lnTo>
                <a:lnTo>
                  <a:pt x="952" y="13042"/>
                </a:lnTo>
                <a:lnTo>
                  <a:pt x="1435" y="13804"/>
                </a:lnTo>
                <a:lnTo>
                  <a:pt x="16383" y="13804"/>
                </a:lnTo>
                <a:lnTo>
                  <a:pt x="16675" y="13042"/>
                </a:lnTo>
                <a:lnTo>
                  <a:pt x="17157" y="12280"/>
                </a:lnTo>
                <a:lnTo>
                  <a:pt x="17335" y="11518"/>
                </a:lnTo>
                <a:lnTo>
                  <a:pt x="17627" y="10668"/>
                </a:lnTo>
                <a:lnTo>
                  <a:pt x="17729" y="9804"/>
                </a:lnTo>
                <a:lnTo>
                  <a:pt x="17818" y="9042"/>
                </a:lnTo>
                <a:close/>
              </a:path>
            </a:pathLst>
          </a:custGeom>
          <a:solidFill>
            <a:srgbClr val="000000"/>
          </a:solidFill>
        </p:spPr>
        <p:txBody>
          <a:bodyPr wrap="square" lIns="0" tIns="0" rIns="0" bIns="0" rtlCol="0"/>
          <a:lstStyle/>
          <a:p>
            <a:endParaRPr/>
          </a:p>
        </p:txBody>
      </p:sp>
      <p:sp>
        <p:nvSpPr>
          <p:cNvPr id="50" name="object 42">
            <a:extLst>
              <a:ext uri="{FF2B5EF4-FFF2-40B4-BE49-F238E27FC236}">
                <a16:creationId xmlns:a16="http://schemas.microsoft.com/office/drawing/2014/main" id="{E66B0365-836F-9A58-C9D6-49EEEA828726}"/>
              </a:ext>
            </a:extLst>
          </p:cNvPr>
          <p:cNvSpPr/>
          <p:nvPr/>
        </p:nvSpPr>
        <p:spPr>
          <a:xfrm>
            <a:off x="4079541" y="2852465"/>
            <a:ext cx="35463" cy="35397"/>
          </a:xfrm>
          <a:custGeom>
            <a:avLst/>
            <a:gdLst/>
            <a:ahLst/>
            <a:cxnLst/>
            <a:rect l="l" t="t" r="r" b="b"/>
            <a:pathLst>
              <a:path w="19685" h="19684">
                <a:moveTo>
                  <a:pt x="19240" y="9620"/>
                </a:moveTo>
                <a:lnTo>
                  <a:pt x="10096" y="0"/>
                </a:lnTo>
                <a:lnTo>
                  <a:pt x="8286" y="0"/>
                </a:lnTo>
                <a:lnTo>
                  <a:pt x="0" y="8763"/>
                </a:lnTo>
                <a:lnTo>
                  <a:pt x="0" y="10572"/>
                </a:lnTo>
                <a:lnTo>
                  <a:pt x="10096" y="19240"/>
                </a:lnTo>
                <a:lnTo>
                  <a:pt x="11906" y="18954"/>
                </a:lnTo>
                <a:lnTo>
                  <a:pt x="19240" y="9620"/>
                </a:lnTo>
                <a:close/>
              </a:path>
              <a:path w="19685" h="19684">
                <a:moveTo>
                  <a:pt x="19240" y="9620"/>
                </a:moveTo>
                <a:lnTo>
                  <a:pt x="10382" y="762"/>
                </a:lnTo>
                <a:lnTo>
                  <a:pt x="8858" y="857"/>
                </a:lnTo>
                <a:lnTo>
                  <a:pt x="1523" y="9620"/>
                </a:lnTo>
                <a:lnTo>
                  <a:pt x="1619" y="11144"/>
                </a:lnTo>
                <a:lnTo>
                  <a:pt x="10382" y="18478"/>
                </a:lnTo>
                <a:lnTo>
                  <a:pt x="11906" y="18288"/>
                </a:lnTo>
                <a:lnTo>
                  <a:pt x="19240" y="9620"/>
                </a:lnTo>
                <a:close/>
              </a:path>
            </a:pathLst>
          </a:custGeom>
          <a:ln w="4762">
            <a:solidFill>
              <a:srgbClr val="000000"/>
            </a:solidFill>
          </a:ln>
        </p:spPr>
        <p:txBody>
          <a:bodyPr wrap="square" lIns="0" tIns="0" rIns="0" bIns="0" rtlCol="0"/>
          <a:lstStyle/>
          <a:p>
            <a:endParaRPr/>
          </a:p>
        </p:txBody>
      </p:sp>
      <p:sp>
        <p:nvSpPr>
          <p:cNvPr id="51" name="object 43">
            <a:extLst>
              <a:ext uri="{FF2B5EF4-FFF2-40B4-BE49-F238E27FC236}">
                <a16:creationId xmlns:a16="http://schemas.microsoft.com/office/drawing/2014/main" id="{DBAD1F05-8026-6B03-7B9F-D2376D73A42C}"/>
              </a:ext>
            </a:extLst>
          </p:cNvPr>
          <p:cNvSpPr/>
          <p:nvPr/>
        </p:nvSpPr>
        <p:spPr>
          <a:xfrm>
            <a:off x="3754532" y="2840991"/>
            <a:ext cx="213919" cy="11418"/>
          </a:xfrm>
          <a:custGeom>
            <a:avLst/>
            <a:gdLst/>
            <a:ahLst/>
            <a:cxnLst/>
            <a:rect l="l" t="t" r="r" b="b"/>
            <a:pathLst>
              <a:path w="118744" h="6350">
                <a:moveTo>
                  <a:pt x="118681" y="0"/>
                </a:moveTo>
                <a:lnTo>
                  <a:pt x="0" y="0"/>
                </a:lnTo>
                <a:lnTo>
                  <a:pt x="0" y="5905"/>
                </a:lnTo>
                <a:lnTo>
                  <a:pt x="118681" y="5905"/>
                </a:lnTo>
                <a:lnTo>
                  <a:pt x="118681" y="0"/>
                </a:lnTo>
                <a:close/>
              </a:path>
            </a:pathLst>
          </a:custGeom>
          <a:solidFill>
            <a:srgbClr val="000000"/>
          </a:solidFill>
        </p:spPr>
        <p:txBody>
          <a:bodyPr wrap="square" lIns="0" tIns="0" rIns="0" bIns="0" rtlCol="0"/>
          <a:lstStyle/>
          <a:p>
            <a:endParaRPr/>
          </a:p>
        </p:txBody>
      </p:sp>
      <p:sp>
        <p:nvSpPr>
          <p:cNvPr id="52" name="object 44">
            <a:extLst>
              <a:ext uri="{FF2B5EF4-FFF2-40B4-BE49-F238E27FC236}">
                <a16:creationId xmlns:a16="http://schemas.microsoft.com/office/drawing/2014/main" id="{4FAF96BD-386C-CA47-63AC-2F9F3464CF94}"/>
              </a:ext>
            </a:extLst>
          </p:cNvPr>
          <p:cNvSpPr/>
          <p:nvPr/>
        </p:nvSpPr>
        <p:spPr>
          <a:xfrm>
            <a:off x="3754545" y="2840991"/>
            <a:ext cx="213919" cy="11418"/>
          </a:xfrm>
          <a:custGeom>
            <a:avLst/>
            <a:gdLst/>
            <a:ahLst/>
            <a:cxnLst/>
            <a:rect l="l" t="t" r="r" b="b"/>
            <a:pathLst>
              <a:path w="118744" h="6350">
                <a:moveTo>
                  <a:pt x="118681" y="5905"/>
                </a:moveTo>
                <a:lnTo>
                  <a:pt x="118681" y="0"/>
                </a:lnTo>
                <a:lnTo>
                  <a:pt x="0" y="0"/>
                </a:lnTo>
                <a:lnTo>
                  <a:pt x="0" y="5905"/>
                </a:lnTo>
                <a:lnTo>
                  <a:pt x="118681" y="5905"/>
                </a:lnTo>
                <a:close/>
              </a:path>
            </a:pathLst>
          </a:custGeom>
          <a:ln w="4762">
            <a:solidFill>
              <a:srgbClr val="000000"/>
            </a:solidFill>
          </a:ln>
        </p:spPr>
        <p:txBody>
          <a:bodyPr wrap="square" lIns="0" tIns="0" rIns="0" bIns="0" rtlCol="0"/>
          <a:lstStyle/>
          <a:p>
            <a:endParaRPr/>
          </a:p>
        </p:txBody>
      </p:sp>
      <p:sp>
        <p:nvSpPr>
          <p:cNvPr id="53" name="object 45">
            <a:extLst>
              <a:ext uri="{FF2B5EF4-FFF2-40B4-BE49-F238E27FC236}">
                <a16:creationId xmlns:a16="http://schemas.microsoft.com/office/drawing/2014/main" id="{1B9B0A81-1E9F-514D-3857-07CA69BD2B7D}"/>
              </a:ext>
            </a:extLst>
          </p:cNvPr>
          <p:cNvSpPr/>
          <p:nvPr/>
        </p:nvSpPr>
        <p:spPr>
          <a:xfrm>
            <a:off x="3739616" y="2840991"/>
            <a:ext cx="16015" cy="13702"/>
          </a:xfrm>
          <a:custGeom>
            <a:avLst/>
            <a:gdLst/>
            <a:ahLst/>
            <a:cxnLst/>
            <a:rect l="l" t="t" r="r" b="b"/>
            <a:pathLst>
              <a:path w="8889" h="7619">
                <a:moveTo>
                  <a:pt x="8280" y="0"/>
                </a:moveTo>
                <a:lnTo>
                  <a:pt x="0" y="2197"/>
                </a:lnTo>
                <a:lnTo>
                  <a:pt x="2946" y="7340"/>
                </a:lnTo>
                <a:lnTo>
                  <a:pt x="8280" y="5905"/>
                </a:lnTo>
                <a:lnTo>
                  <a:pt x="8280" y="0"/>
                </a:lnTo>
                <a:close/>
              </a:path>
            </a:pathLst>
          </a:custGeom>
          <a:solidFill>
            <a:srgbClr val="000000"/>
          </a:solidFill>
        </p:spPr>
        <p:txBody>
          <a:bodyPr wrap="square" lIns="0" tIns="0" rIns="0" bIns="0" rtlCol="0"/>
          <a:lstStyle/>
          <a:p>
            <a:endParaRPr/>
          </a:p>
        </p:txBody>
      </p:sp>
      <p:sp>
        <p:nvSpPr>
          <p:cNvPr id="54" name="object 46">
            <a:extLst>
              <a:ext uri="{FF2B5EF4-FFF2-40B4-BE49-F238E27FC236}">
                <a16:creationId xmlns:a16="http://schemas.microsoft.com/office/drawing/2014/main" id="{BF37BEDB-4186-5C6F-0673-6885E3C2078F}"/>
              </a:ext>
            </a:extLst>
          </p:cNvPr>
          <p:cNvSpPr/>
          <p:nvPr/>
        </p:nvSpPr>
        <p:spPr>
          <a:xfrm>
            <a:off x="3739616" y="2840991"/>
            <a:ext cx="16015" cy="13702"/>
          </a:xfrm>
          <a:custGeom>
            <a:avLst/>
            <a:gdLst/>
            <a:ahLst/>
            <a:cxnLst/>
            <a:rect l="l" t="t" r="r" b="b"/>
            <a:pathLst>
              <a:path w="8889" h="7619">
                <a:moveTo>
                  <a:pt x="8286" y="0"/>
                </a:moveTo>
                <a:lnTo>
                  <a:pt x="8286" y="5905"/>
                </a:lnTo>
                <a:lnTo>
                  <a:pt x="2952" y="7334"/>
                </a:lnTo>
                <a:lnTo>
                  <a:pt x="0" y="2190"/>
                </a:lnTo>
                <a:lnTo>
                  <a:pt x="8286" y="0"/>
                </a:lnTo>
                <a:close/>
              </a:path>
            </a:pathLst>
          </a:custGeom>
          <a:ln w="4762">
            <a:solidFill>
              <a:srgbClr val="000000"/>
            </a:solidFill>
          </a:ln>
        </p:spPr>
        <p:txBody>
          <a:bodyPr wrap="square" lIns="0" tIns="0" rIns="0" bIns="0" rtlCol="0"/>
          <a:lstStyle/>
          <a:p>
            <a:endParaRPr/>
          </a:p>
        </p:txBody>
      </p:sp>
      <p:sp>
        <p:nvSpPr>
          <p:cNvPr id="55" name="object 47">
            <a:extLst>
              <a:ext uri="{FF2B5EF4-FFF2-40B4-BE49-F238E27FC236}">
                <a16:creationId xmlns:a16="http://schemas.microsoft.com/office/drawing/2014/main" id="{84B45528-964A-F9D8-16E1-57486E0E09B7}"/>
              </a:ext>
            </a:extLst>
          </p:cNvPr>
          <p:cNvSpPr/>
          <p:nvPr/>
        </p:nvSpPr>
        <p:spPr>
          <a:xfrm>
            <a:off x="3728794" y="2844942"/>
            <a:ext cx="17159" cy="17127"/>
          </a:xfrm>
          <a:custGeom>
            <a:avLst/>
            <a:gdLst/>
            <a:ahLst/>
            <a:cxnLst/>
            <a:rect l="l" t="t" r="r" b="b"/>
            <a:pathLst>
              <a:path w="9525" h="9525">
                <a:moveTo>
                  <a:pt x="8953" y="5143"/>
                </a:moveTo>
                <a:lnTo>
                  <a:pt x="6007" y="0"/>
                </a:lnTo>
                <a:lnTo>
                  <a:pt x="0" y="5994"/>
                </a:lnTo>
                <a:lnTo>
                  <a:pt x="5143" y="8953"/>
                </a:lnTo>
                <a:lnTo>
                  <a:pt x="8953" y="5143"/>
                </a:lnTo>
                <a:close/>
              </a:path>
            </a:pathLst>
          </a:custGeom>
          <a:solidFill>
            <a:srgbClr val="000000"/>
          </a:solidFill>
        </p:spPr>
        <p:txBody>
          <a:bodyPr wrap="square" lIns="0" tIns="0" rIns="0" bIns="0" rtlCol="0"/>
          <a:lstStyle/>
          <a:p>
            <a:endParaRPr/>
          </a:p>
        </p:txBody>
      </p:sp>
      <p:sp>
        <p:nvSpPr>
          <p:cNvPr id="56" name="object 48">
            <a:extLst>
              <a:ext uri="{FF2B5EF4-FFF2-40B4-BE49-F238E27FC236}">
                <a16:creationId xmlns:a16="http://schemas.microsoft.com/office/drawing/2014/main" id="{C6A03B3D-74B4-14A2-AFC9-26F75B1B55C5}"/>
              </a:ext>
            </a:extLst>
          </p:cNvPr>
          <p:cNvSpPr/>
          <p:nvPr/>
        </p:nvSpPr>
        <p:spPr>
          <a:xfrm>
            <a:off x="3728805" y="2844929"/>
            <a:ext cx="17159" cy="17127"/>
          </a:xfrm>
          <a:custGeom>
            <a:avLst/>
            <a:gdLst/>
            <a:ahLst/>
            <a:cxnLst/>
            <a:rect l="l" t="t" r="r" b="b"/>
            <a:pathLst>
              <a:path w="9525" h="9525">
                <a:moveTo>
                  <a:pt x="6000" y="0"/>
                </a:moveTo>
                <a:lnTo>
                  <a:pt x="8953" y="5143"/>
                </a:lnTo>
                <a:lnTo>
                  <a:pt x="5143" y="8953"/>
                </a:lnTo>
                <a:lnTo>
                  <a:pt x="0" y="6000"/>
                </a:lnTo>
                <a:lnTo>
                  <a:pt x="6000" y="0"/>
                </a:lnTo>
                <a:close/>
              </a:path>
            </a:pathLst>
          </a:custGeom>
          <a:ln w="4762">
            <a:solidFill>
              <a:srgbClr val="000000"/>
            </a:solidFill>
          </a:ln>
        </p:spPr>
        <p:txBody>
          <a:bodyPr wrap="square" lIns="0" tIns="0" rIns="0" bIns="0" rtlCol="0"/>
          <a:lstStyle/>
          <a:p>
            <a:endParaRPr/>
          </a:p>
        </p:txBody>
      </p:sp>
      <p:sp>
        <p:nvSpPr>
          <p:cNvPr id="57" name="object 49">
            <a:extLst>
              <a:ext uri="{FF2B5EF4-FFF2-40B4-BE49-F238E27FC236}">
                <a16:creationId xmlns:a16="http://schemas.microsoft.com/office/drawing/2014/main" id="{AABD5C61-4E33-4DD4-2830-AB91C6E2B380}"/>
              </a:ext>
            </a:extLst>
          </p:cNvPr>
          <p:cNvSpPr/>
          <p:nvPr/>
        </p:nvSpPr>
        <p:spPr>
          <a:xfrm>
            <a:off x="3724860" y="2855720"/>
            <a:ext cx="13727" cy="14844"/>
          </a:xfrm>
          <a:custGeom>
            <a:avLst/>
            <a:gdLst/>
            <a:ahLst/>
            <a:cxnLst/>
            <a:rect l="l" t="t" r="r" b="b"/>
            <a:pathLst>
              <a:path w="7619" h="8255">
                <a:moveTo>
                  <a:pt x="7327" y="2959"/>
                </a:moveTo>
                <a:lnTo>
                  <a:pt x="2184" y="0"/>
                </a:lnTo>
                <a:lnTo>
                  <a:pt x="0" y="8191"/>
                </a:lnTo>
                <a:lnTo>
                  <a:pt x="5905" y="8191"/>
                </a:lnTo>
                <a:lnTo>
                  <a:pt x="7327" y="2959"/>
                </a:lnTo>
                <a:close/>
              </a:path>
            </a:pathLst>
          </a:custGeom>
          <a:solidFill>
            <a:srgbClr val="000000"/>
          </a:solidFill>
        </p:spPr>
        <p:txBody>
          <a:bodyPr wrap="square" lIns="0" tIns="0" rIns="0" bIns="0" rtlCol="0"/>
          <a:lstStyle/>
          <a:p>
            <a:endParaRPr/>
          </a:p>
        </p:txBody>
      </p:sp>
      <p:sp>
        <p:nvSpPr>
          <p:cNvPr id="58" name="object 50">
            <a:extLst>
              <a:ext uri="{FF2B5EF4-FFF2-40B4-BE49-F238E27FC236}">
                <a16:creationId xmlns:a16="http://schemas.microsoft.com/office/drawing/2014/main" id="{351BC917-028C-A1E5-445A-78EA594F0FCB}"/>
              </a:ext>
            </a:extLst>
          </p:cNvPr>
          <p:cNvSpPr/>
          <p:nvPr/>
        </p:nvSpPr>
        <p:spPr>
          <a:xfrm>
            <a:off x="3724860" y="2855720"/>
            <a:ext cx="13727" cy="14844"/>
          </a:xfrm>
          <a:custGeom>
            <a:avLst/>
            <a:gdLst/>
            <a:ahLst/>
            <a:cxnLst/>
            <a:rect l="l" t="t" r="r" b="b"/>
            <a:pathLst>
              <a:path w="7619" h="8255">
                <a:moveTo>
                  <a:pt x="2190" y="0"/>
                </a:moveTo>
                <a:lnTo>
                  <a:pt x="7334" y="2952"/>
                </a:lnTo>
                <a:lnTo>
                  <a:pt x="5905" y="8191"/>
                </a:lnTo>
                <a:lnTo>
                  <a:pt x="0" y="8191"/>
                </a:lnTo>
                <a:lnTo>
                  <a:pt x="2190" y="0"/>
                </a:lnTo>
                <a:close/>
              </a:path>
            </a:pathLst>
          </a:custGeom>
          <a:ln w="4762">
            <a:solidFill>
              <a:srgbClr val="000000"/>
            </a:solidFill>
          </a:ln>
        </p:spPr>
        <p:txBody>
          <a:bodyPr wrap="square" lIns="0" tIns="0" rIns="0" bIns="0" rtlCol="0"/>
          <a:lstStyle/>
          <a:p>
            <a:endParaRPr/>
          </a:p>
        </p:txBody>
      </p:sp>
      <p:sp>
        <p:nvSpPr>
          <p:cNvPr id="59" name="object 51">
            <a:extLst>
              <a:ext uri="{FF2B5EF4-FFF2-40B4-BE49-F238E27FC236}">
                <a16:creationId xmlns:a16="http://schemas.microsoft.com/office/drawing/2014/main" id="{8477DE0D-286A-ACBD-0CC1-569099303E26}"/>
              </a:ext>
            </a:extLst>
          </p:cNvPr>
          <p:cNvSpPr/>
          <p:nvPr/>
        </p:nvSpPr>
        <p:spPr>
          <a:xfrm>
            <a:off x="3724860" y="2870451"/>
            <a:ext cx="13727" cy="14844"/>
          </a:xfrm>
          <a:custGeom>
            <a:avLst/>
            <a:gdLst/>
            <a:ahLst/>
            <a:cxnLst/>
            <a:rect l="l" t="t" r="r" b="b"/>
            <a:pathLst>
              <a:path w="7619" h="8255">
                <a:moveTo>
                  <a:pt x="7327" y="5245"/>
                </a:moveTo>
                <a:lnTo>
                  <a:pt x="5905" y="0"/>
                </a:lnTo>
                <a:lnTo>
                  <a:pt x="0" y="0"/>
                </a:lnTo>
                <a:lnTo>
                  <a:pt x="2184" y="8191"/>
                </a:lnTo>
                <a:lnTo>
                  <a:pt x="7327" y="5245"/>
                </a:lnTo>
                <a:close/>
              </a:path>
            </a:pathLst>
          </a:custGeom>
          <a:solidFill>
            <a:srgbClr val="000000"/>
          </a:solidFill>
        </p:spPr>
        <p:txBody>
          <a:bodyPr wrap="square" lIns="0" tIns="0" rIns="0" bIns="0" rtlCol="0"/>
          <a:lstStyle/>
          <a:p>
            <a:endParaRPr/>
          </a:p>
        </p:txBody>
      </p:sp>
      <p:sp>
        <p:nvSpPr>
          <p:cNvPr id="60" name="object 52">
            <a:extLst>
              <a:ext uri="{FF2B5EF4-FFF2-40B4-BE49-F238E27FC236}">
                <a16:creationId xmlns:a16="http://schemas.microsoft.com/office/drawing/2014/main" id="{D9EF84BC-177A-EA6B-EDA5-3A202B6FF040}"/>
              </a:ext>
            </a:extLst>
          </p:cNvPr>
          <p:cNvSpPr/>
          <p:nvPr/>
        </p:nvSpPr>
        <p:spPr>
          <a:xfrm>
            <a:off x="3724860" y="2870451"/>
            <a:ext cx="13727" cy="14844"/>
          </a:xfrm>
          <a:custGeom>
            <a:avLst/>
            <a:gdLst/>
            <a:ahLst/>
            <a:cxnLst/>
            <a:rect l="l" t="t" r="r" b="b"/>
            <a:pathLst>
              <a:path w="7619" h="8255">
                <a:moveTo>
                  <a:pt x="0" y="0"/>
                </a:moveTo>
                <a:lnTo>
                  <a:pt x="5905" y="0"/>
                </a:lnTo>
                <a:lnTo>
                  <a:pt x="7334" y="5238"/>
                </a:lnTo>
                <a:lnTo>
                  <a:pt x="2190" y="8191"/>
                </a:lnTo>
                <a:lnTo>
                  <a:pt x="0" y="0"/>
                </a:lnTo>
                <a:close/>
              </a:path>
            </a:pathLst>
          </a:custGeom>
          <a:ln w="4762">
            <a:solidFill>
              <a:srgbClr val="000000"/>
            </a:solidFill>
          </a:ln>
        </p:spPr>
        <p:txBody>
          <a:bodyPr wrap="square" lIns="0" tIns="0" rIns="0" bIns="0" rtlCol="0"/>
          <a:lstStyle/>
          <a:p>
            <a:endParaRPr/>
          </a:p>
        </p:txBody>
      </p:sp>
      <p:sp>
        <p:nvSpPr>
          <p:cNvPr id="61" name="object 53">
            <a:extLst>
              <a:ext uri="{FF2B5EF4-FFF2-40B4-BE49-F238E27FC236}">
                <a16:creationId xmlns:a16="http://schemas.microsoft.com/office/drawing/2014/main" id="{014C8436-70A1-6A6D-5AB0-1DA956B1303B}"/>
              </a:ext>
            </a:extLst>
          </p:cNvPr>
          <p:cNvSpPr/>
          <p:nvPr/>
        </p:nvSpPr>
        <p:spPr>
          <a:xfrm>
            <a:off x="3728794" y="2879882"/>
            <a:ext cx="17159" cy="17127"/>
          </a:xfrm>
          <a:custGeom>
            <a:avLst/>
            <a:gdLst/>
            <a:ahLst/>
            <a:cxnLst/>
            <a:rect l="l" t="t" r="r" b="b"/>
            <a:pathLst>
              <a:path w="9525" h="9525">
                <a:moveTo>
                  <a:pt x="8953" y="3810"/>
                </a:moveTo>
                <a:lnTo>
                  <a:pt x="5143" y="0"/>
                </a:lnTo>
                <a:lnTo>
                  <a:pt x="0" y="2946"/>
                </a:lnTo>
                <a:lnTo>
                  <a:pt x="6007" y="9042"/>
                </a:lnTo>
                <a:lnTo>
                  <a:pt x="8953" y="3810"/>
                </a:lnTo>
                <a:close/>
              </a:path>
            </a:pathLst>
          </a:custGeom>
          <a:solidFill>
            <a:srgbClr val="000000"/>
          </a:solidFill>
        </p:spPr>
        <p:txBody>
          <a:bodyPr wrap="square" lIns="0" tIns="0" rIns="0" bIns="0" rtlCol="0"/>
          <a:lstStyle/>
          <a:p>
            <a:endParaRPr/>
          </a:p>
        </p:txBody>
      </p:sp>
      <p:sp>
        <p:nvSpPr>
          <p:cNvPr id="62" name="object 54">
            <a:extLst>
              <a:ext uri="{FF2B5EF4-FFF2-40B4-BE49-F238E27FC236}">
                <a16:creationId xmlns:a16="http://schemas.microsoft.com/office/drawing/2014/main" id="{29FF8321-084E-2789-DE41-41106F4EFD12}"/>
              </a:ext>
            </a:extLst>
          </p:cNvPr>
          <p:cNvSpPr/>
          <p:nvPr/>
        </p:nvSpPr>
        <p:spPr>
          <a:xfrm>
            <a:off x="3728805" y="2879869"/>
            <a:ext cx="17159" cy="17127"/>
          </a:xfrm>
          <a:custGeom>
            <a:avLst/>
            <a:gdLst/>
            <a:ahLst/>
            <a:cxnLst/>
            <a:rect l="l" t="t" r="r" b="b"/>
            <a:pathLst>
              <a:path w="9525" h="9525">
                <a:moveTo>
                  <a:pt x="0" y="2952"/>
                </a:moveTo>
                <a:lnTo>
                  <a:pt x="5143" y="0"/>
                </a:lnTo>
                <a:lnTo>
                  <a:pt x="8953" y="3809"/>
                </a:lnTo>
                <a:lnTo>
                  <a:pt x="6000" y="9048"/>
                </a:lnTo>
                <a:lnTo>
                  <a:pt x="0" y="2952"/>
                </a:lnTo>
                <a:close/>
              </a:path>
            </a:pathLst>
          </a:custGeom>
          <a:ln w="4762">
            <a:solidFill>
              <a:srgbClr val="000000"/>
            </a:solidFill>
          </a:ln>
        </p:spPr>
        <p:txBody>
          <a:bodyPr wrap="square" lIns="0" tIns="0" rIns="0" bIns="0" rtlCol="0"/>
          <a:lstStyle/>
          <a:p>
            <a:endParaRPr/>
          </a:p>
        </p:txBody>
      </p:sp>
      <p:sp>
        <p:nvSpPr>
          <p:cNvPr id="63" name="object 55">
            <a:extLst>
              <a:ext uri="{FF2B5EF4-FFF2-40B4-BE49-F238E27FC236}">
                <a16:creationId xmlns:a16="http://schemas.microsoft.com/office/drawing/2014/main" id="{E8FC4D32-A787-82B5-4A75-A4CB15310F58}"/>
              </a:ext>
            </a:extLst>
          </p:cNvPr>
          <p:cNvSpPr/>
          <p:nvPr/>
        </p:nvSpPr>
        <p:spPr>
          <a:xfrm>
            <a:off x="3739616" y="2886733"/>
            <a:ext cx="16015" cy="13702"/>
          </a:xfrm>
          <a:custGeom>
            <a:avLst/>
            <a:gdLst/>
            <a:ahLst/>
            <a:cxnLst/>
            <a:rect l="l" t="t" r="r" b="b"/>
            <a:pathLst>
              <a:path w="8889" h="7619">
                <a:moveTo>
                  <a:pt x="8280" y="1422"/>
                </a:moveTo>
                <a:lnTo>
                  <a:pt x="2946" y="0"/>
                </a:lnTo>
                <a:lnTo>
                  <a:pt x="0" y="5232"/>
                </a:lnTo>
                <a:lnTo>
                  <a:pt x="8280" y="7429"/>
                </a:lnTo>
                <a:lnTo>
                  <a:pt x="8280" y="1422"/>
                </a:lnTo>
                <a:close/>
              </a:path>
            </a:pathLst>
          </a:custGeom>
          <a:solidFill>
            <a:srgbClr val="000000"/>
          </a:solidFill>
        </p:spPr>
        <p:txBody>
          <a:bodyPr wrap="square" lIns="0" tIns="0" rIns="0" bIns="0" rtlCol="0"/>
          <a:lstStyle/>
          <a:p>
            <a:endParaRPr/>
          </a:p>
        </p:txBody>
      </p:sp>
      <p:sp>
        <p:nvSpPr>
          <p:cNvPr id="511" name="object 56">
            <a:extLst>
              <a:ext uri="{FF2B5EF4-FFF2-40B4-BE49-F238E27FC236}">
                <a16:creationId xmlns:a16="http://schemas.microsoft.com/office/drawing/2014/main" id="{21B1C022-B6CD-74F9-397E-3C3F99C72756}"/>
              </a:ext>
            </a:extLst>
          </p:cNvPr>
          <p:cNvSpPr/>
          <p:nvPr/>
        </p:nvSpPr>
        <p:spPr>
          <a:xfrm>
            <a:off x="3739616" y="2886720"/>
            <a:ext cx="16015" cy="13702"/>
          </a:xfrm>
          <a:custGeom>
            <a:avLst/>
            <a:gdLst/>
            <a:ahLst/>
            <a:cxnLst/>
            <a:rect l="l" t="t" r="r" b="b"/>
            <a:pathLst>
              <a:path w="8889" h="7619">
                <a:moveTo>
                  <a:pt x="0" y="5238"/>
                </a:moveTo>
                <a:lnTo>
                  <a:pt x="2952" y="0"/>
                </a:lnTo>
                <a:lnTo>
                  <a:pt x="8286" y="1428"/>
                </a:lnTo>
                <a:lnTo>
                  <a:pt x="8286" y="7429"/>
                </a:lnTo>
                <a:lnTo>
                  <a:pt x="0" y="5238"/>
                </a:lnTo>
                <a:close/>
              </a:path>
            </a:pathLst>
          </a:custGeom>
          <a:ln w="4762">
            <a:solidFill>
              <a:srgbClr val="000000"/>
            </a:solidFill>
          </a:ln>
        </p:spPr>
        <p:txBody>
          <a:bodyPr wrap="square" lIns="0" tIns="0" rIns="0" bIns="0" rtlCol="0"/>
          <a:lstStyle/>
          <a:p>
            <a:endParaRPr/>
          </a:p>
        </p:txBody>
      </p:sp>
      <p:sp>
        <p:nvSpPr>
          <p:cNvPr id="512" name="object 57">
            <a:extLst>
              <a:ext uri="{FF2B5EF4-FFF2-40B4-BE49-F238E27FC236}">
                <a16:creationId xmlns:a16="http://schemas.microsoft.com/office/drawing/2014/main" id="{F3FF4262-AABB-8381-77E8-4D70973988E4}"/>
              </a:ext>
            </a:extLst>
          </p:cNvPr>
          <p:cNvSpPr/>
          <p:nvPr/>
        </p:nvSpPr>
        <p:spPr>
          <a:xfrm>
            <a:off x="3754532" y="2889290"/>
            <a:ext cx="1728515" cy="11418"/>
          </a:xfrm>
          <a:custGeom>
            <a:avLst/>
            <a:gdLst/>
            <a:ahLst/>
            <a:cxnLst/>
            <a:rect l="l" t="t" r="r" b="b"/>
            <a:pathLst>
              <a:path w="959485" h="6350">
                <a:moveTo>
                  <a:pt x="959358" y="0"/>
                </a:moveTo>
                <a:lnTo>
                  <a:pt x="0" y="0"/>
                </a:lnTo>
                <a:lnTo>
                  <a:pt x="0" y="6007"/>
                </a:lnTo>
                <a:lnTo>
                  <a:pt x="959358" y="6007"/>
                </a:lnTo>
                <a:lnTo>
                  <a:pt x="959358" y="0"/>
                </a:lnTo>
                <a:close/>
              </a:path>
            </a:pathLst>
          </a:custGeom>
          <a:solidFill>
            <a:srgbClr val="000000"/>
          </a:solidFill>
        </p:spPr>
        <p:txBody>
          <a:bodyPr wrap="square" lIns="0" tIns="0" rIns="0" bIns="0" rtlCol="0"/>
          <a:lstStyle/>
          <a:p>
            <a:endParaRPr/>
          </a:p>
        </p:txBody>
      </p:sp>
      <p:sp>
        <p:nvSpPr>
          <p:cNvPr id="513" name="object 58">
            <a:extLst>
              <a:ext uri="{FF2B5EF4-FFF2-40B4-BE49-F238E27FC236}">
                <a16:creationId xmlns:a16="http://schemas.microsoft.com/office/drawing/2014/main" id="{669BC347-80D7-6EC5-86C8-708C9D1EC9EC}"/>
              </a:ext>
            </a:extLst>
          </p:cNvPr>
          <p:cNvSpPr/>
          <p:nvPr/>
        </p:nvSpPr>
        <p:spPr>
          <a:xfrm>
            <a:off x="3754545" y="2889290"/>
            <a:ext cx="1728515" cy="11418"/>
          </a:xfrm>
          <a:custGeom>
            <a:avLst/>
            <a:gdLst/>
            <a:ahLst/>
            <a:cxnLst/>
            <a:rect l="l" t="t" r="r" b="b"/>
            <a:pathLst>
              <a:path w="959485" h="6350">
                <a:moveTo>
                  <a:pt x="0" y="0"/>
                </a:moveTo>
                <a:lnTo>
                  <a:pt x="0" y="6000"/>
                </a:lnTo>
                <a:lnTo>
                  <a:pt x="959358" y="6000"/>
                </a:lnTo>
                <a:lnTo>
                  <a:pt x="959358" y="0"/>
                </a:lnTo>
                <a:lnTo>
                  <a:pt x="0" y="0"/>
                </a:lnTo>
                <a:close/>
              </a:path>
            </a:pathLst>
          </a:custGeom>
          <a:ln w="4762">
            <a:solidFill>
              <a:srgbClr val="000000"/>
            </a:solidFill>
          </a:ln>
        </p:spPr>
        <p:txBody>
          <a:bodyPr wrap="square" lIns="0" tIns="0" rIns="0" bIns="0" rtlCol="0"/>
          <a:lstStyle/>
          <a:p>
            <a:endParaRPr/>
          </a:p>
        </p:txBody>
      </p:sp>
      <p:sp>
        <p:nvSpPr>
          <p:cNvPr id="514" name="object 59">
            <a:extLst>
              <a:ext uri="{FF2B5EF4-FFF2-40B4-BE49-F238E27FC236}">
                <a16:creationId xmlns:a16="http://schemas.microsoft.com/office/drawing/2014/main" id="{7B6D1573-BA1D-0891-6438-B8EC4095E2E7}"/>
              </a:ext>
            </a:extLst>
          </p:cNvPr>
          <p:cNvSpPr/>
          <p:nvPr/>
        </p:nvSpPr>
        <p:spPr>
          <a:xfrm>
            <a:off x="5482820" y="2889290"/>
            <a:ext cx="1728515" cy="11418"/>
          </a:xfrm>
          <a:custGeom>
            <a:avLst/>
            <a:gdLst/>
            <a:ahLst/>
            <a:cxnLst/>
            <a:rect l="l" t="t" r="r" b="b"/>
            <a:pathLst>
              <a:path w="959485" h="6350">
                <a:moveTo>
                  <a:pt x="959358" y="0"/>
                </a:moveTo>
                <a:lnTo>
                  <a:pt x="0" y="0"/>
                </a:lnTo>
                <a:lnTo>
                  <a:pt x="0" y="6007"/>
                </a:lnTo>
                <a:lnTo>
                  <a:pt x="959358" y="6007"/>
                </a:lnTo>
                <a:lnTo>
                  <a:pt x="959358" y="0"/>
                </a:lnTo>
                <a:close/>
              </a:path>
            </a:pathLst>
          </a:custGeom>
          <a:solidFill>
            <a:srgbClr val="000000"/>
          </a:solidFill>
        </p:spPr>
        <p:txBody>
          <a:bodyPr wrap="square" lIns="0" tIns="0" rIns="0" bIns="0" rtlCol="0"/>
          <a:lstStyle/>
          <a:p>
            <a:endParaRPr/>
          </a:p>
        </p:txBody>
      </p:sp>
      <p:sp>
        <p:nvSpPr>
          <p:cNvPr id="515" name="object 60">
            <a:extLst>
              <a:ext uri="{FF2B5EF4-FFF2-40B4-BE49-F238E27FC236}">
                <a16:creationId xmlns:a16="http://schemas.microsoft.com/office/drawing/2014/main" id="{584CC14B-94AE-1E9D-81A9-E4E21B82E5AF}"/>
              </a:ext>
            </a:extLst>
          </p:cNvPr>
          <p:cNvSpPr/>
          <p:nvPr/>
        </p:nvSpPr>
        <p:spPr>
          <a:xfrm>
            <a:off x="5482830" y="2889290"/>
            <a:ext cx="1728515" cy="11418"/>
          </a:xfrm>
          <a:custGeom>
            <a:avLst/>
            <a:gdLst/>
            <a:ahLst/>
            <a:cxnLst/>
            <a:rect l="l" t="t" r="r" b="b"/>
            <a:pathLst>
              <a:path w="959485" h="6350">
                <a:moveTo>
                  <a:pt x="0" y="0"/>
                </a:moveTo>
                <a:lnTo>
                  <a:pt x="0" y="6000"/>
                </a:lnTo>
                <a:lnTo>
                  <a:pt x="959358" y="6000"/>
                </a:lnTo>
                <a:lnTo>
                  <a:pt x="959358" y="0"/>
                </a:lnTo>
                <a:lnTo>
                  <a:pt x="0" y="0"/>
                </a:lnTo>
                <a:close/>
              </a:path>
            </a:pathLst>
          </a:custGeom>
          <a:ln w="4762">
            <a:solidFill>
              <a:srgbClr val="000000"/>
            </a:solidFill>
          </a:ln>
        </p:spPr>
        <p:txBody>
          <a:bodyPr wrap="square" lIns="0" tIns="0" rIns="0" bIns="0" rtlCol="0"/>
          <a:lstStyle/>
          <a:p>
            <a:endParaRPr/>
          </a:p>
        </p:txBody>
      </p:sp>
      <p:sp>
        <p:nvSpPr>
          <p:cNvPr id="518" name="object 61">
            <a:extLst>
              <a:ext uri="{FF2B5EF4-FFF2-40B4-BE49-F238E27FC236}">
                <a16:creationId xmlns:a16="http://schemas.microsoft.com/office/drawing/2014/main" id="{7E372076-5401-774A-1B50-7C01C305AC0D}"/>
              </a:ext>
            </a:extLst>
          </p:cNvPr>
          <p:cNvSpPr/>
          <p:nvPr/>
        </p:nvSpPr>
        <p:spPr>
          <a:xfrm>
            <a:off x="7211105" y="2886733"/>
            <a:ext cx="16015" cy="13702"/>
          </a:xfrm>
          <a:custGeom>
            <a:avLst/>
            <a:gdLst/>
            <a:ahLst/>
            <a:cxnLst/>
            <a:rect l="l" t="t" r="r" b="b"/>
            <a:pathLst>
              <a:path w="8889" h="7619">
                <a:moveTo>
                  <a:pt x="8280" y="5232"/>
                </a:moveTo>
                <a:lnTo>
                  <a:pt x="5232" y="0"/>
                </a:lnTo>
                <a:lnTo>
                  <a:pt x="0" y="1422"/>
                </a:lnTo>
                <a:lnTo>
                  <a:pt x="0" y="7429"/>
                </a:lnTo>
                <a:lnTo>
                  <a:pt x="8280" y="5232"/>
                </a:lnTo>
                <a:close/>
              </a:path>
            </a:pathLst>
          </a:custGeom>
          <a:solidFill>
            <a:srgbClr val="000000"/>
          </a:solidFill>
        </p:spPr>
        <p:txBody>
          <a:bodyPr wrap="square" lIns="0" tIns="0" rIns="0" bIns="0" rtlCol="0"/>
          <a:lstStyle/>
          <a:p>
            <a:endParaRPr/>
          </a:p>
        </p:txBody>
      </p:sp>
      <p:sp>
        <p:nvSpPr>
          <p:cNvPr id="519" name="object 62">
            <a:extLst>
              <a:ext uri="{FF2B5EF4-FFF2-40B4-BE49-F238E27FC236}">
                <a16:creationId xmlns:a16="http://schemas.microsoft.com/office/drawing/2014/main" id="{08D381FA-ED4F-A76E-6609-56FEE4B6599B}"/>
              </a:ext>
            </a:extLst>
          </p:cNvPr>
          <p:cNvSpPr/>
          <p:nvPr/>
        </p:nvSpPr>
        <p:spPr>
          <a:xfrm>
            <a:off x="7211116" y="2886720"/>
            <a:ext cx="16015" cy="13702"/>
          </a:xfrm>
          <a:custGeom>
            <a:avLst/>
            <a:gdLst/>
            <a:ahLst/>
            <a:cxnLst/>
            <a:rect l="l" t="t" r="r" b="b"/>
            <a:pathLst>
              <a:path w="8889" h="7619">
                <a:moveTo>
                  <a:pt x="0" y="7429"/>
                </a:moveTo>
                <a:lnTo>
                  <a:pt x="0" y="1428"/>
                </a:lnTo>
                <a:lnTo>
                  <a:pt x="5238" y="0"/>
                </a:lnTo>
                <a:lnTo>
                  <a:pt x="8286" y="5238"/>
                </a:lnTo>
                <a:lnTo>
                  <a:pt x="0" y="7429"/>
                </a:lnTo>
                <a:close/>
              </a:path>
            </a:pathLst>
          </a:custGeom>
          <a:ln w="4762">
            <a:solidFill>
              <a:srgbClr val="000000"/>
            </a:solidFill>
          </a:ln>
        </p:spPr>
        <p:txBody>
          <a:bodyPr wrap="square" lIns="0" tIns="0" rIns="0" bIns="0" rtlCol="0"/>
          <a:lstStyle/>
          <a:p>
            <a:endParaRPr/>
          </a:p>
        </p:txBody>
      </p:sp>
      <p:sp>
        <p:nvSpPr>
          <p:cNvPr id="520" name="object 63">
            <a:extLst>
              <a:ext uri="{FF2B5EF4-FFF2-40B4-BE49-F238E27FC236}">
                <a16:creationId xmlns:a16="http://schemas.microsoft.com/office/drawing/2014/main" id="{FD1A7A70-4861-FF22-9133-8436A01B7BD2}"/>
              </a:ext>
            </a:extLst>
          </p:cNvPr>
          <p:cNvSpPr/>
          <p:nvPr/>
        </p:nvSpPr>
        <p:spPr>
          <a:xfrm>
            <a:off x="7220531" y="2879882"/>
            <a:ext cx="17159" cy="17127"/>
          </a:xfrm>
          <a:custGeom>
            <a:avLst/>
            <a:gdLst/>
            <a:ahLst/>
            <a:cxnLst/>
            <a:rect l="l" t="t" r="r" b="b"/>
            <a:pathLst>
              <a:path w="9525" h="9525">
                <a:moveTo>
                  <a:pt x="9055" y="2946"/>
                </a:moveTo>
                <a:lnTo>
                  <a:pt x="3911" y="0"/>
                </a:lnTo>
                <a:lnTo>
                  <a:pt x="0" y="3810"/>
                </a:lnTo>
                <a:lnTo>
                  <a:pt x="3048" y="9042"/>
                </a:lnTo>
                <a:lnTo>
                  <a:pt x="9055" y="2946"/>
                </a:lnTo>
                <a:close/>
              </a:path>
            </a:pathLst>
          </a:custGeom>
          <a:solidFill>
            <a:srgbClr val="000000"/>
          </a:solidFill>
        </p:spPr>
        <p:txBody>
          <a:bodyPr wrap="square" lIns="0" tIns="0" rIns="0" bIns="0" rtlCol="0"/>
          <a:lstStyle/>
          <a:p>
            <a:endParaRPr/>
          </a:p>
        </p:txBody>
      </p:sp>
      <p:sp>
        <p:nvSpPr>
          <p:cNvPr id="521" name="object 64">
            <a:extLst>
              <a:ext uri="{FF2B5EF4-FFF2-40B4-BE49-F238E27FC236}">
                <a16:creationId xmlns:a16="http://schemas.microsoft.com/office/drawing/2014/main" id="{2FB0CBDF-D622-6557-BCB2-AED5246C3310}"/>
              </a:ext>
            </a:extLst>
          </p:cNvPr>
          <p:cNvSpPr/>
          <p:nvPr/>
        </p:nvSpPr>
        <p:spPr>
          <a:xfrm>
            <a:off x="7220552" y="2879869"/>
            <a:ext cx="17159" cy="17127"/>
          </a:xfrm>
          <a:custGeom>
            <a:avLst/>
            <a:gdLst/>
            <a:ahLst/>
            <a:cxnLst/>
            <a:rect l="l" t="t" r="r" b="b"/>
            <a:pathLst>
              <a:path w="9525" h="9525">
                <a:moveTo>
                  <a:pt x="3048" y="9048"/>
                </a:moveTo>
                <a:lnTo>
                  <a:pt x="0" y="3809"/>
                </a:lnTo>
                <a:lnTo>
                  <a:pt x="3905" y="0"/>
                </a:lnTo>
                <a:lnTo>
                  <a:pt x="9048" y="2952"/>
                </a:lnTo>
                <a:lnTo>
                  <a:pt x="3048" y="9048"/>
                </a:lnTo>
                <a:close/>
              </a:path>
            </a:pathLst>
          </a:custGeom>
          <a:ln w="4762">
            <a:solidFill>
              <a:srgbClr val="000000"/>
            </a:solidFill>
          </a:ln>
        </p:spPr>
        <p:txBody>
          <a:bodyPr wrap="square" lIns="0" tIns="0" rIns="0" bIns="0" rtlCol="0"/>
          <a:lstStyle/>
          <a:p>
            <a:endParaRPr/>
          </a:p>
        </p:txBody>
      </p:sp>
      <p:sp>
        <p:nvSpPr>
          <p:cNvPr id="522" name="object 65">
            <a:extLst>
              <a:ext uri="{FF2B5EF4-FFF2-40B4-BE49-F238E27FC236}">
                <a16:creationId xmlns:a16="http://schemas.microsoft.com/office/drawing/2014/main" id="{99DBD079-5C77-6AE1-C163-F23A69F194FA}"/>
              </a:ext>
            </a:extLst>
          </p:cNvPr>
          <p:cNvSpPr/>
          <p:nvPr/>
        </p:nvSpPr>
        <p:spPr>
          <a:xfrm>
            <a:off x="7227578" y="2870451"/>
            <a:ext cx="13727" cy="14844"/>
          </a:xfrm>
          <a:custGeom>
            <a:avLst/>
            <a:gdLst/>
            <a:ahLst/>
            <a:cxnLst/>
            <a:rect l="l" t="t" r="r" b="b"/>
            <a:pathLst>
              <a:path w="7620" h="8255">
                <a:moveTo>
                  <a:pt x="7340" y="0"/>
                </a:moveTo>
                <a:lnTo>
                  <a:pt x="1435" y="0"/>
                </a:lnTo>
                <a:lnTo>
                  <a:pt x="0" y="5245"/>
                </a:lnTo>
                <a:lnTo>
                  <a:pt x="5143" y="8191"/>
                </a:lnTo>
                <a:lnTo>
                  <a:pt x="7340" y="0"/>
                </a:lnTo>
                <a:close/>
              </a:path>
            </a:pathLst>
          </a:custGeom>
          <a:solidFill>
            <a:srgbClr val="000000"/>
          </a:solidFill>
        </p:spPr>
        <p:txBody>
          <a:bodyPr wrap="square" lIns="0" tIns="0" rIns="0" bIns="0" rtlCol="0"/>
          <a:lstStyle/>
          <a:p>
            <a:endParaRPr/>
          </a:p>
        </p:txBody>
      </p:sp>
      <p:sp>
        <p:nvSpPr>
          <p:cNvPr id="523" name="object 66">
            <a:extLst>
              <a:ext uri="{FF2B5EF4-FFF2-40B4-BE49-F238E27FC236}">
                <a16:creationId xmlns:a16="http://schemas.microsoft.com/office/drawing/2014/main" id="{F357D6FF-240C-6FC2-C1CB-D58725ED4B5A}"/>
              </a:ext>
            </a:extLst>
          </p:cNvPr>
          <p:cNvSpPr/>
          <p:nvPr/>
        </p:nvSpPr>
        <p:spPr>
          <a:xfrm>
            <a:off x="7227589" y="2870451"/>
            <a:ext cx="13727" cy="14844"/>
          </a:xfrm>
          <a:custGeom>
            <a:avLst/>
            <a:gdLst/>
            <a:ahLst/>
            <a:cxnLst/>
            <a:rect l="l" t="t" r="r" b="b"/>
            <a:pathLst>
              <a:path w="7620" h="8255">
                <a:moveTo>
                  <a:pt x="5143" y="8191"/>
                </a:moveTo>
                <a:lnTo>
                  <a:pt x="0" y="5238"/>
                </a:lnTo>
                <a:lnTo>
                  <a:pt x="1428" y="0"/>
                </a:lnTo>
                <a:lnTo>
                  <a:pt x="7334" y="0"/>
                </a:lnTo>
                <a:lnTo>
                  <a:pt x="5143" y="8191"/>
                </a:lnTo>
                <a:close/>
              </a:path>
            </a:pathLst>
          </a:custGeom>
          <a:ln w="4762">
            <a:solidFill>
              <a:srgbClr val="000000"/>
            </a:solidFill>
          </a:ln>
        </p:spPr>
        <p:txBody>
          <a:bodyPr wrap="square" lIns="0" tIns="0" rIns="0" bIns="0" rtlCol="0"/>
          <a:lstStyle/>
          <a:p>
            <a:endParaRPr/>
          </a:p>
        </p:txBody>
      </p:sp>
      <p:sp>
        <p:nvSpPr>
          <p:cNvPr id="524" name="object 67">
            <a:extLst>
              <a:ext uri="{FF2B5EF4-FFF2-40B4-BE49-F238E27FC236}">
                <a16:creationId xmlns:a16="http://schemas.microsoft.com/office/drawing/2014/main" id="{047B234D-4888-3E1B-44F0-731B5C1CAD8E}"/>
              </a:ext>
            </a:extLst>
          </p:cNvPr>
          <p:cNvSpPr/>
          <p:nvPr/>
        </p:nvSpPr>
        <p:spPr>
          <a:xfrm>
            <a:off x="7227578" y="2855720"/>
            <a:ext cx="13727" cy="14844"/>
          </a:xfrm>
          <a:custGeom>
            <a:avLst/>
            <a:gdLst/>
            <a:ahLst/>
            <a:cxnLst/>
            <a:rect l="l" t="t" r="r" b="b"/>
            <a:pathLst>
              <a:path w="7620" h="8255">
                <a:moveTo>
                  <a:pt x="7340" y="8191"/>
                </a:moveTo>
                <a:lnTo>
                  <a:pt x="5143" y="0"/>
                </a:lnTo>
                <a:lnTo>
                  <a:pt x="0" y="2959"/>
                </a:lnTo>
                <a:lnTo>
                  <a:pt x="1435" y="8191"/>
                </a:lnTo>
                <a:lnTo>
                  <a:pt x="7340" y="8191"/>
                </a:lnTo>
                <a:close/>
              </a:path>
            </a:pathLst>
          </a:custGeom>
          <a:solidFill>
            <a:srgbClr val="000000"/>
          </a:solidFill>
        </p:spPr>
        <p:txBody>
          <a:bodyPr wrap="square" lIns="0" tIns="0" rIns="0" bIns="0" rtlCol="0"/>
          <a:lstStyle/>
          <a:p>
            <a:endParaRPr/>
          </a:p>
        </p:txBody>
      </p:sp>
      <p:sp>
        <p:nvSpPr>
          <p:cNvPr id="525" name="object 68">
            <a:extLst>
              <a:ext uri="{FF2B5EF4-FFF2-40B4-BE49-F238E27FC236}">
                <a16:creationId xmlns:a16="http://schemas.microsoft.com/office/drawing/2014/main" id="{80EA4E3E-3226-BBFA-62AD-0DE4E780C82A}"/>
              </a:ext>
            </a:extLst>
          </p:cNvPr>
          <p:cNvSpPr/>
          <p:nvPr/>
        </p:nvSpPr>
        <p:spPr>
          <a:xfrm>
            <a:off x="7227589" y="2855720"/>
            <a:ext cx="13727" cy="14844"/>
          </a:xfrm>
          <a:custGeom>
            <a:avLst/>
            <a:gdLst/>
            <a:ahLst/>
            <a:cxnLst/>
            <a:rect l="l" t="t" r="r" b="b"/>
            <a:pathLst>
              <a:path w="7620" h="8255">
                <a:moveTo>
                  <a:pt x="7334" y="8191"/>
                </a:moveTo>
                <a:lnTo>
                  <a:pt x="1428" y="8191"/>
                </a:lnTo>
                <a:lnTo>
                  <a:pt x="0" y="2952"/>
                </a:lnTo>
                <a:lnTo>
                  <a:pt x="5143" y="0"/>
                </a:lnTo>
                <a:lnTo>
                  <a:pt x="7334" y="8191"/>
                </a:lnTo>
                <a:close/>
              </a:path>
            </a:pathLst>
          </a:custGeom>
          <a:ln w="4762">
            <a:solidFill>
              <a:srgbClr val="000000"/>
            </a:solidFill>
          </a:ln>
        </p:spPr>
        <p:txBody>
          <a:bodyPr wrap="square" lIns="0" tIns="0" rIns="0" bIns="0" rtlCol="0"/>
          <a:lstStyle/>
          <a:p>
            <a:endParaRPr/>
          </a:p>
        </p:txBody>
      </p:sp>
      <p:sp>
        <p:nvSpPr>
          <p:cNvPr id="526" name="object 69">
            <a:extLst>
              <a:ext uri="{FF2B5EF4-FFF2-40B4-BE49-F238E27FC236}">
                <a16:creationId xmlns:a16="http://schemas.microsoft.com/office/drawing/2014/main" id="{9B9031AF-F18E-2DA3-1F3C-06392617579D}"/>
              </a:ext>
            </a:extLst>
          </p:cNvPr>
          <p:cNvSpPr/>
          <p:nvPr/>
        </p:nvSpPr>
        <p:spPr>
          <a:xfrm>
            <a:off x="7220531" y="2844942"/>
            <a:ext cx="17159" cy="17127"/>
          </a:xfrm>
          <a:custGeom>
            <a:avLst/>
            <a:gdLst/>
            <a:ahLst/>
            <a:cxnLst/>
            <a:rect l="l" t="t" r="r" b="b"/>
            <a:pathLst>
              <a:path w="9525" h="9525">
                <a:moveTo>
                  <a:pt x="9055" y="5994"/>
                </a:moveTo>
                <a:lnTo>
                  <a:pt x="3048" y="0"/>
                </a:lnTo>
                <a:lnTo>
                  <a:pt x="0" y="5143"/>
                </a:lnTo>
                <a:lnTo>
                  <a:pt x="3911" y="8953"/>
                </a:lnTo>
                <a:lnTo>
                  <a:pt x="9055" y="5994"/>
                </a:lnTo>
                <a:close/>
              </a:path>
            </a:pathLst>
          </a:custGeom>
          <a:solidFill>
            <a:srgbClr val="000000"/>
          </a:solidFill>
        </p:spPr>
        <p:txBody>
          <a:bodyPr wrap="square" lIns="0" tIns="0" rIns="0" bIns="0" rtlCol="0"/>
          <a:lstStyle/>
          <a:p>
            <a:endParaRPr/>
          </a:p>
        </p:txBody>
      </p:sp>
      <p:sp>
        <p:nvSpPr>
          <p:cNvPr id="527" name="object 70">
            <a:extLst>
              <a:ext uri="{FF2B5EF4-FFF2-40B4-BE49-F238E27FC236}">
                <a16:creationId xmlns:a16="http://schemas.microsoft.com/office/drawing/2014/main" id="{B54EFDEA-4033-86B8-9F47-729061BB703A}"/>
              </a:ext>
            </a:extLst>
          </p:cNvPr>
          <p:cNvSpPr/>
          <p:nvPr/>
        </p:nvSpPr>
        <p:spPr>
          <a:xfrm>
            <a:off x="7220552" y="2844929"/>
            <a:ext cx="17159" cy="17127"/>
          </a:xfrm>
          <a:custGeom>
            <a:avLst/>
            <a:gdLst/>
            <a:ahLst/>
            <a:cxnLst/>
            <a:rect l="l" t="t" r="r" b="b"/>
            <a:pathLst>
              <a:path w="9525" h="9525">
                <a:moveTo>
                  <a:pt x="9048" y="6000"/>
                </a:moveTo>
                <a:lnTo>
                  <a:pt x="3905" y="8953"/>
                </a:lnTo>
                <a:lnTo>
                  <a:pt x="0" y="5143"/>
                </a:lnTo>
                <a:lnTo>
                  <a:pt x="3048" y="0"/>
                </a:lnTo>
                <a:lnTo>
                  <a:pt x="9048" y="6000"/>
                </a:lnTo>
                <a:close/>
              </a:path>
            </a:pathLst>
          </a:custGeom>
          <a:ln w="4762">
            <a:solidFill>
              <a:srgbClr val="000000"/>
            </a:solidFill>
          </a:ln>
        </p:spPr>
        <p:txBody>
          <a:bodyPr wrap="square" lIns="0" tIns="0" rIns="0" bIns="0" rtlCol="0"/>
          <a:lstStyle/>
          <a:p>
            <a:endParaRPr/>
          </a:p>
        </p:txBody>
      </p:sp>
      <p:sp>
        <p:nvSpPr>
          <p:cNvPr id="528" name="object 71">
            <a:extLst>
              <a:ext uri="{FF2B5EF4-FFF2-40B4-BE49-F238E27FC236}">
                <a16:creationId xmlns:a16="http://schemas.microsoft.com/office/drawing/2014/main" id="{0B9086FD-D815-C166-6104-C94967F69315}"/>
              </a:ext>
            </a:extLst>
          </p:cNvPr>
          <p:cNvSpPr/>
          <p:nvPr/>
        </p:nvSpPr>
        <p:spPr>
          <a:xfrm>
            <a:off x="7211105" y="2840991"/>
            <a:ext cx="16015" cy="13702"/>
          </a:xfrm>
          <a:custGeom>
            <a:avLst/>
            <a:gdLst/>
            <a:ahLst/>
            <a:cxnLst/>
            <a:rect l="l" t="t" r="r" b="b"/>
            <a:pathLst>
              <a:path w="8889" h="7619">
                <a:moveTo>
                  <a:pt x="8280" y="2197"/>
                </a:moveTo>
                <a:lnTo>
                  <a:pt x="0" y="0"/>
                </a:lnTo>
                <a:lnTo>
                  <a:pt x="0" y="5905"/>
                </a:lnTo>
                <a:lnTo>
                  <a:pt x="5232" y="7340"/>
                </a:lnTo>
                <a:lnTo>
                  <a:pt x="8280" y="2197"/>
                </a:lnTo>
                <a:close/>
              </a:path>
            </a:pathLst>
          </a:custGeom>
          <a:solidFill>
            <a:srgbClr val="000000"/>
          </a:solidFill>
        </p:spPr>
        <p:txBody>
          <a:bodyPr wrap="square" lIns="0" tIns="0" rIns="0" bIns="0" rtlCol="0"/>
          <a:lstStyle/>
          <a:p>
            <a:endParaRPr/>
          </a:p>
        </p:txBody>
      </p:sp>
      <p:sp>
        <p:nvSpPr>
          <p:cNvPr id="529" name="object 72">
            <a:extLst>
              <a:ext uri="{FF2B5EF4-FFF2-40B4-BE49-F238E27FC236}">
                <a16:creationId xmlns:a16="http://schemas.microsoft.com/office/drawing/2014/main" id="{B52C4B99-0B3B-77B4-91A0-367A2D0A2BCD}"/>
              </a:ext>
            </a:extLst>
          </p:cNvPr>
          <p:cNvSpPr/>
          <p:nvPr/>
        </p:nvSpPr>
        <p:spPr>
          <a:xfrm>
            <a:off x="7211116" y="2840991"/>
            <a:ext cx="16015" cy="13702"/>
          </a:xfrm>
          <a:custGeom>
            <a:avLst/>
            <a:gdLst/>
            <a:ahLst/>
            <a:cxnLst/>
            <a:rect l="l" t="t" r="r" b="b"/>
            <a:pathLst>
              <a:path w="8889" h="7619">
                <a:moveTo>
                  <a:pt x="8286" y="2190"/>
                </a:moveTo>
                <a:lnTo>
                  <a:pt x="5238" y="7334"/>
                </a:lnTo>
                <a:lnTo>
                  <a:pt x="0" y="5905"/>
                </a:lnTo>
                <a:lnTo>
                  <a:pt x="0" y="0"/>
                </a:lnTo>
                <a:lnTo>
                  <a:pt x="8286" y="2190"/>
                </a:lnTo>
                <a:close/>
              </a:path>
            </a:pathLst>
          </a:custGeom>
          <a:ln w="4762">
            <a:solidFill>
              <a:srgbClr val="000000"/>
            </a:solidFill>
          </a:ln>
        </p:spPr>
        <p:txBody>
          <a:bodyPr wrap="square" lIns="0" tIns="0" rIns="0" bIns="0" rtlCol="0"/>
          <a:lstStyle/>
          <a:p>
            <a:endParaRPr/>
          </a:p>
        </p:txBody>
      </p:sp>
      <p:sp>
        <p:nvSpPr>
          <p:cNvPr id="530" name="object 73">
            <a:extLst>
              <a:ext uri="{FF2B5EF4-FFF2-40B4-BE49-F238E27FC236}">
                <a16:creationId xmlns:a16="http://schemas.microsoft.com/office/drawing/2014/main" id="{8BAFAC9A-6716-2913-21BF-6E8CC6423DF6}"/>
              </a:ext>
            </a:extLst>
          </p:cNvPr>
          <p:cNvSpPr/>
          <p:nvPr/>
        </p:nvSpPr>
        <p:spPr>
          <a:xfrm>
            <a:off x="6997299" y="2840991"/>
            <a:ext cx="213919" cy="11418"/>
          </a:xfrm>
          <a:custGeom>
            <a:avLst/>
            <a:gdLst/>
            <a:ahLst/>
            <a:cxnLst/>
            <a:rect l="l" t="t" r="r" b="b"/>
            <a:pathLst>
              <a:path w="118745" h="6350">
                <a:moveTo>
                  <a:pt x="118681" y="0"/>
                </a:moveTo>
                <a:lnTo>
                  <a:pt x="0" y="0"/>
                </a:lnTo>
                <a:lnTo>
                  <a:pt x="0" y="5905"/>
                </a:lnTo>
                <a:lnTo>
                  <a:pt x="118681" y="5905"/>
                </a:lnTo>
                <a:lnTo>
                  <a:pt x="118681" y="0"/>
                </a:lnTo>
                <a:close/>
              </a:path>
            </a:pathLst>
          </a:custGeom>
          <a:solidFill>
            <a:srgbClr val="000000"/>
          </a:solidFill>
        </p:spPr>
        <p:txBody>
          <a:bodyPr wrap="square" lIns="0" tIns="0" rIns="0" bIns="0" rtlCol="0"/>
          <a:lstStyle/>
          <a:p>
            <a:endParaRPr/>
          </a:p>
        </p:txBody>
      </p:sp>
      <p:sp>
        <p:nvSpPr>
          <p:cNvPr id="531" name="object 74">
            <a:extLst>
              <a:ext uri="{FF2B5EF4-FFF2-40B4-BE49-F238E27FC236}">
                <a16:creationId xmlns:a16="http://schemas.microsoft.com/office/drawing/2014/main" id="{CA4B7E97-9769-B955-BE34-1D68735EB66F}"/>
              </a:ext>
            </a:extLst>
          </p:cNvPr>
          <p:cNvSpPr/>
          <p:nvPr/>
        </p:nvSpPr>
        <p:spPr>
          <a:xfrm>
            <a:off x="6997310" y="2840991"/>
            <a:ext cx="213919" cy="11418"/>
          </a:xfrm>
          <a:custGeom>
            <a:avLst/>
            <a:gdLst/>
            <a:ahLst/>
            <a:cxnLst/>
            <a:rect l="l" t="t" r="r" b="b"/>
            <a:pathLst>
              <a:path w="118745" h="6350">
                <a:moveTo>
                  <a:pt x="118681" y="5905"/>
                </a:moveTo>
                <a:lnTo>
                  <a:pt x="118681" y="0"/>
                </a:lnTo>
                <a:lnTo>
                  <a:pt x="0" y="0"/>
                </a:lnTo>
                <a:lnTo>
                  <a:pt x="0" y="5905"/>
                </a:lnTo>
                <a:lnTo>
                  <a:pt x="118681" y="5905"/>
                </a:lnTo>
                <a:close/>
              </a:path>
            </a:pathLst>
          </a:custGeom>
          <a:ln w="4762">
            <a:solidFill>
              <a:srgbClr val="000000"/>
            </a:solidFill>
          </a:ln>
        </p:spPr>
        <p:txBody>
          <a:bodyPr wrap="square" lIns="0" tIns="0" rIns="0" bIns="0" rtlCol="0"/>
          <a:lstStyle/>
          <a:p>
            <a:endParaRPr/>
          </a:p>
        </p:txBody>
      </p:sp>
      <p:sp>
        <p:nvSpPr>
          <p:cNvPr id="532" name="object 75">
            <a:extLst>
              <a:ext uri="{FF2B5EF4-FFF2-40B4-BE49-F238E27FC236}">
                <a16:creationId xmlns:a16="http://schemas.microsoft.com/office/drawing/2014/main" id="{30D0FFD5-AD57-A420-9C33-F727F055E5FD}"/>
              </a:ext>
            </a:extLst>
          </p:cNvPr>
          <p:cNvSpPr/>
          <p:nvPr/>
        </p:nvSpPr>
        <p:spPr>
          <a:xfrm>
            <a:off x="4253525" y="2853505"/>
            <a:ext cx="33175" cy="33113"/>
          </a:xfrm>
          <a:custGeom>
            <a:avLst/>
            <a:gdLst/>
            <a:ahLst/>
            <a:cxnLst/>
            <a:rect l="l" t="t" r="r" b="b"/>
            <a:pathLst>
              <a:path w="18414" h="18415">
                <a:moveTo>
                  <a:pt x="9817" y="17716"/>
                </a:moveTo>
                <a:lnTo>
                  <a:pt x="7048" y="17614"/>
                </a:lnTo>
                <a:lnTo>
                  <a:pt x="7620" y="17716"/>
                </a:lnTo>
                <a:lnTo>
                  <a:pt x="9334" y="17907"/>
                </a:lnTo>
                <a:lnTo>
                  <a:pt x="9817" y="17716"/>
                </a:lnTo>
                <a:close/>
              </a:path>
              <a:path w="18414" h="18415">
                <a:moveTo>
                  <a:pt x="13233" y="16662"/>
                </a:moveTo>
                <a:lnTo>
                  <a:pt x="4381" y="16662"/>
                </a:lnTo>
                <a:lnTo>
                  <a:pt x="5245" y="17043"/>
                </a:lnTo>
                <a:lnTo>
                  <a:pt x="5994" y="17424"/>
                </a:lnTo>
                <a:lnTo>
                  <a:pt x="11709" y="17424"/>
                </a:lnTo>
                <a:lnTo>
                  <a:pt x="12573" y="17043"/>
                </a:lnTo>
                <a:lnTo>
                  <a:pt x="13233" y="16662"/>
                </a:lnTo>
                <a:close/>
              </a:path>
              <a:path w="18414" h="18415">
                <a:moveTo>
                  <a:pt x="14668" y="2184"/>
                </a:moveTo>
                <a:lnTo>
                  <a:pt x="14008" y="1714"/>
                </a:lnTo>
                <a:lnTo>
                  <a:pt x="13233" y="1231"/>
                </a:lnTo>
                <a:lnTo>
                  <a:pt x="12573" y="762"/>
                </a:lnTo>
                <a:lnTo>
                  <a:pt x="11709" y="571"/>
                </a:lnTo>
                <a:lnTo>
                  <a:pt x="10960" y="279"/>
                </a:lnTo>
                <a:lnTo>
                  <a:pt x="9817" y="190"/>
                </a:lnTo>
                <a:lnTo>
                  <a:pt x="9334" y="0"/>
                </a:lnTo>
                <a:lnTo>
                  <a:pt x="7620" y="190"/>
                </a:lnTo>
                <a:lnTo>
                  <a:pt x="7048" y="279"/>
                </a:lnTo>
                <a:lnTo>
                  <a:pt x="5994" y="571"/>
                </a:lnTo>
                <a:lnTo>
                  <a:pt x="5245" y="762"/>
                </a:lnTo>
                <a:lnTo>
                  <a:pt x="4381" y="1231"/>
                </a:lnTo>
                <a:lnTo>
                  <a:pt x="3810" y="1714"/>
                </a:lnTo>
                <a:lnTo>
                  <a:pt x="3048" y="2184"/>
                </a:lnTo>
                <a:lnTo>
                  <a:pt x="14668" y="2184"/>
                </a:lnTo>
                <a:close/>
              </a:path>
              <a:path w="18414" h="18415">
                <a:moveTo>
                  <a:pt x="15900" y="14478"/>
                </a:moveTo>
                <a:lnTo>
                  <a:pt x="1905" y="14478"/>
                </a:lnTo>
                <a:lnTo>
                  <a:pt x="2578" y="15138"/>
                </a:lnTo>
                <a:lnTo>
                  <a:pt x="3048" y="15709"/>
                </a:lnTo>
                <a:lnTo>
                  <a:pt x="14668" y="15709"/>
                </a:lnTo>
                <a:lnTo>
                  <a:pt x="15328" y="15138"/>
                </a:lnTo>
                <a:lnTo>
                  <a:pt x="15900" y="14478"/>
                </a:lnTo>
                <a:close/>
              </a:path>
              <a:path w="18414" h="18415">
                <a:moveTo>
                  <a:pt x="16383" y="4191"/>
                </a:moveTo>
                <a:lnTo>
                  <a:pt x="15900" y="3429"/>
                </a:lnTo>
                <a:lnTo>
                  <a:pt x="15328" y="2755"/>
                </a:lnTo>
                <a:lnTo>
                  <a:pt x="2578" y="2755"/>
                </a:lnTo>
                <a:lnTo>
                  <a:pt x="1905" y="3429"/>
                </a:lnTo>
                <a:lnTo>
                  <a:pt x="1435" y="4191"/>
                </a:lnTo>
                <a:lnTo>
                  <a:pt x="16383" y="4191"/>
                </a:lnTo>
                <a:close/>
              </a:path>
              <a:path w="18414" h="18415">
                <a:moveTo>
                  <a:pt x="17818" y="9042"/>
                </a:moveTo>
                <a:lnTo>
                  <a:pt x="16764" y="4851"/>
                </a:lnTo>
                <a:lnTo>
                  <a:pt x="952" y="4851"/>
                </a:lnTo>
                <a:lnTo>
                  <a:pt x="660" y="5613"/>
                </a:lnTo>
                <a:lnTo>
                  <a:pt x="381" y="6477"/>
                </a:lnTo>
                <a:lnTo>
                  <a:pt x="190" y="7239"/>
                </a:lnTo>
                <a:lnTo>
                  <a:pt x="0" y="8089"/>
                </a:lnTo>
                <a:lnTo>
                  <a:pt x="0" y="9042"/>
                </a:lnTo>
                <a:lnTo>
                  <a:pt x="0" y="9804"/>
                </a:lnTo>
                <a:lnTo>
                  <a:pt x="1435" y="13804"/>
                </a:lnTo>
                <a:lnTo>
                  <a:pt x="16383" y="13804"/>
                </a:lnTo>
                <a:lnTo>
                  <a:pt x="16764" y="13042"/>
                </a:lnTo>
                <a:lnTo>
                  <a:pt x="17145" y="12280"/>
                </a:lnTo>
                <a:lnTo>
                  <a:pt x="17424" y="11518"/>
                </a:lnTo>
                <a:lnTo>
                  <a:pt x="17614" y="10668"/>
                </a:lnTo>
                <a:lnTo>
                  <a:pt x="17716" y="9804"/>
                </a:lnTo>
                <a:lnTo>
                  <a:pt x="17818" y="9042"/>
                </a:lnTo>
                <a:close/>
              </a:path>
            </a:pathLst>
          </a:custGeom>
          <a:solidFill>
            <a:srgbClr val="000000"/>
          </a:solidFill>
        </p:spPr>
        <p:txBody>
          <a:bodyPr wrap="square" lIns="0" tIns="0" rIns="0" bIns="0" rtlCol="0"/>
          <a:lstStyle/>
          <a:p>
            <a:endParaRPr/>
          </a:p>
        </p:txBody>
      </p:sp>
      <p:sp>
        <p:nvSpPr>
          <p:cNvPr id="533" name="object 76">
            <a:extLst>
              <a:ext uri="{FF2B5EF4-FFF2-40B4-BE49-F238E27FC236}">
                <a16:creationId xmlns:a16="http://schemas.microsoft.com/office/drawing/2014/main" id="{9D755C3A-C404-9BDF-A396-4DA161C0C06D}"/>
              </a:ext>
            </a:extLst>
          </p:cNvPr>
          <p:cNvSpPr/>
          <p:nvPr/>
        </p:nvSpPr>
        <p:spPr>
          <a:xfrm>
            <a:off x="4250963" y="2852465"/>
            <a:ext cx="35463" cy="35397"/>
          </a:xfrm>
          <a:custGeom>
            <a:avLst/>
            <a:gdLst/>
            <a:ahLst/>
            <a:cxnLst/>
            <a:rect l="l" t="t" r="r" b="b"/>
            <a:pathLst>
              <a:path w="19685" h="19684">
                <a:moveTo>
                  <a:pt x="19240" y="9620"/>
                </a:moveTo>
                <a:lnTo>
                  <a:pt x="10096" y="0"/>
                </a:lnTo>
                <a:lnTo>
                  <a:pt x="8286" y="0"/>
                </a:lnTo>
                <a:lnTo>
                  <a:pt x="0" y="8763"/>
                </a:lnTo>
                <a:lnTo>
                  <a:pt x="0" y="10572"/>
                </a:lnTo>
                <a:lnTo>
                  <a:pt x="10096" y="19240"/>
                </a:lnTo>
                <a:lnTo>
                  <a:pt x="11906" y="18954"/>
                </a:lnTo>
                <a:lnTo>
                  <a:pt x="19240" y="9620"/>
                </a:lnTo>
                <a:close/>
              </a:path>
              <a:path w="19685" h="19684">
                <a:moveTo>
                  <a:pt x="19240" y="9620"/>
                </a:moveTo>
                <a:lnTo>
                  <a:pt x="10382" y="762"/>
                </a:lnTo>
                <a:lnTo>
                  <a:pt x="8858" y="857"/>
                </a:lnTo>
                <a:lnTo>
                  <a:pt x="1523" y="9620"/>
                </a:lnTo>
                <a:lnTo>
                  <a:pt x="1619" y="11144"/>
                </a:lnTo>
                <a:lnTo>
                  <a:pt x="10382" y="18478"/>
                </a:lnTo>
                <a:lnTo>
                  <a:pt x="11906" y="18288"/>
                </a:lnTo>
                <a:lnTo>
                  <a:pt x="19240" y="9620"/>
                </a:lnTo>
                <a:close/>
              </a:path>
            </a:pathLst>
          </a:custGeom>
          <a:ln w="4762">
            <a:solidFill>
              <a:srgbClr val="000000"/>
            </a:solidFill>
          </a:ln>
        </p:spPr>
        <p:txBody>
          <a:bodyPr wrap="square" lIns="0" tIns="0" rIns="0" bIns="0" rtlCol="0"/>
          <a:lstStyle/>
          <a:p>
            <a:endParaRPr/>
          </a:p>
        </p:txBody>
      </p:sp>
      <p:sp>
        <p:nvSpPr>
          <p:cNvPr id="534" name="object 77">
            <a:extLst>
              <a:ext uri="{FF2B5EF4-FFF2-40B4-BE49-F238E27FC236}">
                <a16:creationId xmlns:a16="http://schemas.microsoft.com/office/drawing/2014/main" id="{27F17ED9-59AF-C50C-B8F2-07EC88ADB4B3}"/>
              </a:ext>
            </a:extLst>
          </p:cNvPr>
          <p:cNvSpPr/>
          <p:nvPr/>
        </p:nvSpPr>
        <p:spPr>
          <a:xfrm>
            <a:off x="4425118" y="2853505"/>
            <a:ext cx="33175" cy="33113"/>
          </a:xfrm>
          <a:custGeom>
            <a:avLst/>
            <a:gdLst/>
            <a:ahLst/>
            <a:cxnLst/>
            <a:rect l="l" t="t" r="r" b="b"/>
            <a:pathLst>
              <a:path w="18414" h="18415">
                <a:moveTo>
                  <a:pt x="9817" y="17716"/>
                </a:moveTo>
                <a:lnTo>
                  <a:pt x="7620" y="17716"/>
                </a:lnTo>
                <a:lnTo>
                  <a:pt x="9245" y="17907"/>
                </a:lnTo>
                <a:lnTo>
                  <a:pt x="9817" y="17716"/>
                </a:lnTo>
                <a:close/>
              </a:path>
              <a:path w="18414" h="18415">
                <a:moveTo>
                  <a:pt x="12484" y="17043"/>
                </a:moveTo>
                <a:lnTo>
                  <a:pt x="5245" y="17043"/>
                </a:lnTo>
                <a:lnTo>
                  <a:pt x="5994" y="17424"/>
                </a:lnTo>
                <a:lnTo>
                  <a:pt x="6946" y="17614"/>
                </a:lnTo>
                <a:lnTo>
                  <a:pt x="10858" y="17614"/>
                </a:lnTo>
                <a:lnTo>
                  <a:pt x="11620" y="17424"/>
                </a:lnTo>
                <a:lnTo>
                  <a:pt x="12484" y="17043"/>
                </a:lnTo>
                <a:close/>
              </a:path>
              <a:path w="18414" h="18415">
                <a:moveTo>
                  <a:pt x="14097" y="16192"/>
                </a:moveTo>
                <a:lnTo>
                  <a:pt x="3810" y="16192"/>
                </a:lnTo>
                <a:lnTo>
                  <a:pt x="4483" y="16662"/>
                </a:lnTo>
                <a:lnTo>
                  <a:pt x="13144" y="16662"/>
                </a:lnTo>
                <a:lnTo>
                  <a:pt x="14097" y="16192"/>
                </a:lnTo>
                <a:close/>
              </a:path>
              <a:path w="18414" h="18415">
                <a:moveTo>
                  <a:pt x="14097" y="1714"/>
                </a:moveTo>
                <a:lnTo>
                  <a:pt x="13144" y="1231"/>
                </a:lnTo>
                <a:lnTo>
                  <a:pt x="12484" y="762"/>
                </a:lnTo>
                <a:lnTo>
                  <a:pt x="11620" y="571"/>
                </a:lnTo>
                <a:lnTo>
                  <a:pt x="10858" y="279"/>
                </a:lnTo>
                <a:lnTo>
                  <a:pt x="9817" y="190"/>
                </a:lnTo>
                <a:lnTo>
                  <a:pt x="9245" y="0"/>
                </a:lnTo>
                <a:lnTo>
                  <a:pt x="7620" y="190"/>
                </a:lnTo>
                <a:lnTo>
                  <a:pt x="6946" y="279"/>
                </a:lnTo>
                <a:lnTo>
                  <a:pt x="5994" y="571"/>
                </a:lnTo>
                <a:lnTo>
                  <a:pt x="5245" y="762"/>
                </a:lnTo>
                <a:lnTo>
                  <a:pt x="4483" y="1231"/>
                </a:lnTo>
                <a:lnTo>
                  <a:pt x="3810" y="1714"/>
                </a:lnTo>
                <a:lnTo>
                  <a:pt x="14097" y="1714"/>
                </a:lnTo>
                <a:close/>
              </a:path>
              <a:path w="18414" h="18415">
                <a:moveTo>
                  <a:pt x="15240" y="2755"/>
                </a:moveTo>
                <a:lnTo>
                  <a:pt x="14579" y="2184"/>
                </a:lnTo>
                <a:lnTo>
                  <a:pt x="3048" y="2184"/>
                </a:lnTo>
                <a:lnTo>
                  <a:pt x="2476" y="2755"/>
                </a:lnTo>
                <a:lnTo>
                  <a:pt x="15240" y="2755"/>
                </a:lnTo>
                <a:close/>
              </a:path>
              <a:path w="18414" h="18415">
                <a:moveTo>
                  <a:pt x="15811" y="14478"/>
                </a:moveTo>
                <a:lnTo>
                  <a:pt x="1816" y="14478"/>
                </a:lnTo>
                <a:lnTo>
                  <a:pt x="2476" y="15138"/>
                </a:lnTo>
                <a:lnTo>
                  <a:pt x="15240" y="15138"/>
                </a:lnTo>
                <a:lnTo>
                  <a:pt x="15811" y="14478"/>
                </a:lnTo>
                <a:close/>
              </a:path>
              <a:path w="18414" h="18415">
                <a:moveTo>
                  <a:pt x="16675" y="4851"/>
                </a:moveTo>
                <a:lnTo>
                  <a:pt x="16383" y="4191"/>
                </a:lnTo>
                <a:lnTo>
                  <a:pt x="15811" y="3429"/>
                </a:lnTo>
                <a:lnTo>
                  <a:pt x="1816" y="3429"/>
                </a:lnTo>
                <a:lnTo>
                  <a:pt x="1333" y="4191"/>
                </a:lnTo>
                <a:lnTo>
                  <a:pt x="952" y="4851"/>
                </a:lnTo>
                <a:lnTo>
                  <a:pt x="16675" y="4851"/>
                </a:lnTo>
                <a:close/>
              </a:path>
              <a:path w="18414" h="18415">
                <a:moveTo>
                  <a:pt x="17818" y="9042"/>
                </a:moveTo>
                <a:lnTo>
                  <a:pt x="17614" y="8089"/>
                </a:lnTo>
                <a:lnTo>
                  <a:pt x="17526" y="7239"/>
                </a:lnTo>
                <a:lnTo>
                  <a:pt x="17335" y="6477"/>
                </a:lnTo>
                <a:lnTo>
                  <a:pt x="17145" y="5613"/>
                </a:lnTo>
                <a:lnTo>
                  <a:pt x="571" y="5613"/>
                </a:lnTo>
                <a:lnTo>
                  <a:pt x="292" y="6477"/>
                </a:lnTo>
                <a:lnTo>
                  <a:pt x="190" y="7239"/>
                </a:lnTo>
                <a:lnTo>
                  <a:pt x="0" y="8089"/>
                </a:lnTo>
                <a:lnTo>
                  <a:pt x="0" y="9042"/>
                </a:lnTo>
                <a:lnTo>
                  <a:pt x="0" y="9804"/>
                </a:lnTo>
                <a:lnTo>
                  <a:pt x="190" y="10668"/>
                </a:lnTo>
                <a:lnTo>
                  <a:pt x="292" y="11518"/>
                </a:lnTo>
                <a:lnTo>
                  <a:pt x="571" y="12280"/>
                </a:lnTo>
                <a:lnTo>
                  <a:pt x="952" y="13042"/>
                </a:lnTo>
                <a:lnTo>
                  <a:pt x="1333" y="13804"/>
                </a:lnTo>
                <a:lnTo>
                  <a:pt x="16383" y="13804"/>
                </a:lnTo>
                <a:lnTo>
                  <a:pt x="16675" y="13042"/>
                </a:lnTo>
                <a:lnTo>
                  <a:pt x="17145" y="12280"/>
                </a:lnTo>
                <a:lnTo>
                  <a:pt x="17335" y="11518"/>
                </a:lnTo>
                <a:lnTo>
                  <a:pt x="17526" y="10668"/>
                </a:lnTo>
                <a:lnTo>
                  <a:pt x="17614" y="9804"/>
                </a:lnTo>
                <a:lnTo>
                  <a:pt x="17818" y="9042"/>
                </a:lnTo>
                <a:close/>
              </a:path>
            </a:pathLst>
          </a:custGeom>
          <a:solidFill>
            <a:srgbClr val="000000"/>
          </a:solidFill>
        </p:spPr>
        <p:txBody>
          <a:bodyPr wrap="square" lIns="0" tIns="0" rIns="0" bIns="0" rtlCol="0"/>
          <a:lstStyle/>
          <a:p>
            <a:endParaRPr/>
          </a:p>
        </p:txBody>
      </p:sp>
      <p:sp>
        <p:nvSpPr>
          <p:cNvPr id="535" name="object 78">
            <a:extLst>
              <a:ext uri="{FF2B5EF4-FFF2-40B4-BE49-F238E27FC236}">
                <a16:creationId xmlns:a16="http://schemas.microsoft.com/office/drawing/2014/main" id="{9D86D1D8-E67C-C44B-DA05-BBFA0CCF35B6}"/>
              </a:ext>
            </a:extLst>
          </p:cNvPr>
          <p:cNvSpPr/>
          <p:nvPr/>
        </p:nvSpPr>
        <p:spPr>
          <a:xfrm>
            <a:off x="4422556" y="2852465"/>
            <a:ext cx="35463" cy="35397"/>
          </a:xfrm>
          <a:custGeom>
            <a:avLst/>
            <a:gdLst/>
            <a:ahLst/>
            <a:cxnLst/>
            <a:rect l="l" t="t" r="r" b="b"/>
            <a:pathLst>
              <a:path w="19685" h="19684">
                <a:moveTo>
                  <a:pt x="19240" y="9620"/>
                </a:moveTo>
                <a:lnTo>
                  <a:pt x="10096" y="0"/>
                </a:lnTo>
                <a:lnTo>
                  <a:pt x="8286" y="0"/>
                </a:lnTo>
                <a:lnTo>
                  <a:pt x="0" y="8763"/>
                </a:lnTo>
                <a:lnTo>
                  <a:pt x="0" y="10572"/>
                </a:lnTo>
                <a:lnTo>
                  <a:pt x="10096" y="19240"/>
                </a:lnTo>
                <a:lnTo>
                  <a:pt x="11906" y="18954"/>
                </a:lnTo>
                <a:lnTo>
                  <a:pt x="19240" y="9620"/>
                </a:lnTo>
                <a:close/>
              </a:path>
            </a:pathLst>
          </a:custGeom>
          <a:ln w="4762">
            <a:solidFill>
              <a:srgbClr val="000000"/>
            </a:solidFill>
          </a:ln>
        </p:spPr>
        <p:txBody>
          <a:bodyPr wrap="square" lIns="0" tIns="0" rIns="0" bIns="0" rtlCol="0"/>
          <a:lstStyle/>
          <a:p>
            <a:endParaRPr/>
          </a:p>
        </p:txBody>
      </p:sp>
      <p:sp>
        <p:nvSpPr>
          <p:cNvPr id="536" name="object 79">
            <a:extLst>
              <a:ext uri="{FF2B5EF4-FFF2-40B4-BE49-F238E27FC236}">
                <a16:creationId xmlns:a16="http://schemas.microsoft.com/office/drawing/2014/main" id="{45B98FC9-040D-6BE2-1297-0FDCF33C2FAE}"/>
              </a:ext>
            </a:extLst>
          </p:cNvPr>
          <p:cNvSpPr/>
          <p:nvPr/>
        </p:nvSpPr>
        <p:spPr>
          <a:xfrm>
            <a:off x="4424958" y="2853836"/>
            <a:ext cx="32031" cy="31971"/>
          </a:xfrm>
          <a:custGeom>
            <a:avLst/>
            <a:gdLst/>
            <a:ahLst/>
            <a:cxnLst/>
            <a:rect l="l" t="t" r="r" b="b"/>
            <a:pathLst>
              <a:path w="17780" h="17780">
                <a:moveTo>
                  <a:pt x="17716" y="8858"/>
                </a:moveTo>
                <a:lnTo>
                  <a:pt x="8858" y="0"/>
                </a:lnTo>
                <a:lnTo>
                  <a:pt x="7334" y="95"/>
                </a:lnTo>
                <a:lnTo>
                  <a:pt x="0" y="8858"/>
                </a:lnTo>
                <a:lnTo>
                  <a:pt x="95" y="10382"/>
                </a:lnTo>
                <a:lnTo>
                  <a:pt x="8858" y="17716"/>
                </a:lnTo>
                <a:lnTo>
                  <a:pt x="10382" y="17525"/>
                </a:lnTo>
                <a:lnTo>
                  <a:pt x="17716" y="8858"/>
                </a:lnTo>
                <a:close/>
              </a:path>
            </a:pathLst>
          </a:custGeom>
          <a:ln w="4762">
            <a:solidFill>
              <a:srgbClr val="000000"/>
            </a:solidFill>
          </a:ln>
        </p:spPr>
        <p:txBody>
          <a:bodyPr wrap="square" lIns="0" tIns="0" rIns="0" bIns="0" rtlCol="0"/>
          <a:lstStyle/>
          <a:p>
            <a:endParaRPr/>
          </a:p>
        </p:txBody>
      </p:sp>
      <p:sp>
        <p:nvSpPr>
          <p:cNvPr id="537" name="object 80">
            <a:extLst>
              <a:ext uri="{FF2B5EF4-FFF2-40B4-BE49-F238E27FC236}">
                <a16:creationId xmlns:a16="http://schemas.microsoft.com/office/drawing/2014/main" id="{9CC1C59B-E25F-3AA9-1BD1-30376D032F89}"/>
              </a:ext>
            </a:extLst>
          </p:cNvPr>
          <p:cNvSpPr/>
          <p:nvPr/>
        </p:nvSpPr>
        <p:spPr>
          <a:xfrm>
            <a:off x="4596553" y="2853505"/>
            <a:ext cx="33175" cy="33113"/>
          </a:xfrm>
          <a:custGeom>
            <a:avLst/>
            <a:gdLst/>
            <a:ahLst/>
            <a:cxnLst/>
            <a:rect l="l" t="t" r="r" b="b"/>
            <a:pathLst>
              <a:path w="18414" h="18415">
                <a:moveTo>
                  <a:pt x="9804" y="17716"/>
                </a:moveTo>
                <a:lnTo>
                  <a:pt x="7607" y="17716"/>
                </a:lnTo>
                <a:lnTo>
                  <a:pt x="9232" y="17907"/>
                </a:lnTo>
                <a:lnTo>
                  <a:pt x="9804" y="17716"/>
                </a:lnTo>
                <a:close/>
              </a:path>
              <a:path w="18414" h="18415">
                <a:moveTo>
                  <a:pt x="12573" y="17043"/>
                </a:moveTo>
                <a:lnTo>
                  <a:pt x="5232" y="17043"/>
                </a:lnTo>
                <a:lnTo>
                  <a:pt x="5994" y="17424"/>
                </a:lnTo>
                <a:lnTo>
                  <a:pt x="6946" y="17614"/>
                </a:lnTo>
                <a:lnTo>
                  <a:pt x="11049" y="17614"/>
                </a:lnTo>
                <a:lnTo>
                  <a:pt x="11709" y="17424"/>
                </a:lnTo>
                <a:lnTo>
                  <a:pt x="12573" y="17043"/>
                </a:lnTo>
                <a:close/>
              </a:path>
              <a:path w="18414" h="18415">
                <a:moveTo>
                  <a:pt x="14097" y="1714"/>
                </a:moveTo>
                <a:lnTo>
                  <a:pt x="13233" y="1231"/>
                </a:lnTo>
                <a:lnTo>
                  <a:pt x="12573" y="762"/>
                </a:lnTo>
                <a:lnTo>
                  <a:pt x="11709" y="571"/>
                </a:lnTo>
                <a:lnTo>
                  <a:pt x="11049" y="279"/>
                </a:lnTo>
                <a:lnTo>
                  <a:pt x="9804" y="190"/>
                </a:lnTo>
                <a:lnTo>
                  <a:pt x="9232" y="0"/>
                </a:lnTo>
                <a:lnTo>
                  <a:pt x="7607" y="190"/>
                </a:lnTo>
                <a:lnTo>
                  <a:pt x="6946" y="279"/>
                </a:lnTo>
                <a:lnTo>
                  <a:pt x="5994" y="571"/>
                </a:lnTo>
                <a:lnTo>
                  <a:pt x="5232" y="762"/>
                </a:lnTo>
                <a:lnTo>
                  <a:pt x="4470" y="1231"/>
                </a:lnTo>
                <a:lnTo>
                  <a:pt x="3797" y="1714"/>
                </a:lnTo>
                <a:lnTo>
                  <a:pt x="14097" y="1714"/>
                </a:lnTo>
                <a:close/>
              </a:path>
              <a:path w="18414" h="18415">
                <a:moveTo>
                  <a:pt x="14668" y="15709"/>
                </a:moveTo>
                <a:lnTo>
                  <a:pt x="3048" y="15709"/>
                </a:lnTo>
                <a:lnTo>
                  <a:pt x="3797" y="16192"/>
                </a:lnTo>
                <a:lnTo>
                  <a:pt x="4470" y="16662"/>
                </a:lnTo>
                <a:lnTo>
                  <a:pt x="13233" y="16662"/>
                </a:lnTo>
                <a:lnTo>
                  <a:pt x="14097" y="16192"/>
                </a:lnTo>
                <a:lnTo>
                  <a:pt x="14668" y="15709"/>
                </a:lnTo>
                <a:close/>
              </a:path>
              <a:path w="18414" h="18415">
                <a:moveTo>
                  <a:pt x="15811" y="3429"/>
                </a:moveTo>
                <a:lnTo>
                  <a:pt x="15328" y="2755"/>
                </a:lnTo>
                <a:lnTo>
                  <a:pt x="14668" y="2184"/>
                </a:lnTo>
                <a:lnTo>
                  <a:pt x="3048" y="2184"/>
                </a:lnTo>
                <a:lnTo>
                  <a:pt x="2476" y="2755"/>
                </a:lnTo>
                <a:lnTo>
                  <a:pt x="1803" y="3429"/>
                </a:lnTo>
                <a:lnTo>
                  <a:pt x="15811" y="3429"/>
                </a:lnTo>
                <a:close/>
              </a:path>
              <a:path w="18414" h="18415">
                <a:moveTo>
                  <a:pt x="17805" y="9042"/>
                </a:moveTo>
                <a:lnTo>
                  <a:pt x="17703" y="8089"/>
                </a:lnTo>
                <a:lnTo>
                  <a:pt x="17614" y="7239"/>
                </a:lnTo>
                <a:lnTo>
                  <a:pt x="17335" y="6477"/>
                </a:lnTo>
                <a:lnTo>
                  <a:pt x="17132" y="5613"/>
                </a:lnTo>
                <a:lnTo>
                  <a:pt x="16662" y="4851"/>
                </a:lnTo>
                <a:lnTo>
                  <a:pt x="16383" y="4191"/>
                </a:lnTo>
                <a:lnTo>
                  <a:pt x="1422" y="4191"/>
                </a:lnTo>
                <a:lnTo>
                  <a:pt x="952" y="4851"/>
                </a:lnTo>
                <a:lnTo>
                  <a:pt x="660" y="5613"/>
                </a:lnTo>
                <a:lnTo>
                  <a:pt x="279" y="6477"/>
                </a:lnTo>
                <a:lnTo>
                  <a:pt x="177" y="7239"/>
                </a:lnTo>
                <a:lnTo>
                  <a:pt x="0" y="8089"/>
                </a:lnTo>
                <a:lnTo>
                  <a:pt x="0" y="9042"/>
                </a:lnTo>
                <a:lnTo>
                  <a:pt x="0" y="9804"/>
                </a:lnTo>
                <a:lnTo>
                  <a:pt x="177" y="10668"/>
                </a:lnTo>
                <a:lnTo>
                  <a:pt x="279" y="11518"/>
                </a:lnTo>
                <a:lnTo>
                  <a:pt x="660" y="12280"/>
                </a:lnTo>
                <a:lnTo>
                  <a:pt x="952" y="13042"/>
                </a:lnTo>
                <a:lnTo>
                  <a:pt x="1422" y="13804"/>
                </a:lnTo>
                <a:lnTo>
                  <a:pt x="1803" y="14478"/>
                </a:lnTo>
                <a:lnTo>
                  <a:pt x="15811" y="14478"/>
                </a:lnTo>
                <a:lnTo>
                  <a:pt x="16383" y="13804"/>
                </a:lnTo>
                <a:lnTo>
                  <a:pt x="16662" y="13042"/>
                </a:lnTo>
                <a:lnTo>
                  <a:pt x="17132" y="12280"/>
                </a:lnTo>
                <a:lnTo>
                  <a:pt x="17335" y="11518"/>
                </a:lnTo>
                <a:lnTo>
                  <a:pt x="17614" y="10668"/>
                </a:lnTo>
                <a:lnTo>
                  <a:pt x="17703" y="9804"/>
                </a:lnTo>
                <a:lnTo>
                  <a:pt x="17805" y="9042"/>
                </a:lnTo>
                <a:close/>
              </a:path>
            </a:pathLst>
          </a:custGeom>
          <a:solidFill>
            <a:srgbClr val="000000"/>
          </a:solidFill>
        </p:spPr>
        <p:txBody>
          <a:bodyPr wrap="square" lIns="0" tIns="0" rIns="0" bIns="0" rtlCol="0"/>
          <a:lstStyle/>
          <a:p>
            <a:endParaRPr/>
          </a:p>
        </p:txBody>
      </p:sp>
      <p:sp>
        <p:nvSpPr>
          <p:cNvPr id="538" name="object 81">
            <a:extLst>
              <a:ext uri="{FF2B5EF4-FFF2-40B4-BE49-F238E27FC236}">
                <a16:creationId xmlns:a16="http://schemas.microsoft.com/office/drawing/2014/main" id="{012EB539-AD8A-EB24-F89D-3E70EA65B4BD}"/>
              </a:ext>
            </a:extLst>
          </p:cNvPr>
          <p:cNvSpPr/>
          <p:nvPr/>
        </p:nvSpPr>
        <p:spPr>
          <a:xfrm>
            <a:off x="4593978" y="2852465"/>
            <a:ext cx="35463" cy="35397"/>
          </a:xfrm>
          <a:custGeom>
            <a:avLst/>
            <a:gdLst/>
            <a:ahLst/>
            <a:cxnLst/>
            <a:rect l="l" t="t" r="r" b="b"/>
            <a:pathLst>
              <a:path w="19685" h="19684">
                <a:moveTo>
                  <a:pt x="19240" y="9620"/>
                </a:moveTo>
                <a:lnTo>
                  <a:pt x="10096" y="0"/>
                </a:lnTo>
                <a:lnTo>
                  <a:pt x="8286" y="0"/>
                </a:lnTo>
                <a:lnTo>
                  <a:pt x="0" y="8763"/>
                </a:lnTo>
                <a:lnTo>
                  <a:pt x="0" y="10572"/>
                </a:lnTo>
                <a:lnTo>
                  <a:pt x="10096" y="19240"/>
                </a:lnTo>
                <a:lnTo>
                  <a:pt x="11906" y="18954"/>
                </a:lnTo>
                <a:lnTo>
                  <a:pt x="19240" y="9620"/>
                </a:lnTo>
                <a:close/>
              </a:path>
              <a:path w="19685" h="19684">
                <a:moveTo>
                  <a:pt x="19240" y="9620"/>
                </a:moveTo>
                <a:lnTo>
                  <a:pt x="10382" y="762"/>
                </a:lnTo>
                <a:lnTo>
                  <a:pt x="8858" y="857"/>
                </a:lnTo>
                <a:lnTo>
                  <a:pt x="1523" y="9620"/>
                </a:lnTo>
                <a:lnTo>
                  <a:pt x="1619" y="11144"/>
                </a:lnTo>
                <a:lnTo>
                  <a:pt x="10382" y="18478"/>
                </a:lnTo>
                <a:lnTo>
                  <a:pt x="11906" y="18288"/>
                </a:lnTo>
                <a:lnTo>
                  <a:pt x="19240" y="9620"/>
                </a:lnTo>
                <a:close/>
              </a:path>
            </a:pathLst>
          </a:custGeom>
          <a:ln w="4762">
            <a:solidFill>
              <a:srgbClr val="000000"/>
            </a:solidFill>
          </a:ln>
        </p:spPr>
        <p:txBody>
          <a:bodyPr wrap="square" lIns="0" tIns="0" rIns="0" bIns="0" rtlCol="0"/>
          <a:lstStyle/>
          <a:p>
            <a:endParaRPr/>
          </a:p>
        </p:txBody>
      </p:sp>
      <p:sp>
        <p:nvSpPr>
          <p:cNvPr id="539" name="object 82">
            <a:extLst>
              <a:ext uri="{FF2B5EF4-FFF2-40B4-BE49-F238E27FC236}">
                <a16:creationId xmlns:a16="http://schemas.microsoft.com/office/drawing/2014/main" id="{5B4FB119-6E3F-B1EC-36AE-2ED712FA169F}"/>
              </a:ext>
            </a:extLst>
          </p:cNvPr>
          <p:cNvSpPr/>
          <p:nvPr/>
        </p:nvSpPr>
        <p:spPr>
          <a:xfrm>
            <a:off x="4767962" y="2853505"/>
            <a:ext cx="33175" cy="33113"/>
          </a:xfrm>
          <a:custGeom>
            <a:avLst/>
            <a:gdLst/>
            <a:ahLst/>
            <a:cxnLst/>
            <a:rect l="l" t="t" r="r" b="b"/>
            <a:pathLst>
              <a:path w="18414" h="18415">
                <a:moveTo>
                  <a:pt x="9906" y="17716"/>
                </a:moveTo>
                <a:lnTo>
                  <a:pt x="7048" y="17614"/>
                </a:lnTo>
                <a:lnTo>
                  <a:pt x="7708" y="17716"/>
                </a:lnTo>
                <a:lnTo>
                  <a:pt x="9334" y="17907"/>
                </a:lnTo>
                <a:lnTo>
                  <a:pt x="9906" y="17716"/>
                </a:lnTo>
                <a:close/>
              </a:path>
              <a:path w="18414" h="18415">
                <a:moveTo>
                  <a:pt x="13246" y="16662"/>
                </a:moveTo>
                <a:lnTo>
                  <a:pt x="4470" y="16662"/>
                </a:lnTo>
                <a:lnTo>
                  <a:pt x="5334" y="17043"/>
                </a:lnTo>
                <a:lnTo>
                  <a:pt x="5994" y="17424"/>
                </a:lnTo>
                <a:lnTo>
                  <a:pt x="11722" y="17424"/>
                </a:lnTo>
                <a:lnTo>
                  <a:pt x="12573" y="17043"/>
                </a:lnTo>
                <a:lnTo>
                  <a:pt x="13246" y="16662"/>
                </a:lnTo>
                <a:close/>
              </a:path>
              <a:path w="18414" h="18415">
                <a:moveTo>
                  <a:pt x="14097" y="1714"/>
                </a:moveTo>
                <a:lnTo>
                  <a:pt x="13246" y="1231"/>
                </a:lnTo>
                <a:lnTo>
                  <a:pt x="12573" y="762"/>
                </a:lnTo>
                <a:lnTo>
                  <a:pt x="11722" y="571"/>
                </a:lnTo>
                <a:lnTo>
                  <a:pt x="11049" y="279"/>
                </a:lnTo>
                <a:lnTo>
                  <a:pt x="9906" y="190"/>
                </a:lnTo>
                <a:lnTo>
                  <a:pt x="9334" y="0"/>
                </a:lnTo>
                <a:lnTo>
                  <a:pt x="3810" y="1714"/>
                </a:lnTo>
                <a:lnTo>
                  <a:pt x="14097" y="1714"/>
                </a:lnTo>
                <a:close/>
              </a:path>
              <a:path w="18414" h="18415">
                <a:moveTo>
                  <a:pt x="14668" y="15709"/>
                </a:moveTo>
                <a:lnTo>
                  <a:pt x="3048" y="15709"/>
                </a:lnTo>
                <a:lnTo>
                  <a:pt x="3810" y="16192"/>
                </a:lnTo>
                <a:lnTo>
                  <a:pt x="14097" y="16192"/>
                </a:lnTo>
                <a:lnTo>
                  <a:pt x="14668" y="15709"/>
                </a:lnTo>
                <a:close/>
              </a:path>
              <a:path w="18414" h="18415">
                <a:moveTo>
                  <a:pt x="15913" y="3429"/>
                </a:moveTo>
                <a:lnTo>
                  <a:pt x="15341" y="2755"/>
                </a:lnTo>
                <a:lnTo>
                  <a:pt x="14668" y="2184"/>
                </a:lnTo>
                <a:lnTo>
                  <a:pt x="3048" y="2184"/>
                </a:lnTo>
                <a:lnTo>
                  <a:pt x="2578" y="2755"/>
                </a:lnTo>
                <a:lnTo>
                  <a:pt x="1905" y="3429"/>
                </a:lnTo>
                <a:lnTo>
                  <a:pt x="15913" y="3429"/>
                </a:lnTo>
                <a:close/>
              </a:path>
              <a:path w="18414" h="18415">
                <a:moveTo>
                  <a:pt x="17805" y="9042"/>
                </a:moveTo>
                <a:lnTo>
                  <a:pt x="16383" y="4191"/>
                </a:lnTo>
                <a:lnTo>
                  <a:pt x="1422" y="4191"/>
                </a:lnTo>
                <a:lnTo>
                  <a:pt x="1054" y="4851"/>
                </a:lnTo>
                <a:lnTo>
                  <a:pt x="673" y="5613"/>
                </a:lnTo>
                <a:lnTo>
                  <a:pt x="381" y="6477"/>
                </a:lnTo>
                <a:lnTo>
                  <a:pt x="279" y="7239"/>
                </a:lnTo>
                <a:lnTo>
                  <a:pt x="0" y="8089"/>
                </a:lnTo>
                <a:lnTo>
                  <a:pt x="0" y="9042"/>
                </a:lnTo>
                <a:lnTo>
                  <a:pt x="0" y="9804"/>
                </a:lnTo>
                <a:lnTo>
                  <a:pt x="279" y="10668"/>
                </a:lnTo>
                <a:lnTo>
                  <a:pt x="381" y="11518"/>
                </a:lnTo>
                <a:lnTo>
                  <a:pt x="673" y="12280"/>
                </a:lnTo>
                <a:lnTo>
                  <a:pt x="1054" y="13042"/>
                </a:lnTo>
                <a:lnTo>
                  <a:pt x="1422" y="13804"/>
                </a:lnTo>
                <a:lnTo>
                  <a:pt x="1905" y="14478"/>
                </a:lnTo>
                <a:lnTo>
                  <a:pt x="15913" y="14478"/>
                </a:lnTo>
                <a:lnTo>
                  <a:pt x="16383" y="13804"/>
                </a:lnTo>
                <a:lnTo>
                  <a:pt x="16764" y="13042"/>
                </a:lnTo>
                <a:lnTo>
                  <a:pt x="17145" y="12280"/>
                </a:lnTo>
                <a:lnTo>
                  <a:pt x="17437" y="11518"/>
                </a:lnTo>
                <a:lnTo>
                  <a:pt x="17614" y="10668"/>
                </a:lnTo>
                <a:lnTo>
                  <a:pt x="17716" y="9804"/>
                </a:lnTo>
                <a:lnTo>
                  <a:pt x="17805" y="9042"/>
                </a:lnTo>
                <a:close/>
              </a:path>
            </a:pathLst>
          </a:custGeom>
          <a:solidFill>
            <a:srgbClr val="000000"/>
          </a:solidFill>
        </p:spPr>
        <p:txBody>
          <a:bodyPr wrap="square" lIns="0" tIns="0" rIns="0" bIns="0" rtlCol="0"/>
          <a:lstStyle/>
          <a:p>
            <a:endParaRPr/>
          </a:p>
        </p:txBody>
      </p:sp>
      <p:sp>
        <p:nvSpPr>
          <p:cNvPr id="540" name="object 83">
            <a:extLst>
              <a:ext uri="{FF2B5EF4-FFF2-40B4-BE49-F238E27FC236}">
                <a16:creationId xmlns:a16="http://schemas.microsoft.com/office/drawing/2014/main" id="{B634C9FD-E45D-D1D4-FDA1-915DB39ED71B}"/>
              </a:ext>
            </a:extLst>
          </p:cNvPr>
          <p:cNvSpPr/>
          <p:nvPr/>
        </p:nvSpPr>
        <p:spPr>
          <a:xfrm>
            <a:off x="4765398" y="2852465"/>
            <a:ext cx="35463" cy="35397"/>
          </a:xfrm>
          <a:custGeom>
            <a:avLst/>
            <a:gdLst/>
            <a:ahLst/>
            <a:cxnLst/>
            <a:rect l="l" t="t" r="r" b="b"/>
            <a:pathLst>
              <a:path w="19685" h="19684">
                <a:moveTo>
                  <a:pt x="19240" y="9620"/>
                </a:moveTo>
                <a:lnTo>
                  <a:pt x="10096" y="0"/>
                </a:lnTo>
                <a:lnTo>
                  <a:pt x="8286" y="0"/>
                </a:lnTo>
                <a:lnTo>
                  <a:pt x="0" y="8763"/>
                </a:lnTo>
                <a:lnTo>
                  <a:pt x="0" y="10572"/>
                </a:lnTo>
                <a:lnTo>
                  <a:pt x="10096" y="19240"/>
                </a:lnTo>
                <a:lnTo>
                  <a:pt x="11906" y="18954"/>
                </a:lnTo>
                <a:lnTo>
                  <a:pt x="19240" y="9620"/>
                </a:lnTo>
                <a:close/>
              </a:path>
              <a:path w="19685" h="19684">
                <a:moveTo>
                  <a:pt x="19240" y="9620"/>
                </a:moveTo>
                <a:lnTo>
                  <a:pt x="10382" y="762"/>
                </a:lnTo>
                <a:lnTo>
                  <a:pt x="8858" y="857"/>
                </a:lnTo>
                <a:lnTo>
                  <a:pt x="1523" y="9620"/>
                </a:lnTo>
                <a:lnTo>
                  <a:pt x="1619" y="11144"/>
                </a:lnTo>
                <a:lnTo>
                  <a:pt x="10382" y="18478"/>
                </a:lnTo>
                <a:lnTo>
                  <a:pt x="11906" y="18288"/>
                </a:lnTo>
                <a:lnTo>
                  <a:pt x="19240" y="9620"/>
                </a:lnTo>
                <a:close/>
              </a:path>
            </a:pathLst>
          </a:custGeom>
          <a:ln w="4762">
            <a:solidFill>
              <a:srgbClr val="000000"/>
            </a:solidFill>
          </a:ln>
        </p:spPr>
        <p:txBody>
          <a:bodyPr wrap="square" lIns="0" tIns="0" rIns="0" bIns="0" rtlCol="0"/>
          <a:lstStyle/>
          <a:p>
            <a:endParaRPr/>
          </a:p>
        </p:txBody>
      </p:sp>
      <p:sp>
        <p:nvSpPr>
          <p:cNvPr id="541" name="object 84">
            <a:extLst>
              <a:ext uri="{FF2B5EF4-FFF2-40B4-BE49-F238E27FC236}">
                <a16:creationId xmlns:a16="http://schemas.microsoft.com/office/drawing/2014/main" id="{0874E172-4B1D-E279-9161-AECAFCCA82A1}"/>
              </a:ext>
            </a:extLst>
          </p:cNvPr>
          <p:cNvSpPr/>
          <p:nvPr/>
        </p:nvSpPr>
        <p:spPr>
          <a:xfrm>
            <a:off x="6851605" y="2853505"/>
            <a:ext cx="32031" cy="33113"/>
          </a:xfrm>
          <a:custGeom>
            <a:avLst/>
            <a:gdLst/>
            <a:ahLst/>
            <a:cxnLst/>
            <a:rect l="l" t="t" r="r" b="b"/>
            <a:pathLst>
              <a:path w="17779" h="18415">
                <a:moveTo>
                  <a:pt x="10198" y="17716"/>
                </a:moveTo>
                <a:lnTo>
                  <a:pt x="7912" y="17716"/>
                </a:lnTo>
                <a:lnTo>
                  <a:pt x="8382" y="17907"/>
                </a:lnTo>
                <a:lnTo>
                  <a:pt x="10198" y="17716"/>
                </a:lnTo>
                <a:close/>
              </a:path>
              <a:path w="17779" h="18415">
                <a:moveTo>
                  <a:pt x="10871" y="279"/>
                </a:moveTo>
                <a:lnTo>
                  <a:pt x="10198" y="190"/>
                </a:lnTo>
                <a:lnTo>
                  <a:pt x="8382" y="0"/>
                </a:lnTo>
                <a:lnTo>
                  <a:pt x="7912" y="190"/>
                </a:lnTo>
                <a:lnTo>
                  <a:pt x="10871" y="279"/>
                </a:lnTo>
                <a:close/>
              </a:path>
              <a:path w="17779" h="18415">
                <a:moveTo>
                  <a:pt x="12484" y="17043"/>
                </a:moveTo>
                <a:lnTo>
                  <a:pt x="5143" y="17043"/>
                </a:lnTo>
                <a:lnTo>
                  <a:pt x="6108" y="17424"/>
                </a:lnTo>
                <a:lnTo>
                  <a:pt x="6769" y="17614"/>
                </a:lnTo>
                <a:lnTo>
                  <a:pt x="10871" y="17614"/>
                </a:lnTo>
                <a:lnTo>
                  <a:pt x="11823" y="17424"/>
                </a:lnTo>
                <a:lnTo>
                  <a:pt x="12484" y="17043"/>
                </a:lnTo>
                <a:close/>
              </a:path>
              <a:path w="17779" h="18415">
                <a:moveTo>
                  <a:pt x="14008" y="1714"/>
                </a:moveTo>
                <a:lnTo>
                  <a:pt x="13347" y="1231"/>
                </a:lnTo>
                <a:lnTo>
                  <a:pt x="12484" y="762"/>
                </a:lnTo>
                <a:lnTo>
                  <a:pt x="11823" y="571"/>
                </a:lnTo>
                <a:lnTo>
                  <a:pt x="10871" y="279"/>
                </a:lnTo>
                <a:lnTo>
                  <a:pt x="6769" y="279"/>
                </a:lnTo>
                <a:lnTo>
                  <a:pt x="6108" y="571"/>
                </a:lnTo>
                <a:lnTo>
                  <a:pt x="5143" y="762"/>
                </a:lnTo>
                <a:lnTo>
                  <a:pt x="4483" y="1231"/>
                </a:lnTo>
                <a:lnTo>
                  <a:pt x="3721" y="1714"/>
                </a:lnTo>
                <a:lnTo>
                  <a:pt x="14008" y="1714"/>
                </a:lnTo>
                <a:close/>
              </a:path>
              <a:path w="17779" h="18415">
                <a:moveTo>
                  <a:pt x="15341" y="15138"/>
                </a:moveTo>
                <a:lnTo>
                  <a:pt x="2387" y="15138"/>
                </a:lnTo>
                <a:lnTo>
                  <a:pt x="3149" y="15709"/>
                </a:lnTo>
                <a:lnTo>
                  <a:pt x="3721" y="16192"/>
                </a:lnTo>
                <a:lnTo>
                  <a:pt x="4483" y="16662"/>
                </a:lnTo>
                <a:lnTo>
                  <a:pt x="13347" y="16662"/>
                </a:lnTo>
                <a:lnTo>
                  <a:pt x="14008" y="16192"/>
                </a:lnTo>
                <a:lnTo>
                  <a:pt x="14770" y="15709"/>
                </a:lnTo>
                <a:lnTo>
                  <a:pt x="15341" y="15138"/>
                </a:lnTo>
                <a:close/>
              </a:path>
              <a:path w="17779" h="18415">
                <a:moveTo>
                  <a:pt x="15811" y="3429"/>
                </a:moveTo>
                <a:lnTo>
                  <a:pt x="15341" y="2755"/>
                </a:lnTo>
                <a:lnTo>
                  <a:pt x="14770" y="2184"/>
                </a:lnTo>
                <a:lnTo>
                  <a:pt x="3149" y="2184"/>
                </a:lnTo>
                <a:lnTo>
                  <a:pt x="2387" y="2755"/>
                </a:lnTo>
                <a:lnTo>
                  <a:pt x="2006" y="3429"/>
                </a:lnTo>
                <a:lnTo>
                  <a:pt x="15811" y="3429"/>
                </a:lnTo>
                <a:close/>
              </a:path>
              <a:path w="17779" h="18415">
                <a:moveTo>
                  <a:pt x="16865" y="4851"/>
                </a:moveTo>
                <a:lnTo>
                  <a:pt x="16294" y="4191"/>
                </a:lnTo>
                <a:lnTo>
                  <a:pt x="1435" y="4191"/>
                </a:lnTo>
                <a:lnTo>
                  <a:pt x="952" y="4851"/>
                </a:lnTo>
                <a:lnTo>
                  <a:pt x="16865" y="4851"/>
                </a:lnTo>
                <a:close/>
              </a:path>
              <a:path w="17779" h="18415">
                <a:moveTo>
                  <a:pt x="17729" y="8089"/>
                </a:moveTo>
                <a:lnTo>
                  <a:pt x="17627" y="7239"/>
                </a:lnTo>
                <a:lnTo>
                  <a:pt x="17335" y="6477"/>
                </a:lnTo>
                <a:lnTo>
                  <a:pt x="17157" y="5613"/>
                </a:lnTo>
                <a:lnTo>
                  <a:pt x="673" y="5613"/>
                </a:lnTo>
                <a:lnTo>
                  <a:pt x="482" y="6477"/>
                </a:lnTo>
                <a:lnTo>
                  <a:pt x="101" y="7239"/>
                </a:lnTo>
                <a:lnTo>
                  <a:pt x="101" y="8089"/>
                </a:lnTo>
                <a:lnTo>
                  <a:pt x="0" y="9042"/>
                </a:lnTo>
                <a:lnTo>
                  <a:pt x="101" y="9804"/>
                </a:lnTo>
                <a:lnTo>
                  <a:pt x="101" y="10668"/>
                </a:lnTo>
                <a:lnTo>
                  <a:pt x="482" y="11518"/>
                </a:lnTo>
                <a:lnTo>
                  <a:pt x="673" y="12280"/>
                </a:lnTo>
                <a:lnTo>
                  <a:pt x="952" y="13042"/>
                </a:lnTo>
                <a:lnTo>
                  <a:pt x="1435" y="13804"/>
                </a:lnTo>
                <a:lnTo>
                  <a:pt x="16294" y="13804"/>
                </a:lnTo>
                <a:lnTo>
                  <a:pt x="16865" y="13042"/>
                </a:lnTo>
                <a:lnTo>
                  <a:pt x="17157" y="12280"/>
                </a:lnTo>
                <a:lnTo>
                  <a:pt x="17335" y="11518"/>
                </a:lnTo>
                <a:lnTo>
                  <a:pt x="17627" y="10668"/>
                </a:lnTo>
                <a:lnTo>
                  <a:pt x="17729" y="9804"/>
                </a:lnTo>
                <a:lnTo>
                  <a:pt x="17729" y="9042"/>
                </a:lnTo>
                <a:lnTo>
                  <a:pt x="17729" y="8089"/>
                </a:lnTo>
                <a:close/>
              </a:path>
            </a:pathLst>
          </a:custGeom>
          <a:solidFill>
            <a:srgbClr val="000000"/>
          </a:solidFill>
        </p:spPr>
        <p:txBody>
          <a:bodyPr wrap="square" lIns="0" tIns="0" rIns="0" bIns="0" rtlCol="0"/>
          <a:lstStyle/>
          <a:p>
            <a:endParaRPr/>
          </a:p>
        </p:txBody>
      </p:sp>
      <p:sp>
        <p:nvSpPr>
          <p:cNvPr id="542" name="object 85">
            <a:extLst>
              <a:ext uri="{FF2B5EF4-FFF2-40B4-BE49-F238E27FC236}">
                <a16:creationId xmlns:a16="http://schemas.microsoft.com/office/drawing/2014/main" id="{EB4FE3CF-7B3D-24E7-633C-B3CCEA876F11}"/>
              </a:ext>
            </a:extLst>
          </p:cNvPr>
          <p:cNvSpPr/>
          <p:nvPr/>
        </p:nvSpPr>
        <p:spPr>
          <a:xfrm>
            <a:off x="6851628" y="2853494"/>
            <a:ext cx="32031" cy="33113"/>
          </a:xfrm>
          <a:custGeom>
            <a:avLst/>
            <a:gdLst/>
            <a:ahLst/>
            <a:cxnLst/>
            <a:rect l="l" t="t" r="r" b="b"/>
            <a:pathLst>
              <a:path w="17779" h="18415">
                <a:moveTo>
                  <a:pt x="0" y="9048"/>
                </a:moveTo>
                <a:lnTo>
                  <a:pt x="8382" y="0"/>
                </a:lnTo>
                <a:lnTo>
                  <a:pt x="10191" y="190"/>
                </a:lnTo>
                <a:lnTo>
                  <a:pt x="17716" y="8096"/>
                </a:lnTo>
                <a:lnTo>
                  <a:pt x="17716" y="9810"/>
                </a:lnTo>
                <a:lnTo>
                  <a:pt x="8382" y="17906"/>
                </a:lnTo>
                <a:lnTo>
                  <a:pt x="6762" y="17621"/>
                </a:lnTo>
                <a:lnTo>
                  <a:pt x="0" y="9048"/>
                </a:lnTo>
                <a:close/>
              </a:path>
            </a:pathLst>
          </a:custGeom>
          <a:ln w="4762">
            <a:solidFill>
              <a:srgbClr val="000000"/>
            </a:solidFill>
          </a:ln>
        </p:spPr>
        <p:txBody>
          <a:bodyPr wrap="square" lIns="0" tIns="0" rIns="0" bIns="0" rtlCol="0"/>
          <a:lstStyle/>
          <a:p>
            <a:endParaRPr/>
          </a:p>
        </p:txBody>
      </p:sp>
      <p:sp>
        <p:nvSpPr>
          <p:cNvPr id="543" name="object 86">
            <a:extLst>
              <a:ext uri="{FF2B5EF4-FFF2-40B4-BE49-F238E27FC236}">
                <a16:creationId xmlns:a16="http://schemas.microsoft.com/office/drawing/2014/main" id="{73D305C4-0C01-8955-D64B-885A2FCE3181}"/>
              </a:ext>
            </a:extLst>
          </p:cNvPr>
          <p:cNvSpPr/>
          <p:nvPr/>
        </p:nvSpPr>
        <p:spPr>
          <a:xfrm>
            <a:off x="6851628" y="2853836"/>
            <a:ext cx="32031" cy="31971"/>
          </a:xfrm>
          <a:custGeom>
            <a:avLst/>
            <a:gdLst/>
            <a:ahLst/>
            <a:cxnLst/>
            <a:rect l="l" t="t" r="r" b="b"/>
            <a:pathLst>
              <a:path w="17779" h="17780">
                <a:moveTo>
                  <a:pt x="17716" y="8858"/>
                </a:moveTo>
                <a:lnTo>
                  <a:pt x="8858" y="0"/>
                </a:lnTo>
                <a:lnTo>
                  <a:pt x="7334" y="95"/>
                </a:lnTo>
                <a:lnTo>
                  <a:pt x="0" y="8858"/>
                </a:lnTo>
                <a:lnTo>
                  <a:pt x="95" y="10382"/>
                </a:lnTo>
                <a:lnTo>
                  <a:pt x="8858" y="17716"/>
                </a:lnTo>
                <a:lnTo>
                  <a:pt x="10382" y="17525"/>
                </a:lnTo>
                <a:lnTo>
                  <a:pt x="17716" y="8858"/>
                </a:lnTo>
                <a:close/>
              </a:path>
            </a:pathLst>
          </a:custGeom>
          <a:ln w="4762">
            <a:solidFill>
              <a:srgbClr val="000000"/>
            </a:solidFill>
          </a:ln>
        </p:spPr>
        <p:txBody>
          <a:bodyPr wrap="square" lIns="0" tIns="0" rIns="0" bIns="0" rtlCol="0"/>
          <a:lstStyle/>
          <a:p>
            <a:endParaRPr/>
          </a:p>
        </p:txBody>
      </p:sp>
      <p:sp>
        <p:nvSpPr>
          <p:cNvPr id="544" name="object 87">
            <a:extLst>
              <a:ext uri="{FF2B5EF4-FFF2-40B4-BE49-F238E27FC236}">
                <a16:creationId xmlns:a16="http://schemas.microsoft.com/office/drawing/2014/main" id="{B9F73D3C-F0A5-0062-A005-052B4AA69C62}"/>
              </a:ext>
            </a:extLst>
          </p:cNvPr>
          <p:cNvSpPr/>
          <p:nvPr/>
        </p:nvSpPr>
        <p:spPr>
          <a:xfrm>
            <a:off x="6680195" y="2853505"/>
            <a:ext cx="32031" cy="33113"/>
          </a:xfrm>
          <a:custGeom>
            <a:avLst/>
            <a:gdLst/>
            <a:ahLst/>
            <a:cxnLst/>
            <a:rect l="l" t="t" r="r" b="b"/>
            <a:pathLst>
              <a:path w="17779" h="18415">
                <a:moveTo>
                  <a:pt x="10096" y="17716"/>
                </a:moveTo>
                <a:lnTo>
                  <a:pt x="7810" y="17716"/>
                </a:lnTo>
                <a:lnTo>
                  <a:pt x="8382" y="17907"/>
                </a:lnTo>
                <a:lnTo>
                  <a:pt x="10096" y="17716"/>
                </a:lnTo>
                <a:close/>
              </a:path>
              <a:path w="17779" h="18415">
                <a:moveTo>
                  <a:pt x="10769" y="279"/>
                </a:moveTo>
                <a:lnTo>
                  <a:pt x="10096" y="190"/>
                </a:lnTo>
                <a:lnTo>
                  <a:pt x="8382" y="0"/>
                </a:lnTo>
                <a:lnTo>
                  <a:pt x="7810" y="190"/>
                </a:lnTo>
                <a:lnTo>
                  <a:pt x="10769" y="279"/>
                </a:lnTo>
                <a:close/>
              </a:path>
              <a:path w="17779" h="18415">
                <a:moveTo>
                  <a:pt x="12382" y="17043"/>
                </a:moveTo>
                <a:lnTo>
                  <a:pt x="5143" y="17043"/>
                </a:lnTo>
                <a:lnTo>
                  <a:pt x="6096" y="17424"/>
                </a:lnTo>
                <a:lnTo>
                  <a:pt x="6756" y="17614"/>
                </a:lnTo>
                <a:lnTo>
                  <a:pt x="10096" y="17716"/>
                </a:lnTo>
                <a:lnTo>
                  <a:pt x="10769" y="17614"/>
                </a:lnTo>
                <a:lnTo>
                  <a:pt x="11811" y="17424"/>
                </a:lnTo>
                <a:lnTo>
                  <a:pt x="12382" y="17043"/>
                </a:lnTo>
                <a:close/>
              </a:path>
              <a:path w="17779" h="18415">
                <a:moveTo>
                  <a:pt x="13906" y="16192"/>
                </a:moveTo>
                <a:lnTo>
                  <a:pt x="3721" y="16192"/>
                </a:lnTo>
                <a:lnTo>
                  <a:pt x="4470" y="16662"/>
                </a:lnTo>
                <a:lnTo>
                  <a:pt x="13335" y="16662"/>
                </a:lnTo>
                <a:lnTo>
                  <a:pt x="13906" y="16192"/>
                </a:lnTo>
                <a:close/>
              </a:path>
              <a:path w="17779" h="18415">
                <a:moveTo>
                  <a:pt x="13906" y="1714"/>
                </a:moveTo>
                <a:lnTo>
                  <a:pt x="13335" y="1231"/>
                </a:lnTo>
                <a:lnTo>
                  <a:pt x="12382" y="762"/>
                </a:lnTo>
                <a:lnTo>
                  <a:pt x="11811" y="571"/>
                </a:lnTo>
                <a:lnTo>
                  <a:pt x="10769" y="279"/>
                </a:lnTo>
                <a:lnTo>
                  <a:pt x="6756" y="279"/>
                </a:lnTo>
                <a:lnTo>
                  <a:pt x="6096" y="571"/>
                </a:lnTo>
                <a:lnTo>
                  <a:pt x="5143" y="762"/>
                </a:lnTo>
                <a:lnTo>
                  <a:pt x="4470" y="1231"/>
                </a:lnTo>
                <a:lnTo>
                  <a:pt x="3721" y="1714"/>
                </a:lnTo>
                <a:lnTo>
                  <a:pt x="13906" y="1714"/>
                </a:lnTo>
                <a:close/>
              </a:path>
              <a:path w="17779" h="18415">
                <a:moveTo>
                  <a:pt x="15240" y="2755"/>
                </a:moveTo>
                <a:lnTo>
                  <a:pt x="14770" y="2184"/>
                </a:lnTo>
                <a:lnTo>
                  <a:pt x="3048" y="2184"/>
                </a:lnTo>
                <a:lnTo>
                  <a:pt x="2374" y="2755"/>
                </a:lnTo>
                <a:lnTo>
                  <a:pt x="15240" y="2755"/>
                </a:lnTo>
                <a:close/>
              </a:path>
              <a:path w="17779" h="18415">
                <a:moveTo>
                  <a:pt x="15811" y="14478"/>
                </a:moveTo>
                <a:lnTo>
                  <a:pt x="1905" y="14478"/>
                </a:lnTo>
                <a:lnTo>
                  <a:pt x="2374" y="15138"/>
                </a:lnTo>
                <a:lnTo>
                  <a:pt x="15240" y="15138"/>
                </a:lnTo>
                <a:lnTo>
                  <a:pt x="15811" y="14478"/>
                </a:lnTo>
                <a:close/>
              </a:path>
              <a:path w="17779" h="18415">
                <a:moveTo>
                  <a:pt x="16764" y="4851"/>
                </a:moveTo>
                <a:lnTo>
                  <a:pt x="16281" y="4191"/>
                </a:lnTo>
                <a:lnTo>
                  <a:pt x="15811" y="3429"/>
                </a:lnTo>
                <a:lnTo>
                  <a:pt x="1905" y="3429"/>
                </a:lnTo>
                <a:lnTo>
                  <a:pt x="1422" y="4191"/>
                </a:lnTo>
                <a:lnTo>
                  <a:pt x="952" y="4851"/>
                </a:lnTo>
                <a:lnTo>
                  <a:pt x="16764" y="4851"/>
                </a:lnTo>
                <a:close/>
              </a:path>
              <a:path w="17779" h="18415">
                <a:moveTo>
                  <a:pt x="17716" y="8089"/>
                </a:moveTo>
                <a:lnTo>
                  <a:pt x="17526" y="7239"/>
                </a:lnTo>
                <a:lnTo>
                  <a:pt x="17335" y="6477"/>
                </a:lnTo>
                <a:lnTo>
                  <a:pt x="17056" y="5613"/>
                </a:lnTo>
                <a:lnTo>
                  <a:pt x="673" y="5613"/>
                </a:lnTo>
                <a:lnTo>
                  <a:pt x="279" y="6477"/>
                </a:lnTo>
                <a:lnTo>
                  <a:pt x="101" y="7239"/>
                </a:lnTo>
                <a:lnTo>
                  <a:pt x="101" y="8089"/>
                </a:lnTo>
                <a:lnTo>
                  <a:pt x="0" y="9042"/>
                </a:lnTo>
                <a:lnTo>
                  <a:pt x="101" y="9804"/>
                </a:lnTo>
                <a:lnTo>
                  <a:pt x="101" y="10668"/>
                </a:lnTo>
                <a:lnTo>
                  <a:pt x="279" y="11518"/>
                </a:lnTo>
                <a:lnTo>
                  <a:pt x="673" y="12280"/>
                </a:lnTo>
                <a:lnTo>
                  <a:pt x="952" y="13042"/>
                </a:lnTo>
                <a:lnTo>
                  <a:pt x="1422" y="13804"/>
                </a:lnTo>
                <a:lnTo>
                  <a:pt x="16281" y="13804"/>
                </a:lnTo>
                <a:lnTo>
                  <a:pt x="16764" y="13042"/>
                </a:lnTo>
                <a:lnTo>
                  <a:pt x="17056" y="12280"/>
                </a:lnTo>
                <a:lnTo>
                  <a:pt x="17335" y="11518"/>
                </a:lnTo>
                <a:lnTo>
                  <a:pt x="17526" y="10668"/>
                </a:lnTo>
                <a:lnTo>
                  <a:pt x="17716" y="9804"/>
                </a:lnTo>
                <a:lnTo>
                  <a:pt x="17716" y="9042"/>
                </a:lnTo>
                <a:lnTo>
                  <a:pt x="17716" y="8089"/>
                </a:lnTo>
                <a:close/>
              </a:path>
            </a:pathLst>
          </a:custGeom>
          <a:solidFill>
            <a:srgbClr val="000000"/>
          </a:solidFill>
        </p:spPr>
        <p:txBody>
          <a:bodyPr wrap="square" lIns="0" tIns="0" rIns="0" bIns="0" rtlCol="0"/>
          <a:lstStyle/>
          <a:p>
            <a:endParaRPr/>
          </a:p>
        </p:txBody>
      </p:sp>
      <p:sp>
        <p:nvSpPr>
          <p:cNvPr id="545" name="object 88">
            <a:extLst>
              <a:ext uri="{FF2B5EF4-FFF2-40B4-BE49-F238E27FC236}">
                <a16:creationId xmlns:a16="http://schemas.microsoft.com/office/drawing/2014/main" id="{6F9B67A3-4967-9946-4A25-78B66F783A4A}"/>
              </a:ext>
            </a:extLst>
          </p:cNvPr>
          <p:cNvSpPr/>
          <p:nvPr/>
        </p:nvSpPr>
        <p:spPr>
          <a:xfrm>
            <a:off x="6680206" y="2853494"/>
            <a:ext cx="32031" cy="33113"/>
          </a:xfrm>
          <a:custGeom>
            <a:avLst/>
            <a:gdLst/>
            <a:ahLst/>
            <a:cxnLst/>
            <a:rect l="l" t="t" r="r" b="b"/>
            <a:pathLst>
              <a:path w="17779" h="18415">
                <a:moveTo>
                  <a:pt x="0" y="9048"/>
                </a:moveTo>
                <a:lnTo>
                  <a:pt x="8382" y="0"/>
                </a:lnTo>
                <a:lnTo>
                  <a:pt x="10191" y="190"/>
                </a:lnTo>
                <a:lnTo>
                  <a:pt x="17716" y="8096"/>
                </a:lnTo>
                <a:lnTo>
                  <a:pt x="17716" y="9810"/>
                </a:lnTo>
                <a:lnTo>
                  <a:pt x="8382" y="17906"/>
                </a:lnTo>
                <a:lnTo>
                  <a:pt x="6762" y="17621"/>
                </a:lnTo>
                <a:lnTo>
                  <a:pt x="0" y="9048"/>
                </a:lnTo>
                <a:close/>
              </a:path>
            </a:pathLst>
          </a:custGeom>
          <a:ln w="4762">
            <a:solidFill>
              <a:srgbClr val="000000"/>
            </a:solidFill>
          </a:ln>
        </p:spPr>
        <p:txBody>
          <a:bodyPr wrap="square" lIns="0" tIns="0" rIns="0" bIns="0" rtlCol="0"/>
          <a:lstStyle/>
          <a:p>
            <a:endParaRPr/>
          </a:p>
        </p:txBody>
      </p:sp>
      <p:sp>
        <p:nvSpPr>
          <p:cNvPr id="546" name="object 89">
            <a:extLst>
              <a:ext uri="{FF2B5EF4-FFF2-40B4-BE49-F238E27FC236}">
                <a16:creationId xmlns:a16="http://schemas.microsoft.com/office/drawing/2014/main" id="{3EC92D0B-CB95-9A37-E079-E492D68C48A6}"/>
              </a:ext>
            </a:extLst>
          </p:cNvPr>
          <p:cNvSpPr/>
          <p:nvPr/>
        </p:nvSpPr>
        <p:spPr>
          <a:xfrm>
            <a:off x="6680206" y="2853836"/>
            <a:ext cx="32031" cy="31971"/>
          </a:xfrm>
          <a:custGeom>
            <a:avLst/>
            <a:gdLst/>
            <a:ahLst/>
            <a:cxnLst/>
            <a:rect l="l" t="t" r="r" b="b"/>
            <a:pathLst>
              <a:path w="17779" h="17780">
                <a:moveTo>
                  <a:pt x="17716" y="8858"/>
                </a:moveTo>
                <a:lnTo>
                  <a:pt x="8858" y="0"/>
                </a:lnTo>
                <a:lnTo>
                  <a:pt x="7334" y="95"/>
                </a:lnTo>
                <a:lnTo>
                  <a:pt x="0" y="8858"/>
                </a:lnTo>
                <a:lnTo>
                  <a:pt x="95" y="10382"/>
                </a:lnTo>
                <a:lnTo>
                  <a:pt x="8858" y="17716"/>
                </a:lnTo>
                <a:lnTo>
                  <a:pt x="10382" y="17525"/>
                </a:lnTo>
                <a:lnTo>
                  <a:pt x="17716" y="8858"/>
                </a:lnTo>
                <a:close/>
              </a:path>
            </a:pathLst>
          </a:custGeom>
          <a:ln w="4762">
            <a:solidFill>
              <a:srgbClr val="000000"/>
            </a:solidFill>
          </a:ln>
        </p:spPr>
        <p:txBody>
          <a:bodyPr wrap="square" lIns="0" tIns="0" rIns="0" bIns="0" rtlCol="0"/>
          <a:lstStyle/>
          <a:p>
            <a:endParaRPr/>
          </a:p>
        </p:txBody>
      </p:sp>
      <p:sp>
        <p:nvSpPr>
          <p:cNvPr id="547" name="object 90">
            <a:extLst>
              <a:ext uri="{FF2B5EF4-FFF2-40B4-BE49-F238E27FC236}">
                <a16:creationId xmlns:a16="http://schemas.microsoft.com/office/drawing/2014/main" id="{E8AE98B2-FF12-07F0-D3C6-887133D85BEC}"/>
              </a:ext>
            </a:extLst>
          </p:cNvPr>
          <p:cNvSpPr/>
          <p:nvPr/>
        </p:nvSpPr>
        <p:spPr>
          <a:xfrm>
            <a:off x="6508602" y="2853505"/>
            <a:ext cx="32031" cy="33113"/>
          </a:xfrm>
          <a:custGeom>
            <a:avLst/>
            <a:gdLst/>
            <a:ahLst/>
            <a:cxnLst/>
            <a:rect l="l" t="t" r="r" b="b"/>
            <a:pathLst>
              <a:path w="17779" h="18415">
                <a:moveTo>
                  <a:pt x="10198" y="17716"/>
                </a:moveTo>
                <a:lnTo>
                  <a:pt x="7912" y="17716"/>
                </a:lnTo>
                <a:lnTo>
                  <a:pt x="8483" y="17907"/>
                </a:lnTo>
                <a:lnTo>
                  <a:pt x="10198" y="17716"/>
                </a:lnTo>
                <a:close/>
              </a:path>
              <a:path w="17779" h="18415">
                <a:moveTo>
                  <a:pt x="10858" y="279"/>
                </a:moveTo>
                <a:lnTo>
                  <a:pt x="10198" y="190"/>
                </a:lnTo>
                <a:lnTo>
                  <a:pt x="8483" y="0"/>
                </a:lnTo>
                <a:lnTo>
                  <a:pt x="7912" y="190"/>
                </a:lnTo>
                <a:lnTo>
                  <a:pt x="10858" y="279"/>
                </a:lnTo>
                <a:close/>
              </a:path>
              <a:path w="17779" h="18415">
                <a:moveTo>
                  <a:pt x="11811" y="17424"/>
                </a:moveTo>
                <a:lnTo>
                  <a:pt x="6184" y="17424"/>
                </a:lnTo>
                <a:lnTo>
                  <a:pt x="6756" y="17614"/>
                </a:lnTo>
                <a:lnTo>
                  <a:pt x="10858" y="17614"/>
                </a:lnTo>
                <a:lnTo>
                  <a:pt x="11811" y="17424"/>
                </a:lnTo>
                <a:close/>
              </a:path>
              <a:path w="17779" h="18415">
                <a:moveTo>
                  <a:pt x="13335" y="16662"/>
                </a:moveTo>
                <a:lnTo>
                  <a:pt x="4470" y="16662"/>
                </a:lnTo>
                <a:lnTo>
                  <a:pt x="5143" y="17043"/>
                </a:lnTo>
                <a:lnTo>
                  <a:pt x="12471" y="17043"/>
                </a:lnTo>
                <a:lnTo>
                  <a:pt x="13335" y="16662"/>
                </a:lnTo>
                <a:close/>
              </a:path>
              <a:path w="17779" h="18415">
                <a:moveTo>
                  <a:pt x="14668" y="2184"/>
                </a:moveTo>
                <a:lnTo>
                  <a:pt x="13995" y="1714"/>
                </a:lnTo>
                <a:lnTo>
                  <a:pt x="13335" y="1231"/>
                </a:lnTo>
                <a:lnTo>
                  <a:pt x="12471" y="762"/>
                </a:lnTo>
                <a:lnTo>
                  <a:pt x="11811" y="571"/>
                </a:lnTo>
                <a:lnTo>
                  <a:pt x="10858" y="279"/>
                </a:lnTo>
                <a:lnTo>
                  <a:pt x="6756" y="279"/>
                </a:lnTo>
                <a:lnTo>
                  <a:pt x="6184" y="571"/>
                </a:lnTo>
                <a:lnTo>
                  <a:pt x="5143" y="762"/>
                </a:lnTo>
                <a:lnTo>
                  <a:pt x="4470" y="1231"/>
                </a:lnTo>
                <a:lnTo>
                  <a:pt x="3721" y="1714"/>
                </a:lnTo>
                <a:lnTo>
                  <a:pt x="3048" y="2184"/>
                </a:lnTo>
                <a:lnTo>
                  <a:pt x="14668" y="2184"/>
                </a:lnTo>
                <a:close/>
              </a:path>
              <a:path w="17779" h="18415">
                <a:moveTo>
                  <a:pt x="15341" y="15138"/>
                </a:moveTo>
                <a:lnTo>
                  <a:pt x="2476" y="15138"/>
                </a:lnTo>
                <a:lnTo>
                  <a:pt x="3048" y="15709"/>
                </a:lnTo>
                <a:lnTo>
                  <a:pt x="14668" y="15709"/>
                </a:lnTo>
                <a:lnTo>
                  <a:pt x="15341" y="15138"/>
                </a:lnTo>
                <a:close/>
              </a:path>
              <a:path w="17779" h="18415">
                <a:moveTo>
                  <a:pt x="16281" y="4191"/>
                </a:moveTo>
                <a:lnTo>
                  <a:pt x="15913" y="3429"/>
                </a:lnTo>
                <a:lnTo>
                  <a:pt x="15341" y="2755"/>
                </a:lnTo>
                <a:lnTo>
                  <a:pt x="2476" y="2755"/>
                </a:lnTo>
                <a:lnTo>
                  <a:pt x="1993" y="3429"/>
                </a:lnTo>
                <a:lnTo>
                  <a:pt x="1422" y="4191"/>
                </a:lnTo>
                <a:lnTo>
                  <a:pt x="16281" y="4191"/>
                </a:lnTo>
                <a:close/>
              </a:path>
              <a:path w="17779" h="18415">
                <a:moveTo>
                  <a:pt x="17716" y="8089"/>
                </a:moveTo>
                <a:lnTo>
                  <a:pt x="17627" y="7239"/>
                </a:lnTo>
                <a:lnTo>
                  <a:pt x="17437" y="6477"/>
                </a:lnTo>
                <a:lnTo>
                  <a:pt x="17056" y="5613"/>
                </a:lnTo>
                <a:lnTo>
                  <a:pt x="16865" y="4851"/>
                </a:lnTo>
                <a:lnTo>
                  <a:pt x="1054" y="4851"/>
                </a:lnTo>
                <a:lnTo>
                  <a:pt x="673" y="5613"/>
                </a:lnTo>
                <a:lnTo>
                  <a:pt x="381" y="6477"/>
                </a:lnTo>
                <a:lnTo>
                  <a:pt x="101" y="7239"/>
                </a:lnTo>
                <a:lnTo>
                  <a:pt x="0" y="8089"/>
                </a:lnTo>
                <a:lnTo>
                  <a:pt x="0" y="9042"/>
                </a:lnTo>
                <a:lnTo>
                  <a:pt x="0" y="9804"/>
                </a:lnTo>
                <a:lnTo>
                  <a:pt x="101" y="10668"/>
                </a:lnTo>
                <a:lnTo>
                  <a:pt x="381" y="11518"/>
                </a:lnTo>
                <a:lnTo>
                  <a:pt x="673" y="12280"/>
                </a:lnTo>
                <a:lnTo>
                  <a:pt x="1054" y="13042"/>
                </a:lnTo>
                <a:lnTo>
                  <a:pt x="1422" y="13804"/>
                </a:lnTo>
                <a:lnTo>
                  <a:pt x="16281" y="13804"/>
                </a:lnTo>
                <a:lnTo>
                  <a:pt x="16865" y="13042"/>
                </a:lnTo>
                <a:lnTo>
                  <a:pt x="17056" y="12280"/>
                </a:lnTo>
                <a:lnTo>
                  <a:pt x="17437" y="11518"/>
                </a:lnTo>
                <a:lnTo>
                  <a:pt x="17627" y="10668"/>
                </a:lnTo>
                <a:lnTo>
                  <a:pt x="17716" y="9804"/>
                </a:lnTo>
                <a:lnTo>
                  <a:pt x="17716" y="9042"/>
                </a:lnTo>
                <a:lnTo>
                  <a:pt x="17716" y="8089"/>
                </a:lnTo>
                <a:close/>
              </a:path>
            </a:pathLst>
          </a:custGeom>
          <a:solidFill>
            <a:srgbClr val="000000"/>
          </a:solidFill>
        </p:spPr>
        <p:txBody>
          <a:bodyPr wrap="square" lIns="0" tIns="0" rIns="0" bIns="0" rtlCol="0"/>
          <a:lstStyle/>
          <a:p>
            <a:endParaRPr/>
          </a:p>
        </p:txBody>
      </p:sp>
      <p:sp>
        <p:nvSpPr>
          <p:cNvPr id="548" name="object 91">
            <a:extLst>
              <a:ext uri="{FF2B5EF4-FFF2-40B4-BE49-F238E27FC236}">
                <a16:creationId xmlns:a16="http://schemas.microsoft.com/office/drawing/2014/main" id="{619E401B-B6E8-D9B3-1445-A047DA9E6783}"/>
              </a:ext>
            </a:extLst>
          </p:cNvPr>
          <p:cNvSpPr/>
          <p:nvPr/>
        </p:nvSpPr>
        <p:spPr>
          <a:xfrm>
            <a:off x="6508613" y="2853494"/>
            <a:ext cx="32031" cy="33113"/>
          </a:xfrm>
          <a:custGeom>
            <a:avLst/>
            <a:gdLst/>
            <a:ahLst/>
            <a:cxnLst/>
            <a:rect l="l" t="t" r="r" b="b"/>
            <a:pathLst>
              <a:path w="17779" h="18415">
                <a:moveTo>
                  <a:pt x="0" y="9048"/>
                </a:moveTo>
                <a:lnTo>
                  <a:pt x="8382" y="0"/>
                </a:lnTo>
                <a:lnTo>
                  <a:pt x="10191" y="190"/>
                </a:lnTo>
                <a:lnTo>
                  <a:pt x="17716" y="8096"/>
                </a:lnTo>
                <a:lnTo>
                  <a:pt x="17716" y="9810"/>
                </a:lnTo>
                <a:lnTo>
                  <a:pt x="8382" y="17906"/>
                </a:lnTo>
                <a:lnTo>
                  <a:pt x="6762" y="17621"/>
                </a:lnTo>
                <a:lnTo>
                  <a:pt x="0" y="9048"/>
                </a:lnTo>
                <a:close/>
              </a:path>
            </a:pathLst>
          </a:custGeom>
          <a:ln w="4762">
            <a:solidFill>
              <a:srgbClr val="000000"/>
            </a:solidFill>
          </a:ln>
        </p:spPr>
        <p:txBody>
          <a:bodyPr wrap="square" lIns="0" tIns="0" rIns="0" bIns="0" rtlCol="0"/>
          <a:lstStyle/>
          <a:p>
            <a:endParaRPr/>
          </a:p>
        </p:txBody>
      </p:sp>
      <p:sp>
        <p:nvSpPr>
          <p:cNvPr id="549" name="object 92">
            <a:extLst>
              <a:ext uri="{FF2B5EF4-FFF2-40B4-BE49-F238E27FC236}">
                <a16:creationId xmlns:a16="http://schemas.microsoft.com/office/drawing/2014/main" id="{DE166390-26A4-8651-E99B-21B5A5BE9567}"/>
              </a:ext>
            </a:extLst>
          </p:cNvPr>
          <p:cNvSpPr/>
          <p:nvPr/>
        </p:nvSpPr>
        <p:spPr>
          <a:xfrm>
            <a:off x="6508613" y="2853836"/>
            <a:ext cx="32031" cy="31971"/>
          </a:xfrm>
          <a:custGeom>
            <a:avLst/>
            <a:gdLst/>
            <a:ahLst/>
            <a:cxnLst/>
            <a:rect l="l" t="t" r="r" b="b"/>
            <a:pathLst>
              <a:path w="17779" h="17780">
                <a:moveTo>
                  <a:pt x="17716" y="8858"/>
                </a:moveTo>
                <a:lnTo>
                  <a:pt x="8858" y="0"/>
                </a:lnTo>
                <a:lnTo>
                  <a:pt x="7334" y="95"/>
                </a:lnTo>
                <a:lnTo>
                  <a:pt x="0" y="8858"/>
                </a:lnTo>
                <a:lnTo>
                  <a:pt x="95" y="10382"/>
                </a:lnTo>
                <a:lnTo>
                  <a:pt x="8858" y="17716"/>
                </a:lnTo>
                <a:lnTo>
                  <a:pt x="10382" y="17525"/>
                </a:lnTo>
                <a:lnTo>
                  <a:pt x="17716" y="8858"/>
                </a:lnTo>
                <a:close/>
              </a:path>
            </a:pathLst>
          </a:custGeom>
          <a:ln w="4762">
            <a:solidFill>
              <a:srgbClr val="000000"/>
            </a:solidFill>
          </a:ln>
        </p:spPr>
        <p:txBody>
          <a:bodyPr wrap="square" lIns="0" tIns="0" rIns="0" bIns="0" rtlCol="0"/>
          <a:lstStyle/>
          <a:p>
            <a:endParaRPr/>
          </a:p>
        </p:txBody>
      </p:sp>
      <p:sp>
        <p:nvSpPr>
          <p:cNvPr id="550" name="object 93">
            <a:extLst>
              <a:ext uri="{FF2B5EF4-FFF2-40B4-BE49-F238E27FC236}">
                <a16:creationId xmlns:a16="http://schemas.microsoft.com/office/drawing/2014/main" id="{63F6BAFF-0578-91C9-192B-F10DCC2726DF}"/>
              </a:ext>
            </a:extLst>
          </p:cNvPr>
          <p:cNvSpPr/>
          <p:nvPr/>
        </p:nvSpPr>
        <p:spPr>
          <a:xfrm>
            <a:off x="6337193" y="2853505"/>
            <a:ext cx="32031" cy="33113"/>
          </a:xfrm>
          <a:custGeom>
            <a:avLst/>
            <a:gdLst/>
            <a:ahLst/>
            <a:cxnLst/>
            <a:rect l="l" t="t" r="r" b="b"/>
            <a:pathLst>
              <a:path w="17779" h="18415">
                <a:moveTo>
                  <a:pt x="10756" y="17614"/>
                </a:moveTo>
                <a:lnTo>
                  <a:pt x="6756" y="17614"/>
                </a:lnTo>
                <a:lnTo>
                  <a:pt x="7899" y="17716"/>
                </a:lnTo>
                <a:lnTo>
                  <a:pt x="8382" y="17907"/>
                </a:lnTo>
                <a:lnTo>
                  <a:pt x="10185" y="17716"/>
                </a:lnTo>
                <a:lnTo>
                  <a:pt x="10756" y="17614"/>
                </a:lnTo>
                <a:close/>
              </a:path>
              <a:path w="17779" h="18415">
                <a:moveTo>
                  <a:pt x="10756" y="279"/>
                </a:moveTo>
                <a:lnTo>
                  <a:pt x="10185" y="190"/>
                </a:lnTo>
                <a:lnTo>
                  <a:pt x="8382" y="0"/>
                </a:lnTo>
                <a:lnTo>
                  <a:pt x="7899" y="190"/>
                </a:lnTo>
                <a:lnTo>
                  <a:pt x="10756" y="279"/>
                </a:lnTo>
                <a:close/>
              </a:path>
              <a:path w="17779" h="18415">
                <a:moveTo>
                  <a:pt x="12471" y="17043"/>
                </a:moveTo>
                <a:lnTo>
                  <a:pt x="5143" y="17043"/>
                </a:lnTo>
                <a:lnTo>
                  <a:pt x="6083" y="17424"/>
                </a:lnTo>
                <a:lnTo>
                  <a:pt x="11798" y="17424"/>
                </a:lnTo>
                <a:lnTo>
                  <a:pt x="12471" y="17043"/>
                </a:lnTo>
                <a:close/>
              </a:path>
              <a:path w="17779" h="18415">
                <a:moveTo>
                  <a:pt x="13995" y="16192"/>
                </a:moveTo>
                <a:lnTo>
                  <a:pt x="3708" y="16192"/>
                </a:lnTo>
                <a:lnTo>
                  <a:pt x="4470" y="16662"/>
                </a:lnTo>
                <a:lnTo>
                  <a:pt x="13322" y="16662"/>
                </a:lnTo>
                <a:lnTo>
                  <a:pt x="13995" y="16192"/>
                </a:lnTo>
                <a:close/>
              </a:path>
              <a:path w="17779" h="18415">
                <a:moveTo>
                  <a:pt x="13995" y="1714"/>
                </a:moveTo>
                <a:lnTo>
                  <a:pt x="13322" y="1231"/>
                </a:lnTo>
                <a:lnTo>
                  <a:pt x="12471" y="762"/>
                </a:lnTo>
                <a:lnTo>
                  <a:pt x="11798" y="571"/>
                </a:lnTo>
                <a:lnTo>
                  <a:pt x="10756" y="279"/>
                </a:lnTo>
                <a:lnTo>
                  <a:pt x="6756" y="279"/>
                </a:lnTo>
                <a:lnTo>
                  <a:pt x="6083" y="571"/>
                </a:lnTo>
                <a:lnTo>
                  <a:pt x="5143" y="762"/>
                </a:lnTo>
                <a:lnTo>
                  <a:pt x="4470" y="1231"/>
                </a:lnTo>
                <a:lnTo>
                  <a:pt x="3708" y="1714"/>
                </a:lnTo>
                <a:lnTo>
                  <a:pt x="13995" y="1714"/>
                </a:lnTo>
                <a:close/>
              </a:path>
              <a:path w="17779" h="18415">
                <a:moveTo>
                  <a:pt x="15138" y="2755"/>
                </a:moveTo>
                <a:lnTo>
                  <a:pt x="14668" y="2184"/>
                </a:lnTo>
                <a:lnTo>
                  <a:pt x="3048" y="2184"/>
                </a:lnTo>
                <a:lnTo>
                  <a:pt x="2374" y="2755"/>
                </a:lnTo>
                <a:lnTo>
                  <a:pt x="15138" y="2755"/>
                </a:lnTo>
                <a:close/>
              </a:path>
              <a:path w="17779" h="18415">
                <a:moveTo>
                  <a:pt x="15811" y="14478"/>
                </a:moveTo>
                <a:lnTo>
                  <a:pt x="1803" y="14478"/>
                </a:lnTo>
                <a:lnTo>
                  <a:pt x="2374" y="15138"/>
                </a:lnTo>
                <a:lnTo>
                  <a:pt x="15138" y="15138"/>
                </a:lnTo>
                <a:lnTo>
                  <a:pt x="15811" y="14478"/>
                </a:lnTo>
                <a:close/>
              </a:path>
              <a:path w="17779" h="18415">
                <a:moveTo>
                  <a:pt x="16662" y="4851"/>
                </a:moveTo>
                <a:lnTo>
                  <a:pt x="16281" y="4191"/>
                </a:lnTo>
                <a:lnTo>
                  <a:pt x="15811" y="3429"/>
                </a:lnTo>
                <a:lnTo>
                  <a:pt x="1803" y="3429"/>
                </a:lnTo>
                <a:lnTo>
                  <a:pt x="1422" y="4191"/>
                </a:lnTo>
                <a:lnTo>
                  <a:pt x="952" y="4851"/>
                </a:lnTo>
                <a:lnTo>
                  <a:pt x="16662" y="4851"/>
                </a:lnTo>
                <a:close/>
              </a:path>
              <a:path w="17779" h="18415">
                <a:moveTo>
                  <a:pt x="17703" y="8089"/>
                </a:moveTo>
                <a:lnTo>
                  <a:pt x="17614" y="7239"/>
                </a:lnTo>
                <a:lnTo>
                  <a:pt x="17335" y="6477"/>
                </a:lnTo>
                <a:lnTo>
                  <a:pt x="17043" y="5613"/>
                </a:lnTo>
                <a:lnTo>
                  <a:pt x="571" y="5613"/>
                </a:lnTo>
                <a:lnTo>
                  <a:pt x="279" y="6477"/>
                </a:lnTo>
                <a:lnTo>
                  <a:pt x="88" y="7239"/>
                </a:lnTo>
                <a:lnTo>
                  <a:pt x="0" y="8089"/>
                </a:lnTo>
                <a:lnTo>
                  <a:pt x="0" y="9042"/>
                </a:lnTo>
                <a:lnTo>
                  <a:pt x="0" y="9804"/>
                </a:lnTo>
                <a:lnTo>
                  <a:pt x="1422" y="13804"/>
                </a:lnTo>
                <a:lnTo>
                  <a:pt x="16281" y="13804"/>
                </a:lnTo>
                <a:lnTo>
                  <a:pt x="16662" y="13042"/>
                </a:lnTo>
                <a:lnTo>
                  <a:pt x="17043" y="12280"/>
                </a:lnTo>
                <a:lnTo>
                  <a:pt x="17335" y="11518"/>
                </a:lnTo>
                <a:lnTo>
                  <a:pt x="17614" y="10668"/>
                </a:lnTo>
                <a:lnTo>
                  <a:pt x="17703" y="9804"/>
                </a:lnTo>
                <a:lnTo>
                  <a:pt x="17703" y="9042"/>
                </a:lnTo>
                <a:lnTo>
                  <a:pt x="17703" y="8089"/>
                </a:lnTo>
                <a:close/>
              </a:path>
            </a:pathLst>
          </a:custGeom>
          <a:solidFill>
            <a:srgbClr val="000000"/>
          </a:solidFill>
        </p:spPr>
        <p:txBody>
          <a:bodyPr wrap="square" lIns="0" tIns="0" rIns="0" bIns="0" rtlCol="0"/>
          <a:lstStyle/>
          <a:p>
            <a:endParaRPr/>
          </a:p>
        </p:txBody>
      </p:sp>
      <p:sp>
        <p:nvSpPr>
          <p:cNvPr id="551" name="object 94">
            <a:extLst>
              <a:ext uri="{FF2B5EF4-FFF2-40B4-BE49-F238E27FC236}">
                <a16:creationId xmlns:a16="http://schemas.microsoft.com/office/drawing/2014/main" id="{3FAB01A2-671B-E62B-2045-C65CA36A9AF1}"/>
              </a:ext>
            </a:extLst>
          </p:cNvPr>
          <p:cNvSpPr/>
          <p:nvPr/>
        </p:nvSpPr>
        <p:spPr>
          <a:xfrm>
            <a:off x="6337191" y="2853494"/>
            <a:ext cx="32031" cy="33113"/>
          </a:xfrm>
          <a:custGeom>
            <a:avLst/>
            <a:gdLst/>
            <a:ahLst/>
            <a:cxnLst/>
            <a:rect l="l" t="t" r="r" b="b"/>
            <a:pathLst>
              <a:path w="17779" h="18415">
                <a:moveTo>
                  <a:pt x="0" y="9048"/>
                </a:moveTo>
                <a:lnTo>
                  <a:pt x="8382" y="0"/>
                </a:lnTo>
                <a:lnTo>
                  <a:pt x="10191" y="190"/>
                </a:lnTo>
                <a:lnTo>
                  <a:pt x="17716" y="8096"/>
                </a:lnTo>
                <a:lnTo>
                  <a:pt x="17716" y="9810"/>
                </a:lnTo>
                <a:lnTo>
                  <a:pt x="8382" y="17906"/>
                </a:lnTo>
                <a:lnTo>
                  <a:pt x="6762" y="17621"/>
                </a:lnTo>
                <a:lnTo>
                  <a:pt x="0" y="9048"/>
                </a:lnTo>
                <a:close/>
              </a:path>
            </a:pathLst>
          </a:custGeom>
          <a:ln w="4762">
            <a:solidFill>
              <a:srgbClr val="000000"/>
            </a:solidFill>
          </a:ln>
        </p:spPr>
        <p:txBody>
          <a:bodyPr wrap="square" lIns="0" tIns="0" rIns="0" bIns="0" rtlCol="0"/>
          <a:lstStyle/>
          <a:p>
            <a:endParaRPr/>
          </a:p>
        </p:txBody>
      </p:sp>
      <p:sp>
        <p:nvSpPr>
          <p:cNvPr id="552" name="object 95">
            <a:extLst>
              <a:ext uri="{FF2B5EF4-FFF2-40B4-BE49-F238E27FC236}">
                <a16:creationId xmlns:a16="http://schemas.microsoft.com/office/drawing/2014/main" id="{A9B47B60-613C-E053-7C32-68B2BDB31EE4}"/>
              </a:ext>
            </a:extLst>
          </p:cNvPr>
          <p:cNvSpPr/>
          <p:nvPr/>
        </p:nvSpPr>
        <p:spPr>
          <a:xfrm>
            <a:off x="6337191" y="2853836"/>
            <a:ext cx="32031" cy="31971"/>
          </a:xfrm>
          <a:custGeom>
            <a:avLst/>
            <a:gdLst/>
            <a:ahLst/>
            <a:cxnLst/>
            <a:rect l="l" t="t" r="r" b="b"/>
            <a:pathLst>
              <a:path w="17779" h="17780">
                <a:moveTo>
                  <a:pt x="17716" y="8858"/>
                </a:moveTo>
                <a:lnTo>
                  <a:pt x="8858" y="0"/>
                </a:lnTo>
                <a:lnTo>
                  <a:pt x="7334" y="95"/>
                </a:lnTo>
                <a:lnTo>
                  <a:pt x="0" y="8858"/>
                </a:lnTo>
                <a:lnTo>
                  <a:pt x="95" y="10382"/>
                </a:lnTo>
                <a:lnTo>
                  <a:pt x="8858" y="17716"/>
                </a:lnTo>
                <a:lnTo>
                  <a:pt x="10382" y="17525"/>
                </a:lnTo>
                <a:lnTo>
                  <a:pt x="17716" y="8858"/>
                </a:lnTo>
                <a:close/>
              </a:path>
            </a:pathLst>
          </a:custGeom>
          <a:ln w="4762">
            <a:solidFill>
              <a:srgbClr val="000000"/>
            </a:solidFill>
          </a:ln>
        </p:spPr>
        <p:txBody>
          <a:bodyPr wrap="square" lIns="0" tIns="0" rIns="0" bIns="0" rtlCol="0"/>
          <a:lstStyle/>
          <a:p>
            <a:endParaRPr/>
          </a:p>
        </p:txBody>
      </p:sp>
      <p:sp>
        <p:nvSpPr>
          <p:cNvPr id="553" name="object 96">
            <a:extLst>
              <a:ext uri="{FF2B5EF4-FFF2-40B4-BE49-F238E27FC236}">
                <a16:creationId xmlns:a16="http://schemas.microsoft.com/office/drawing/2014/main" id="{0E5F4D52-13A0-1C5E-888F-6ECECB2ADAAD}"/>
              </a:ext>
            </a:extLst>
          </p:cNvPr>
          <p:cNvSpPr/>
          <p:nvPr/>
        </p:nvSpPr>
        <p:spPr>
          <a:xfrm>
            <a:off x="6165760" y="2853505"/>
            <a:ext cx="32031" cy="33113"/>
          </a:xfrm>
          <a:custGeom>
            <a:avLst/>
            <a:gdLst/>
            <a:ahLst/>
            <a:cxnLst/>
            <a:rect l="l" t="t" r="r" b="b"/>
            <a:pathLst>
              <a:path w="17780" h="18415">
                <a:moveTo>
                  <a:pt x="10096" y="17716"/>
                </a:moveTo>
                <a:lnTo>
                  <a:pt x="7810" y="17716"/>
                </a:lnTo>
                <a:lnTo>
                  <a:pt x="8382" y="17907"/>
                </a:lnTo>
                <a:lnTo>
                  <a:pt x="10096" y="17716"/>
                </a:lnTo>
                <a:close/>
              </a:path>
              <a:path w="17780" h="18415">
                <a:moveTo>
                  <a:pt x="10756" y="279"/>
                </a:moveTo>
                <a:lnTo>
                  <a:pt x="10096" y="190"/>
                </a:lnTo>
                <a:lnTo>
                  <a:pt x="8382" y="0"/>
                </a:lnTo>
                <a:lnTo>
                  <a:pt x="7810" y="190"/>
                </a:lnTo>
                <a:lnTo>
                  <a:pt x="10756" y="279"/>
                </a:lnTo>
                <a:close/>
              </a:path>
              <a:path w="17780" h="18415">
                <a:moveTo>
                  <a:pt x="12382" y="17043"/>
                </a:moveTo>
                <a:lnTo>
                  <a:pt x="5054" y="17043"/>
                </a:lnTo>
                <a:lnTo>
                  <a:pt x="5994" y="17424"/>
                </a:lnTo>
                <a:lnTo>
                  <a:pt x="6769" y="17614"/>
                </a:lnTo>
                <a:lnTo>
                  <a:pt x="10756" y="17614"/>
                </a:lnTo>
                <a:lnTo>
                  <a:pt x="11709" y="17424"/>
                </a:lnTo>
                <a:lnTo>
                  <a:pt x="12382" y="17043"/>
                </a:lnTo>
                <a:close/>
              </a:path>
              <a:path w="17780" h="18415">
                <a:moveTo>
                  <a:pt x="13906" y="1714"/>
                </a:moveTo>
                <a:lnTo>
                  <a:pt x="13335" y="1231"/>
                </a:lnTo>
                <a:lnTo>
                  <a:pt x="12382" y="762"/>
                </a:lnTo>
                <a:lnTo>
                  <a:pt x="11709" y="571"/>
                </a:lnTo>
                <a:lnTo>
                  <a:pt x="10756" y="279"/>
                </a:lnTo>
                <a:lnTo>
                  <a:pt x="6769" y="279"/>
                </a:lnTo>
                <a:lnTo>
                  <a:pt x="5994" y="571"/>
                </a:lnTo>
                <a:lnTo>
                  <a:pt x="5054" y="762"/>
                </a:lnTo>
                <a:lnTo>
                  <a:pt x="4470" y="1231"/>
                </a:lnTo>
                <a:lnTo>
                  <a:pt x="3708" y="1714"/>
                </a:lnTo>
                <a:lnTo>
                  <a:pt x="13906" y="1714"/>
                </a:lnTo>
                <a:close/>
              </a:path>
              <a:path w="17780" h="18415">
                <a:moveTo>
                  <a:pt x="15151" y="15138"/>
                </a:moveTo>
                <a:lnTo>
                  <a:pt x="2387" y="15138"/>
                </a:lnTo>
                <a:lnTo>
                  <a:pt x="3048" y="15709"/>
                </a:lnTo>
                <a:lnTo>
                  <a:pt x="3708" y="16192"/>
                </a:lnTo>
                <a:lnTo>
                  <a:pt x="4470" y="16662"/>
                </a:lnTo>
                <a:lnTo>
                  <a:pt x="13335" y="16662"/>
                </a:lnTo>
                <a:lnTo>
                  <a:pt x="13906" y="16192"/>
                </a:lnTo>
                <a:lnTo>
                  <a:pt x="14579" y="15709"/>
                </a:lnTo>
                <a:lnTo>
                  <a:pt x="15151" y="15138"/>
                </a:lnTo>
                <a:close/>
              </a:path>
              <a:path w="17780" h="18415">
                <a:moveTo>
                  <a:pt x="15811" y="3429"/>
                </a:moveTo>
                <a:lnTo>
                  <a:pt x="15151" y="2755"/>
                </a:lnTo>
                <a:lnTo>
                  <a:pt x="14579" y="2184"/>
                </a:lnTo>
                <a:lnTo>
                  <a:pt x="3048" y="2184"/>
                </a:lnTo>
                <a:lnTo>
                  <a:pt x="2387" y="2755"/>
                </a:lnTo>
                <a:lnTo>
                  <a:pt x="1803" y="3429"/>
                </a:lnTo>
                <a:lnTo>
                  <a:pt x="15811" y="3429"/>
                </a:lnTo>
                <a:close/>
              </a:path>
              <a:path w="17780" h="18415">
                <a:moveTo>
                  <a:pt x="16675" y="4851"/>
                </a:moveTo>
                <a:lnTo>
                  <a:pt x="16192" y="4191"/>
                </a:lnTo>
                <a:lnTo>
                  <a:pt x="1231" y="4191"/>
                </a:lnTo>
                <a:lnTo>
                  <a:pt x="952" y="4851"/>
                </a:lnTo>
                <a:lnTo>
                  <a:pt x="16675" y="4851"/>
                </a:lnTo>
                <a:close/>
              </a:path>
              <a:path w="17780" h="18415">
                <a:moveTo>
                  <a:pt x="17614" y="8089"/>
                </a:moveTo>
                <a:lnTo>
                  <a:pt x="17526" y="7239"/>
                </a:lnTo>
                <a:lnTo>
                  <a:pt x="17335" y="6477"/>
                </a:lnTo>
                <a:lnTo>
                  <a:pt x="17043" y="5613"/>
                </a:lnTo>
                <a:lnTo>
                  <a:pt x="482" y="5613"/>
                </a:lnTo>
                <a:lnTo>
                  <a:pt x="292" y="6477"/>
                </a:lnTo>
                <a:lnTo>
                  <a:pt x="88" y="7239"/>
                </a:lnTo>
                <a:lnTo>
                  <a:pt x="0" y="8089"/>
                </a:lnTo>
                <a:lnTo>
                  <a:pt x="0" y="9042"/>
                </a:lnTo>
                <a:lnTo>
                  <a:pt x="0" y="9804"/>
                </a:lnTo>
                <a:lnTo>
                  <a:pt x="88" y="10668"/>
                </a:lnTo>
                <a:lnTo>
                  <a:pt x="292" y="11518"/>
                </a:lnTo>
                <a:lnTo>
                  <a:pt x="482" y="12280"/>
                </a:lnTo>
                <a:lnTo>
                  <a:pt x="952" y="13042"/>
                </a:lnTo>
                <a:lnTo>
                  <a:pt x="1231" y="13804"/>
                </a:lnTo>
                <a:lnTo>
                  <a:pt x="16192" y="13804"/>
                </a:lnTo>
                <a:lnTo>
                  <a:pt x="16675" y="13042"/>
                </a:lnTo>
                <a:lnTo>
                  <a:pt x="17043" y="12280"/>
                </a:lnTo>
                <a:lnTo>
                  <a:pt x="17335" y="11518"/>
                </a:lnTo>
                <a:lnTo>
                  <a:pt x="17526" y="10668"/>
                </a:lnTo>
                <a:lnTo>
                  <a:pt x="17614" y="9804"/>
                </a:lnTo>
                <a:lnTo>
                  <a:pt x="17614" y="9042"/>
                </a:lnTo>
                <a:lnTo>
                  <a:pt x="17614" y="8089"/>
                </a:lnTo>
                <a:close/>
              </a:path>
            </a:pathLst>
          </a:custGeom>
          <a:solidFill>
            <a:srgbClr val="000000"/>
          </a:solidFill>
        </p:spPr>
        <p:txBody>
          <a:bodyPr wrap="square" lIns="0" tIns="0" rIns="0" bIns="0" rtlCol="0"/>
          <a:lstStyle/>
          <a:p>
            <a:endParaRPr/>
          </a:p>
        </p:txBody>
      </p:sp>
      <p:sp>
        <p:nvSpPr>
          <p:cNvPr id="554" name="object 97">
            <a:extLst>
              <a:ext uri="{FF2B5EF4-FFF2-40B4-BE49-F238E27FC236}">
                <a16:creationId xmlns:a16="http://schemas.microsoft.com/office/drawing/2014/main" id="{E6B2241E-4979-4D5F-936F-257A4D1C2440}"/>
              </a:ext>
            </a:extLst>
          </p:cNvPr>
          <p:cNvSpPr/>
          <p:nvPr/>
        </p:nvSpPr>
        <p:spPr>
          <a:xfrm>
            <a:off x="6165771" y="2853494"/>
            <a:ext cx="32031" cy="33113"/>
          </a:xfrm>
          <a:custGeom>
            <a:avLst/>
            <a:gdLst/>
            <a:ahLst/>
            <a:cxnLst/>
            <a:rect l="l" t="t" r="r" b="b"/>
            <a:pathLst>
              <a:path w="17780" h="18415">
                <a:moveTo>
                  <a:pt x="0" y="9048"/>
                </a:moveTo>
                <a:lnTo>
                  <a:pt x="8382" y="0"/>
                </a:lnTo>
                <a:lnTo>
                  <a:pt x="10191" y="190"/>
                </a:lnTo>
                <a:lnTo>
                  <a:pt x="17716" y="8096"/>
                </a:lnTo>
                <a:lnTo>
                  <a:pt x="17716" y="9810"/>
                </a:lnTo>
                <a:lnTo>
                  <a:pt x="8382" y="17906"/>
                </a:lnTo>
                <a:lnTo>
                  <a:pt x="6762" y="17621"/>
                </a:lnTo>
                <a:lnTo>
                  <a:pt x="0" y="9048"/>
                </a:lnTo>
                <a:close/>
              </a:path>
            </a:pathLst>
          </a:custGeom>
          <a:ln w="4762">
            <a:solidFill>
              <a:srgbClr val="000000"/>
            </a:solidFill>
          </a:ln>
        </p:spPr>
        <p:txBody>
          <a:bodyPr wrap="square" lIns="0" tIns="0" rIns="0" bIns="0" rtlCol="0"/>
          <a:lstStyle/>
          <a:p>
            <a:endParaRPr/>
          </a:p>
        </p:txBody>
      </p:sp>
      <p:sp>
        <p:nvSpPr>
          <p:cNvPr id="555" name="object 98">
            <a:extLst>
              <a:ext uri="{FF2B5EF4-FFF2-40B4-BE49-F238E27FC236}">
                <a16:creationId xmlns:a16="http://schemas.microsoft.com/office/drawing/2014/main" id="{879063B8-0AA4-4EE8-54E1-01A1FF6FBBE5}"/>
              </a:ext>
            </a:extLst>
          </p:cNvPr>
          <p:cNvSpPr/>
          <p:nvPr/>
        </p:nvSpPr>
        <p:spPr>
          <a:xfrm>
            <a:off x="6165598" y="2853836"/>
            <a:ext cx="32031" cy="31971"/>
          </a:xfrm>
          <a:custGeom>
            <a:avLst/>
            <a:gdLst/>
            <a:ahLst/>
            <a:cxnLst/>
            <a:rect l="l" t="t" r="r" b="b"/>
            <a:pathLst>
              <a:path w="17780" h="17780">
                <a:moveTo>
                  <a:pt x="17716" y="8858"/>
                </a:moveTo>
                <a:lnTo>
                  <a:pt x="8858" y="0"/>
                </a:lnTo>
                <a:lnTo>
                  <a:pt x="7334" y="95"/>
                </a:lnTo>
                <a:lnTo>
                  <a:pt x="0" y="8858"/>
                </a:lnTo>
                <a:lnTo>
                  <a:pt x="95" y="10382"/>
                </a:lnTo>
                <a:lnTo>
                  <a:pt x="8858" y="17716"/>
                </a:lnTo>
                <a:lnTo>
                  <a:pt x="10382" y="17525"/>
                </a:lnTo>
                <a:lnTo>
                  <a:pt x="17716" y="8858"/>
                </a:lnTo>
                <a:close/>
              </a:path>
            </a:pathLst>
          </a:custGeom>
          <a:ln w="4762">
            <a:solidFill>
              <a:srgbClr val="000000"/>
            </a:solidFill>
          </a:ln>
        </p:spPr>
        <p:txBody>
          <a:bodyPr wrap="square" lIns="0" tIns="0" rIns="0" bIns="0" rtlCol="0"/>
          <a:lstStyle/>
          <a:p>
            <a:endParaRPr/>
          </a:p>
        </p:txBody>
      </p:sp>
      <p:sp>
        <p:nvSpPr>
          <p:cNvPr id="556" name="object 99">
            <a:extLst>
              <a:ext uri="{FF2B5EF4-FFF2-40B4-BE49-F238E27FC236}">
                <a16:creationId xmlns:a16="http://schemas.microsoft.com/office/drawing/2014/main" id="{D3B87464-5BF6-007C-C307-FF743BC41C12}"/>
              </a:ext>
            </a:extLst>
          </p:cNvPr>
          <p:cNvSpPr/>
          <p:nvPr/>
        </p:nvSpPr>
        <p:spPr>
          <a:xfrm>
            <a:off x="4324221" y="2707054"/>
            <a:ext cx="1158825" cy="11418"/>
          </a:xfrm>
          <a:custGeom>
            <a:avLst/>
            <a:gdLst/>
            <a:ahLst/>
            <a:cxnLst/>
            <a:rect l="l" t="t" r="r" b="b"/>
            <a:pathLst>
              <a:path w="643255" h="6350">
                <a:moveTo>
                  <a:pt x="643128" y="0"/>
                </a:moveTo>
                <a:lnTo>
                  <a:pt x="0" y="0"/>
                </a:lnTo>
                <a:lnTo>
                  <a:pt x="0" y="5905"/>
                </a:lnTo>
                <a:lnTo>
                  <a:pt x="643128" y="5905"/>
                </a:lnTo>
                <a:lnTo>
                  <a:pt x="643128" y="0"/>
                </a:lnTo>
                <a:close/>
              </a:path>
            </a:pathLst>
          </a:custGeom>
          <a:solidFill>
            <a:srgbClr val="000000"/>
          </a:solidFill>
        </p:spPr>
        <p:txBody>
          <a:bodyPr wrap="square" lIns="0" tIns="0" rIns="0" bIns="0" rtlCol="0"/>
          <a:lstStyle/>
          <a:p>
            <a:endParaRPr/>
          </a:p>
        </p:txBody>
      </p:sp>
      <p:sp>
        <p:nvSpPr>
          <p:cNvPr id="557" name="object 100">
            <a:extLst>
              <a:ext uri="{FF2B5EF4-FFF2-40B4-BE49-F238E27FC236}">
                <a16:creationId xmlns:a16="http://schemas.microsoft.com/office/drawing/2014/main" id="{69A779AD-E38F-1E4E-6D18-DAB752073763}"/>
              </a:ext>
            </a:extLst>
          </p:cNvPr>
          <p:cNvSpPr/>
          <p:nvPr/>
        </p:nvSpPr>
        <p:spPr>
          <a:xfrm>
            <a:off x="4324234" y="2707054"/>
            <a:ext cx="1158825" cy="11418"/>
          </a:xfrm>
          <a:custGeom>
            <a:avLst/>
            <a:gdLst/>
            <a:ahLst/>
            <a:cxnLst/>
            <a:rect l="l" t="t" r="r" b="b"/>
            <a:pathLst>
              <a:path w="643255" h="6350">
                <a:moveTo>
                  <a:pt x="0" y="0"/>
                </a:moveTo>
                <a:lnTo>
                  <a:pt x="0" y="5905"/>
                </a:lnTo>
                <a:lnTo>
                  <a:pt x="643127" y="5905"/>
                </a:lnTo>
                <a:lnTo>
                  <a:pt x="643127" y="0"/>
                </a:lnTo>
                <a:lnTo>
                  <a:pt x="0" y="0"/>
                </a:lnTo>
                <a:close/>
              </a:path>
            </a:pathLst>
          </a:custGeom>
          <a:ln w="4762">
            <a:solidFill>
              <a:srgbClr val="000000"/>
            </a:solidFill>
          </a:ln>
        </p:spPr>
        <p:txBody>
          <a:bodyPr wrap="square" lIns="0" tIns="0" rIns="0" bIns="0" rtlCol="0"/>
          <a:lstStyle/>
          <a:p>
            <a:endParaRPr/>
          </a:p>
        </p:txBody>
      </p:sp>
      <p:sp>
        <p:nvSpPr>
          <p:cNvPr id="558" name="object 101">
            <a:extLst>
              <a:ext uri="{FF2B5EF4-FFF2-40B4-BE49-F238E27FC236}">
                <a16:creationId xmlns:a16="http://schemas.microsoft.com/office/drawing/2014/main" id="{16F305F7-A3B1-273A-8843-CD5DFD1192A9}"/>
              </a:ext>
            </a:extLst>
          </p:cNvPr>
          <p:cNvSpPr/>
          <p:nvPr/>
        </p:nvSpPr>
        <p:spPr>
          <a:xfrm>
            <a:off x="5482820" y="2707054"/>
            <a:ext cx="1158825" cy="11418"/>
          </a:xfrm>
          <a:custGeom>
            <a:avLst/>
            <a:gdLst/>
            <a:ahLst/>
            <a:cxnLst/>
            <a:rect l="l" t="t" r="r" b="b"/>
            <a:pathLst>
              <a:path w="643254" h="6350">
                <a:moveTo>
                  <a:pt x="643128" y="0"/>
                </a:moveTo>
                <a:lnTo>
                  <a:pt x="0" y="0"/>
                </a:lnTo>
                <a:lnTo>
                  <a:pt x="0" y="5905"/>
                </a:lnTo>
                <a:lnTo>
                  <a:pt x="643128" y="5905"/>
                </a:lnTo>
                <a:lnTo>
                  <a:pt x="643128" y="0"/>
                </a:lnTo>
                <a:close/>
              </a:path>
            </a:pathLst>
          </a:custGeom>
          <a:solidFill>
            <a:srgbClr val="000000"/>
          </a:solidFill>
        </p:spPr>
        <p:txBody>
          <a:bodyPr wrap="square" lIns="0" tIns="0" rIns="0" bIns="0" rtlCol="0"/>
          <a:lstStyle/>
          <a:p>
            <a:endParaRPr/>
          </a:p>
        </p:txBody>
      </p:sp>
      <p:sp>
        <p:nvSpPr>
          <p:cNvPr id="559" name="object 102">
            <a:extLst>
              <a:ext uri="{FF2B5EF4-FFF2-40B4-BE49-F238E27FC236}">
                <a16:creationId xmlns:a16="http://schemas.microsoft.com/office/drawing/2014/main" id="{943D0841-603F-782A-8BBF-62C5FE352F77}"/>
              </a:ext>
            </a:extLst>
          </p:cNvPr>
          <p:cNvSpPr/>
          <p:nvPr/>
        </p:nvSpPr>
        <p:spPr>
          <a:xfrm>
            <a:off x="5482830" y="2707054"/>
            <a:ext cx="1158825" cy="11418"/>
          </a:xfrm>
          <a:custGeom>
            <a:avLst/>
            <a:gdLst/>
            <a:ahLst/>
            <a:cxnLst/>
            <a:rect l="l" t="t" r="r" b="b"/>
            <a:pathLst>
              <a:path w="643254" h="6350">
                <a:moveTo>
                  <a:pt x="0" y="0"/>
                </a:moveTo>
                <a:lnTo>
                  <a:pt x="0" y="5905"/>
                </a:lnTo>
                <a:lnTo>
                  <a:pt x="643127" y="5905"/>
                </a:lnTo>
                <a:lnTo>
                  <a:pt x="643127" y="0"/>
                </a:lnTo>
                <a:lnTo>
                  <a:pt x="0" y="0"/>
                </a:lnTo>
                <a:close/>
              </a:path>
            </a:pathLst>
          </a:custGeom>
          <a:ln w="4762">
            <a:solidFill>
              <a:srgbClr val="000000"/>
            </a:solidFill>
          </a:ln>
        </p:spPr>
        <p:txBody>
          <a:bodyPr wrap="square" lIns="0" tIns="0" rIns="0" bIns="0" rtlCol="0"/>
          <a:lstStyle/>
          <a:p>
            <a:endParaRPr/>
          </a:p>
        </p:txBody>
      </p:sp>
      <p:sp>
        <p:nvSpPr>
          <p:cNvPr id="560" name="object 103">
            <a:extLst>
              <a:ext uri="{FF2B5EF4-FFF2-40B4-BE49-F238E27FC236}">
                <a16:creationId xmlns:a16="http://schemas.microsoft.com/office/drawing/2014/main" id="{957B3FC9-232E-8599-513E-9CE70E820D71}"/>
              </a:ext>
            </a:extLst>
          </p:cNvPr>
          <p:cNvSpPr/>
          <p:nvPr/>
        </p:nvSpPr>
        <p:spPr>
          <a:xfrm>
            <a:off x="4669306" y="2795773"/>
            <a:ext cx="85797" cy="206671"/>
          </a:xfrm>
          <a:custGeom>
            <a:avLst/>
            <a:gdLst/>
            <a:ahLst/>
            <a:cxnLst/>
            <a:rect l="l" t="t" r="r" b="b"/>
            <a:pathLst>
              <a:path w="47625" h="114934">
                <a:moveTo>
                  <a:pt x="47339" y="0"/>
                </a:moveTo>
                <a:lnTo>
                  <a:pt x="22859" y="31622"/>
                </a:lnTo>
                <a:lnTo>
                  <a:pt x="6857" y="68199"/>
                </a:lnTo>
                <a:lnTo>
                  <a:pt x="190" y="107823"/>
                </a:lnTo>
                <a:lnTo>
                  <a:pt x="0" y="114490"/>
                </a:lnTo>
              </a:path>
            </a:pathLst>
          </a:custGeom>
          <a:ln w="4762">
            <a:solidFill>
              <a:srgbClr val="000000"/>
            </a:solidFill>
          </a:ln>
        </p:spPr>
        <p:txBody>
          <a:bodyPr wrap="square" lIns="0" tIns="0" rIns="0" bIns="0" rtlCol="0"/>
          <a:lstStyle/>
          <a:p>
            <a:endParaRPr/>
          </a:p>
        </p:txBody>
      </p:sp>
      <p:sp>
        <p:nvSpPr>
          <p:cNvPr id="561" name="object 104">
            <a:extLst>
              <a:ext uri="{FF2B5EF4-FFF2-40B4-BE49-F238E27FC236}">
                <a16:creationId xmlns:a16="http://schemas.microsoft.com/office/drawing/2014/main" id="{1D7266E0-216C-C849-D0EA-0F463442D77C}"/>
              </a:ext>
            </a:extLst>
          </p:cNvPr>
          <p:cNvSpPr txBox="1"/>
          <p:nvPr/>
        </p:nvSpPr>
        <p:spPr>
          <a:xfrm>
            <a:off x="6741472" y="1945625"/>
            <a:ext cx="374073" cy="369952"/>
          </a:xfrm>
          <a:prstGeom prst="rect">
            <a:avLst/>
          </a:prstGeom>
        </p:spPr>
        <p:txBody>
          <a:bodyPr vert="horz" wrap="square" lIns="0" tIns="16510" rIns="0" bIns="0" rtlCol="0">
            <a:spAutoFit/>
          </a:bodyPr>
          <a:lstStyle/>
          <a:p>
            <a:pPr marL="12700">
              <a:lnSpc>
                <a:spcPct val="100000"/>
              </a:lnSpc>
              <a:spcBef>
                <a:spcPts val="130"/>
              </a:spcBef>
            </a:pPr>
            <a:r>
              <a:rPr sz="1150" spc="-25" dirty="0">
                <a:latin typeface="Microsoft Sans Serif"/>
                <a:cs typeface="Microsoft Sans Serif"/>
              </a:rPr>
              <a:t>P2</a:t>
            </a:r>
            <a:endParaRPr sz="1150">
              <a:latin typeface="Microsoft Sans Serif"/>
              <a:cs typeface="Microsoft Sans Serif"/>
            </a:endParaRPr>
          </a:p>
        </p:txBody>
      </p:sp>
      <p:sp>
        <p:nvSpPr>
          <p:cNvPr id="562" name="object 105">
            <a:extLst>
              <a:ext uri="{FF2B5EF4-FFF2-40B4-BE49-F238E27FC236}">
                <a16:creationId xmlns:a16="http://schemas.microsoft.com/office/drawing/2014/main" id="{3B82E3A3-8527-AE93-7202-CF263FC8C92A}"/>
              </a:ext>
            </a:extLst>
          </p:cNvPr>
          <p:cNvSpPr txBox="1"/>
          <p:nvPr/>
        </p:nvSpPr>
        <p:spPr>
          <a:xfrm>
            <a:off x="4842788" y="2735943"/>
            <a:ext cx="287132" cy="237500"/>
          </a:xfrm>
          <a:prstGeom prst="rect">
            <a:avLst/>
          </a:prstGeom>
        </p:spPr>
        <p:txBody>
          <a:bodyPr vert="horz" wrap="square" lIns="0" tIns="12065" rIns="0" bIns="0" rtlCol="0">
            <a:spAutoFit/>
          </a:bodyPr>
          <a:lstStyle/>
          <a:p>
            <a:pPr marL="12700">
              <a:lnSpc>
                <a:spcPct val="100000"/>
              </a:lnSpc>
              <a:spcBef>
                <a:spcPts val="95"/>
              </a:spcBef>
            </a:pPr>
            <a:r>
              <a:rPr sz="700" spc="-25" dirty="0">
                <a:latin typeface="Microsoft Sans Serif"/>
                <a:cs typeface="Microsoft Sans Serif"/>
              </a:rPr>
              <a:t>45°</a:t>
            </a:r>
            <a:endParaRPr sz="700">
              <a:latin typeface="Microsoft Sans Serif"/>
              <a:cs typeface="Microsoft Sans Serif"/>
            </a:endParaRPr>
          </a:p>
        </p:txBody>
      </p:sp>
      <p:sp>
        <p:nvSpPr>
          <p:cNvPr id="564" name="object 107">
            <a:extLst>
              <a:ext uri="{FF2B5EF4-FFF2-40B4-BE49-F238E27FC236}">
                <a16:creationId xmlns:a16="http://schemas.microsoft.com/office/drawing/2014/main" id="{BB97DC11-0FA8-42F4-EF1D-0AFFE2137FED}"/>
              </a:ext>
            </a:extLst>
          </p:cNvPr>
          <p:cNvSpPr/>
          <p:nvPr/>
        </p:nvSpPr>
        <p:spPr>
          <a:xfrm>
            <a:off x="3622590" y="2604975"/>
            <a:ext cx="3723570" cy="400781"/>
          </a:xfrm>
          <a:custGeom>
            <a:avLst/>
            <a:gdLst/>
            <a:ahLst/>
            <a:cxnLst/>
            <a:rect l="l" t="t" r="r" b="b"/>
            <a:pathLst>
              <a:path w="2066925" h="222884">
                <a:moveTo>
                  <a:pt x="1524" y="220980"/>
                </a:moveTo>
                <a:lnTo>
                  <a:pt x="0" y="220980"/>
                </a:lnTo>
                <a:lnTo>
                  <a:pt x="0" y="222504"/>
                </a:lnTo>
                <a:lnTo>
                  <a:pt x="1524" y="222504"/>
                </a:lnTo>
                <a:lnTo>
                  <a:pt x="1524" y="220980"/>
                </a:lnTo>
                <a:close/>
              </a:path>
              <a:path w="2066925" h="222884">
                <a:moveTo>
                  <a:pt x="524256" y="0"/>
                </a:moveTo>
                <a:lnTo>
                  <a:pt x="522732" y="0"/>
                </a:lnTo>
                <a:lnTo>
                  <a:pt x="522732" y="1524"/>
                </a:lnTo>
                <a:lnTo>
                  <a:pt x="524256" y="1524"/>
                </a:lnTo>
                <a:lnTo>
                  <a:pt x="524256" y="0"/>
                </a:lnTo>
                <a:close/>
              </a:path>
              <a:path w="2066925" h="222884">
                <a:moveTo>
                  <a:pt x="588264" y="178308"/>
                </a:moveTo>
                <a:lnTo>
                  <a:pt x="586740" y="178308"/>
                </a:lnTo>
                <a:lnTo>
                  <a:pt x="586740" y="179832"/>
                </a:lnTo>
                <a:lnTo>
                  <a:pt x="588264" y="179832"/>
                </a:lnTo>
                <a:lnTo>
                  <a:pt x="588264" y="178308"/>
                </a:lnTo>
                <a:close/>
              </a:path>
              <a:path w="2066925" h="222884">
                <a:moveTo>
                  <a:pt x="743712" y="220980"/>
                </a:moveTo>
                <a:lnTo>
                  <a:pt x="742188" y="220980"/>
                </a:lnTo>
                <a:lnTo>
                  <a:pt x="742188" y="222504"/>
                </a:lnTo>
                <a:lnTo>
                  <a:pt x="743712" y="222504"/>
                </a:lnTo>
                <a:lnTo>
                  <a:pt x="743712" y="220980"/>
                </a:lnTo>
                <a:close/>
              </a:path>
              <a:path w="2066925" h="222884">
                <a:moveTo>
                  <a:pt x="2066544" y="220980"/>
                </a:moveTo>
                <a:lnTo>
                  <a:pt x="2065020" y="220980"/>
                </a:lnTo>
                <a:lnTo>
                  <a:pt x="2065020" y="222504"/>
                </a:lnTo>
                <a:lnTo>
                  <a:pt x="2066544" y="222504"/>
                </a:lnTo>
                <a:lnTo>
                  <a:pt x="2066544" y="220980"/>
                </a:lnTo>
                <a:close/>
              </a:path>
            </a:pathLst>
          </a:custGeom>
          <a:solidFill>
            <a:srgbClr val="000000"/>
          </a:solidFill>
        </p:spPr>
        <p:txBody>
          <a:bodyPr wrap="square" lIns="0" tIns="0" rIns="0" bIns="0" rtlCol="0"/>
          <a:lstStyle/>
          <a:p>
            <a:endParaRPr/>
          </a:p>
        </p:txBody>
      </p:sp>
      <p:sp>
        <p:nvSpPr>
          <p:cNvPr id="565" name="object 108">
            <a:extLst>
              <a:ext uri="{FF2B5EF4-FFF2-40B4-BE49-F238E27FC236}">
                <a16:creationId xmlns:a16="http://schemas.microsoft.com/office/drawing/2014/main" id="{AFC91808-3DA0-661B-E436-C4BF972ED30E}"/>
              </a:ext>
            </a:extLst>
          </p:cNvPr>
          <p:cNvSpPr/>
          <p:nvPr/>
        </p:nvSpPr>
        <p:spPr>
          <a:xfrm>
            <a:off x="4626409" y="2735314"/>
            <a:ext cx="129267" cy="309435"/>
          </a:xfrm>
          <a:custGeom>
            <a:avLst/>
            <a:gdLst/>
            <a:ahLst/>
            <a:cxnLst/>
            <a:rect l="l" t="t" r="r" b="b"/>
            <a:pathLst>
              <a:path w="71755" h="172084">
                <a:moveTo>
                  <a:pt x="71151" y="67056"/>
                </a:moveTo>
                <a:lnTo>
                  <a:pt x="71151" y="0"/>
                </a:lnTo>
              </a:path>
              <a:path w="71755" h="172084">
                <a:moveTo>
                  <a:pt x="0" y="124206"/>
                </a:moveTo>
                <a:lnTo>
                  <a:pt x="47434" y="171831"/>
                </a:lnTo>
              </a:path>
            </a:pathLst>
          </a:custGeom>
          <a:ln w="4762">
            <a:solidFill>
              <a:srgbClr val="000000"/>
            </a:solidFill>
          </a:ln>
        </p:spPr>
        <p:txBody>
          <a:bodyPr wrap="square" lIns="0" tIns="0" rIns="0" bIns="0" rtlCol="0"/>
          <a:lstStyle/>
          <a:p>
            <a:endParaRPr/>
          </a:p>
        </p:txBody>
      </p:sp>
      <p:sp>
        <p:nvSpPr>
          <p:cNvPr id="566" name="object 109">
            <a:extLst>
              <a:ext uri="{FF2B5EF4-FFF2-40B4-BE49-F238E27FC236}">
                <a16:creationId xmlns:a16="http://schemas.microsoft.com/office/drawing/2014/main" id="{6AE2806B-0974-D7B0-9E4D-322287E2DAA5}"/>
              </a:ext>
            </a:extLst>
          </p:cNvPr>
          <p:cNvSpPr/>
          <p:nvPr/>
        </p:nvSpPr>
        <p:spPr>
          <a:xfrm>
            <a:off x="3586211" y="3001646"/>
            <a:ext cx="74357" cy="100481"/>
          </a:xfrm>
          <a:custGeom>
            <a:avLst/>
            <a:gdLst/>
            <a:ahLst/>
            <a:cxnLst/>
            <a:rect l="l" t="t" r="r" b="b"/>
            <a:pathLst>
              <a:path w="41275" h="55880">
                <a:moveTo>
                  <a:pt x="41148" y="55816"/>
                </a:moveTo>
                <a:lnTo>
                  <a:pt x="0" y="55816"/>
                </a:lnTo>
                <a:lnTo>
                  <a:pt x="20574" y="0"/>
                </a:lnTo>
                <a:lnTo>
                  <a:pt x="41148" y="55816"/>
                </a:lnTo>
                <a:close/>
              </a:path>
            </a:pathLst>
          </a:custGeom>
          <a:solidFill>
            <a:srgbClr val="FF0000"/>
          </a:solidFill>
        </p:spPr>
        <p:txBody>
          <a:bodyPr wrap="square" lIns="0" tIns="0" rIns="0" bIns="0" rtlCol="0"/>
          <a:lstStyle/>
          <a:p>
            <a:endParaRPr/>
          </a:p>
        </p:txBody>
      </p:sp>
      <p:sp>
        <p:nvSpPr>
          <p:cNvPr id="567" name="object 110">
            <a:extLst>
              <a:ext uri="{FF2B5EF4-FFF2-40B4-BE49-F238E27FC236}">
                <a16:creationId xmlns:a16="http://schemas.microsoft.com/office/drawing/2014/main" id="{35942C17-FA34-33DD-70DB-21B1EE8561E9}"/>
              </a:ext>
            </a:extLst>
          </p:cNvPr>
          <p:cNvSpPr/>
          <p:nvPr/>
        </p:nvSpPr>
        <p:spPr>
          <a:xfrm>
            <a:off x="3586211" y="3001646"/>
            <a:ext cx="74357" cy="100481"/>
          </a:xfrm>
          <a:custGeom>
            <a:avLst/>
            <a:gdLst/>
            <a:ahLst/>
            <a:cxnLst/>
            <a:rect l="l" t="t" r="r" b="b"/>
            <a:pathLst>
              <a:path w="41275" h="55880">
                <a:moveTo>
                  <a:pt x="41148" y="55816"/>
                </a:moveTo>
                <a:lnTo>
                  <a:pt x="20574" y="0"/>
                </a:lnTo>
                <a:lnTo>
                  <a:pt x="0" y="55816"/>
                </a:lnTo>
                <a:lnTo>
                  <a:pt x="41148" y="55816"/>
                </a:lnTo>
                <a:close/>
              </a:path>
            </a:pathLst>
          </a:custGeom>
          <a:ln w="4762">
            <a:solidFill>
              <a:srgbClr val="FF0000"/>
            </a:solidFill>
          </a:ln>
        </p:spPr>
        <p:txBody>
          <a:bodyPr wrap="square" lIns="0" tIns="0" rIns="0" bIns="0" rtlCol="0"/>
          <a:lstStyle/>
          <a:p>
            <a:endParaRPr/>
          </a:p>
        </p:txBody>
      </p:sp>
      <p:sp>
        <p:nvSpPr>
          <p:cNvPr id="568" name="object 111">
            <a:extLst>
              <a:ext uri="{FF2B5EF4-FFF2-40B4-BE49-F238E27FC236}">
                <a16:creationId xmlns:a16="http://schemas.microsoft.com/office/drawing/2014/main" id="{386445B1-5F37-FBB1-EC53-12EA5E20A997}"/>
              </a:ext>
            </a:extLst>
          </p:cNvPr>
          <p:cNvSpPr/>
          <p:nvPr/>
        </p:nvSpPr>
        <p:spPr>
          <a:xfrm>
            <a:off x="3619821" y="3102013"/>
            <a:ext cx="8008" cy="214663"/>
          </a:xfrm>
          <a:custGeom>
            <a:avLst/>
            <a:gdLst/>
            <a:ahLst/>
            <a:cxnLst/>
            <a:rect l="l" t="t" r="r" b="b"/>
            <a:pathLst>
              <a:path w="4444" h="119380">
                <a:moveTo>
                  <a:pt x="3911" y="0"/>
                </a:moveTo>
                <a:lnTo>
                  <a:pt x="0" y="0"/>
                </a:lnTo>
                <a:lnTo>
                  <a:pt x="0" y="118973"/>
                </a:lnTo>
                <a:lnTo>
                  <a:pt x="3911" y="114973"/>
                </a:lnTo>
                <a:lnTo>
                  <a:pt x="3911" y="0"/>
                </a:lnTo>
                <a:close/>
              </a:path>
            </a:pathLst>
          </a:custGeom>
          <a:solidFill>
            <a:srgbClr val="FF0000"/>
          </a:solidFill>
        </p:spPr>
        <p:txBody>
          <a:bodyPr wrap="square" lIns="0" tIns="0" rIns="0" bIns="0" rtlCol="0"/>
          <a:lstStyle/>
          <a:p>
            <a:endParaRPr/>
          </a:p>
        </p:txBody>
      </p:sp>
      <p:sp>
        <p:nvSpPr>
          <p:cNvPr id="569" name="object 112">
            <a:extLst>
              <a:ext uri="{FF2B5EF4-FFF2-40B4-BE49-F238E27FC236}">
                <a16:creationId xmlns:a16="http://schemas.microsoft.com/office/drawing/2014/main" id="{BAF70F28-82BC-3255-2775-A140A6CA0A96}"/>
              </a:ext>
            </a:extLst>
          </p:cNvPr>
          <p:cNvSpPr/>
          <p:nvPr/>
        </p:nvSpPr>
        <p:spPr>
          <a:xfrm>
            <a:off x="3619843" y="3102011"/>
            <a:ext cx="8008" cy="214663"/>
          </a:xfrm>
          <a:custGeom>
            <a:avLst/>
            <a:gdLst/>
            <a:ahLst/>
            <a:cxnLst/>
            <a:rect l="l" t="t" r="r" b="b"/>
            <a:pathLst>
              <a:path w="4444" h="119380">
                <a:moveTo>
                  <a:pt x="3905" y="0"/>
                </a:moveTo>
                <a:lnTo>
                  <a:pt x="0" y="0"/>
                </a:lnTo>
                <a:lnTo>
                  <a:pt x="0" y="118967"/>
                </a:lnTo>
                <a:lnTo>
                  <a:pt x="3905" y="114966"/>
                </a:lnTo>
                <a:lnTo>
                  <a:pt x="3905" y="0"/>
                </a:lnTo>
                <a:close/>
              </a:path>
            </a:pathLst>
          </a:custGeom>
          <a:ln w="4762">
            <a:solidFill>
              <a:srgbClr val="FF0000"/>
            </a:solidFill>
          </a:ln>
        </p:spPr>
        <p:txBody>
          <a:bodyPr wrap="square" lIns="0" tIns="0" rIns="0" bIns="0" rtlCol="0"/>
          <a:lstStyle/>
          <a:p>
            <a:endParaRPr/>
          </a:p>
        </p:txBody>
      </p:sp>
      <p:sp>
        <p:nvSpPr>
          <p:cNvPr id="570" name="object 113">
            <a:extLst>
              <a:ext uri="{FF2B5EF4-FFF2-40B4-BE49-F238E27FC236}">
                <a16:creationId xmlns:a16="http://schemas.microsoft.com/office/drawing/2014/main" id="{13D84498-30FC-E9BF-9BD7-8711634F79C0}"/>
              </a:ext>
            </a:extLst>
          </p:cNvPr>
          <p:cNvSpPr/>
          <p:nvPr/>
        </p:nvSpPr>
        <p:spPr>
          <a:xfrm>
            <a:off x="3619821" y="3308752"/>
            <a:ext cx="3727002" cy="7993"/>
          </a:xfrm>
          <a:custGeom>
            <a:avLst/>
            <a:gdLst/>
            <a:ahLst/>
            <a:cxnLst/>
            <a:rect l="l" t="t" r="r" b="b"/>
            <a:pathLst>
              <a:path w="2068829" h="4444">
                <a:moveTo>
                  <a:pt x="2068360" y="4000"/>
                </a:moveTo>
                <a:lnTo>
                  <a:pt x="2064461" y="0"/>
                </a:lnTo>
                <a:lnTo>
                  <a:pt x="3911" y="0"/>
                </a:lnTo>
                <a:lnTo>
                  <a:pt x="0" y="4000"/>
                </a:lnTo>
                <a:lnTo>
                  <a:pt x="2068360" y="4000"/>
                </a:lnTo>
                <a:close/>
              </a:path>
            </a:pathLst>
          </a:custGeom>
          <a:solidFill>
            <a:srgbClr val="FF0000"/>
          </a:solidFill>
        </p:spPr>
        <p:txBody>
          <a:bodyPr wrap="square" lIns="0" tIns="0" rIns="0" bIns="0" rtlCol="0"/>
          <a:lstStyle/>
          <a:p>
            <a:endParaRPr/>
          </a:p>
        </p:txBody>
      </p:sp>
      <p:sp>
        <p:nvSpPr>
          <p:cNvPr id="571" name="object 114">
            <a:extLst>
              <a:ext uri="{FF2B5EF4-FFF2-40B4-BE49-F238E27FC236}">
                <a16:creationId xmlns:a16="http://schemas.microsoft.com/office/drawing/2014/main" id="{895B6FC6-258F-0DD0-D245-C9276430F621}"/>
              </a:ext>
            </a:extLst>
          </p:cNvPr>
          <p:cNvSpPr/>
          <p:nvPr/>
        </p:nvSpPr>
        <p:spPr>
          <a:xfrm>
            <a:off x="3619843" y="3308739"/>
            <a:ext cx="3727002" cy="7993"/>
          </a:xfrm>
          <a:custGeom>
            <a:avLst/>
            <a:gdLst/>
            <a:ahLst/>
            <a:cxnLst/>
            <a:rect l="l" t="t" r="r" b="b"/>
            <a:pathLst>
              <a:path w="2068829" h="4444">
                <a:moveTo>
                  <a:pt x="3905" y="0"/>
                </a:moveTo>
                <a:lnTo>
                  <a:pt x="0" y="4000"/>
                </a:lnTo>
                <a:lnTo>
                  <a:pt x="2068353" y="4000"/>
                </a:lnTo>
                <a:lnTo>
                  <a:pt x="2064448" y="0"/>
                </a:lnTo>
                <a:lnTo>
                  <a:pt x="3905" y="0"/>
                </a:lnTo>
                <a:close/>
              </a:path>
            </a:pathLst>
          </a:custGeom>
          <a:ln w="4762">
            <a:solidFill>
              <a:srgbClr val="FF0000"/>
            </a:solidFill>
          </a:ln>
        </p:spPr>
        <p:txBody>
          <a:bodyPr wrap="square" lIns="0" tIns="0" rIns="0" bIns="0" rtlCol="0"/>
          <a:lstStyle/>
          <a:p>
            <a:endParaRPr/>
          </a:p>
        </p:txBody>
      </p:sp>
      <p:sp>
        <p:nvSpPr>
          <p:cNvPr id="572" name="object 115">
            <a:extLst>
              <a:ext uri="{FF2B5EF4-FFF2-40B4-BE49-F238E27FC236}">
                <a16:creationId xmlns:a16="http://schemas.microsoft.com/office/drawing/2014/main" id="{6018846F-221E-4D17-D500-214AFB904911}"/>
              </a:ext>
            </a:extLst>
          </p:cNvPr>
          <p:cNvSpPr/>
          <p:nvPr/>
        </p:nvSpPr>
        <p:spPr>
          <a:xfrm>
            <a:off x="7338953" y="3102013"/>
            <a:ext cx="8008" cy="214663"/>
          </a:xfrm>
          <a:custGeom>
            <a:avLst/>
            <a:gdLst/>
            <a:ahLst/>
            <a:cxnLst/>
            <a:rect l="l" t="t" r="r" b="b"/>
            <a:pathLst>
              <a:path w="4445" h="119380">
                <a:moveTo>
                  <a:pt x="3898" y="0"/>
                </a:moveTo>
                <a:lnTo>
                  <a:pt x="0" y="0"/>
                </a:lnTo>
                <a:lnTo>
                  <a:pt x="0" y="114973"/>
                </a:lnTo>
                <a:lnTo>
                  <a:pt x="3898" y="118973"/>
                </a:lnTo>
                <a:lnTo>
                  <a:pt x="3898" y="0"/>
                </a:lnTo>
                <a:close/>
              </a:path>
            </a:pathLst>
          </a:custGeom>
          <a:solidFill>
            <a:srgbClr val="FF0000"/>
          </a:solidFill>
        </p:spPr>
        <p:txBody>
          <a:bodyPr wrap="square" lIns="0" tIns="0" rIns="0" bIns="0" rtlCol="0"/>
          <a:lstStyle/>
          <a:p>
            <a:endParaRPr/>
          </a:p>
        </p:txBody>
      </p:sp>
      <p:sp>
        <p:nvSpPr>
          <p:cNvPr id="573" name="object 116">
            <a:extLst>
              <a:ext uri="{FF2B5EF4-FFF2-40B4-BE49-F238E27FC236}">
                <a16:creationId xmlns:a16="http://schemas.microsoft.com/office/drawing/2014/main" id="{0BE2407E-1B55-682E-9856-E849EF611DEF}"/>
              </a:ext>
            </a:extLst>
          </p:cNvPr>
          <p:cNvSpPr/>
          <p:nvPr/>
        </p:nvSpPr>
        <p:spPr>
          <a:xfrm>
            <a:off x="7338953" y="3102011"/>
            <a:ext cx="8008" cy="214663"/>
          </a:xfrm>
          <a:custGeom>
            <a:avLst/>
            <a:gdLst/>
            <a:ahLst/>
            <a:cxnLst/>
            <a:rect l="l" t="t" r="r" b="b"/>
            <a:pathLst>
              <a:path w="4445" h="119380">
                <a:moveTo>
                  <a:pt x="0" y="114966"/>
                </a:moveTo>
                <a:lnTo>
                  <a:pt x="3905" y="118967"/>
                </a:lnTo>
                <a:lnTo>
                  <a:pt x="3905" y="0"/>
                </a:lnTo>
                <a:lnTo>
                  <a:pt x="0" y="0"/>
                </a:lnTo>
                <a:lnTo>
                  <a:pt x="0" y="114966"/>
                </a:lnTo>
                <a:close/>
              </a:path>
            </a:pathLst>
          </a:custGeom>
          <a:ln w="4762">
            <a:solidFill>
              <a:srgbClr val="FF0000"/>
            </a:solidFill>
          </a:ln>
        </p:spPr>
        <p:txBody>
          <a:bodyPr wrap="square" lIns="0" tIns="0" rIns="0" bIns="0" rtlCol="0"/>
          <a:lstStyle/>
          <a:p>
            <a:endParaRPr/>
          </a:p>
        </p:txBody>
      </p:sp>
      <p:sp>
        <p:nvSpPr>
          <p:cNvPr id="574" name="object 117">
            <a:extLst>
              <a:ext uri="{FF2B5EF4-FFF2-40B4-BE49-F238E27FC236}">
                <a16:creationId xmlns:a16="http://schemas.microsoft.com/office/drawing/2014/main" id="{A15F2057-7E0C-9415-F9AE-024B4DCD7B1A}"/>
              </a:ext>
            </a:extLst>
          </p:cNvPr>
          <p:cNvSpPr/>
          <p:nvPr/>
        </p:nvSpPr>
        <p:spPr>
          <a:xfrm>
            <a:off x="4205834" y="3001646"/>
            <a:ext cx="75501" cy="100481"/>
          </a:xfrm>
          <a:custGeom>
            <a:avLst/>
            <a:gdLst/>
            <a:ahLst/>
            <a:cxnLst/>
            <a:rect l="l" t="t" r="r" b="b"/>
            <a:pathLst>
              <a:path w="41910" h="55880">
                <a:moveTo>
                  <a:pt x="41338" y="55816"/>
                </a:moveTo>
                <a:lnTo>
                  <a:pt x="0" y="55816"/>
                </a:lnTo>
                <a:lnTo>
                  <a:pt x="20669" y="0"/>
                </a:lnTo>
                <a:lnTo>
                  <a:pt x="41338" y="55816"/>
                </a:lnTo>
                <a:close/>
              </a:path>
            </a:pathLst>
          </a:custGeom>
          <a:solidFill>
            <a:srgbClr val="FF0000"/>
          </a:solidFill>
        </p:spPr>
        <p:txBody>
          <a:bodyPr wrap="square" lIns="0" tIns="0" rIns="0" bIns="0" rtlCol="0"/>
          <a:lstStyle/>
          <a:p>
            <a:endParaRPr/>
          </a:p>
        </p:txBody>
      </p:sp>
      <p:sp>
        <p:nvSpPr>
          <p:cNvPr id="575" name="object 118">
            <a:extLst>
              <a:ext uri="{FF2B5EF4-FFF2-40B4-BE49-F238E27FC236}">
                <a16:creationId xmlns:a16="http://schemas.microsoft.com/office/drawing/2014/main" id="{B269E32E-1DC7-D01D-9DBC-F479EAAEA16F}"/>
              </a:ext>
            </a:extLst>
          </p:cNvPr>
          <p:cNvSpPr/>
          <p:nvPr/>
        </p:nvSpPr>
        <p:spPr>
          <a:xfrm>
            <a:off x="4205834" y="3001646"/>
            <a:ext cx="75501" cy="100481"/>
          </a:xfrm>
          <a:custGeom>
            <a:avLst/>
            <a:gdLst/>
            <a:ahLst/>
            <a:cxnLst/>
            <a:rect l="l" t="t" r="r" b="b"/>
            <a:pathLst>
              <a:path w="41910" h="55880">
                <a:moveTo>
                  <a:pt x="41338" y="55816"/>
                </a:moveTo>
                <a:lnTo>
                  <a:pt x="20669" y="0"/>
                </a:lnTo>
                <a:lnTo>
                  <a:pt x="0" y="55816"/>
                </a:lnTo>
                <a:lnTo>
                  <a:pt x="41338" y="55816"/>
                </a:lnTo>
                <a:close/>
              </a:path>
            </a:pathLst>
          </a:custGeom>
          <a:ln w="4762">
            <a:solidFill>
              <a:srgbClr val="FF0000"/>
            </a:solidFill>
          </a:ln>
        </p:spPr>
        <p:txBody>
          <a:bodyPr wrap="square" lIns="0" tIns="0" rIns="0" bIns="0" rtlCol="0"/>
          <a:lstStyle/>
          <a:p>
            <a:endParaRPr/>
          </a:p>
        </p:txBody>
      </p:sp>
      <p:sp>
        <p:nvSpPr>
          <p:cNvPr id="256" name="object 119">
            <a:extLst>
              <a:ext uri="{FF2B5EF4-FFF2-40B4-BE49-F238E27FC236}">
                <a16:creationId xmlns:a16="http://schemas.microsoft.com/office/drawing/2014/main" id="{3270EB99-C55C-AE40-34BA-F6BE9B90B346}"/>
              </a:ext>
            </a:extLst>
          </p:cNvPr>
          <p:cNvSpPr/>
          <p:nvPr/>
        </p:nvSpPr>
        <p:spPr>
          <a:xfrm>
            <a:off x="4239639" y="3102013"/>
            <a:ext cx="8008" cy="211238"/>
          </a:xfrm>
          <a:custGeom>
            <a:avLst/>
            <a:gdLst/>
            <a:ahLst/>
            <a:cxnLst/>
            <a:rect l="l" t="t" r="r" b="b"/>
            <a:pathLst>
              <a:path w="4444" h="117475">
                <a:moveTo>
                  <a:pt x="3898" y="0"/>
                </a:moveTo>
                <a:lnTo>
                  <a:pt x="0" y="0"/>
                </a:lnTo>
                <a:lnTo>
                  <a:pt x="0" y="116967"/>
                </a:lnTo>
                <a:lnTo>
                  <a:pt x="3898" y="116967"/>
                </a:lnTo>
                <a:lnTo>
                  <a:pt x="3898" y="0"/>
                </a:lnTo>
                <a:close/>
              </a:path>
            </a:pathLst>
          </a:custGeom>
          <a:solidFill>
            <a:srgbClr val="FF0000"/>
          </a:solidFill>
        </p:spPr>
        <p:txBody>
          <a:bodyPr wrap="square" lIns="0" tIns="0" rIns="0" bIns="0" rtlCol="0"/>
          <a:lstStyle/>
          <a:p>
            <a:endParaRPr/>
          </a:p>
        </p:txBody>
      </p:sp>
      <p:sp>
        <p:nvSpPr>
          <p:cNvPr id="257" name="object 120">
            <a:extLst>
              <a:ext uri="{FF2B5EF4-FFF2-40B4-BE49-F238E27FC236}">
                <a16:creationId xmlns:a16="http://schemas.microsoft.com/office/drawing/2014/main" id="{241E5097-0986-E507-EFD7-066FBD233AA2}"/>
              </a:ext>
            </a:extLst>
          </p:cNvPr>
          <p:cNvSpPr/>
          <p:nvPr/>
        </p:nvSpPr>
        <p:spPr>
          <a:xfrm>
            <a:off x="4239639" y="3102011"/>
            <a:ext cx="8008" cy="211238"/>
          </a:xfrm>
          <a:custGeom>
            <a:avLst/>
            <a:gdLst/>
            <a:ahLst/>
            <a:cxnLst/>
            <a:rect l="l" t="t" r="r" b="b"/>
            <a:pathLst>
              <a:path w="4444" h="117475">
                <a:moveTo>
                  <a:pt x="3904" y="0"/>
                </a:moveTo>
                <a:lnTo>
                  <a:pt x="0" y="0"/>
                </a:lnTo>
                <a:lnTo>
                  <a:pt x="0" y="116966"/>
                </a:lnTo>
                <a:lnTo>
                  <a:pt x="3904" y="116966"/>
                </a:lnTo>
                <a:lnTo>
                  <a:pt x="3904" y="0"/>
                </a:lnTo>
                <a:close/>
              </a:path>
            </a:pathLst>
          </a:custGeom>
          <a:ln w="4762">
            <a:solidFill>
              <a:srgbClr val="FF0000"/>
            </a:solidFill>
          </a:ln>
        </p:spPr>
        <p:txBody>
          <a:bodyPr wrap="square" lIns="0" tIns="0" rIns="0" bIns="0" rtlCol="0"/>
          <a:lstStyle/>
          <a:p>
            <a:endParaRPr/>
          </a:p>
        </p:txBody>
      </p:sp>
      <p:sp>
        <p:nvSpPr>
          <p:cNvPr id="258" name="object 121">
            <a:extLst>
              <a:ext uri="{FF2B5EF4-FFF2-40B4-BE49-F238E27FC236}">
                <a16:creationId xmlns:a16="http://schemas.microsoft.com/office/drawing/2014/main" id="{7A67AF8D-50DA-DFE9-2EF0-91EFBF1A118A}"/>
              </a:ext>
            </a:extLst>
          </p:cNvPr>
          <p:cNvSpPr/>
          <p:nvPr/>
        </p:nvSpPr>
        <p:spPr>
          <a:xfrm>
            <a:off x="4825972" y="3001646"/>
            <a:ext cx="74357" cy="100481"/>
          </a:xfrm>
          <a:custGeom>
            <a:avLst/>
            <a:gdLst/>
            <a:ahLst/>
            <a:cxnLst/>
            <a:rect l="l" t="t" r="r" b="b"/>
            <a:pathLst>
              <a:path w="41275" h="55880">
                <a:moveTo>
                  <a:pt x="41148" y="55816"/>
                </a:moveTo>
                <a:lnTo>
                  <a:pt x="0" y="55816"/>
                </a:lnTo>
                <a:lnTo>
                  <a:pt x="20478" y="0"/>
                </a:lnTo>
                <a:lnTo>
                  <a:pt x="41148" y="55816"/>
                </a:lnTo>
                <a:close/>
              </a:path>
            </a:pathLst>
          </a:custGeom>
          <a:solidFill>
            <a:srgbClr val="FF0000"/>
          </a:solidFill>
        </p:spPr>
        <p:txBody>
          <a:bodyPr wrap="square" lIns="0" tIns="0" rIns="0" bIns="0" rtlCol="0"/>
          <a:lstStyle/>
          <a:p>
            <a:endParaRPr/>
          </a:p>
        </p:txBody>
      </p:sp>
      <p:sp>
        <p:nvSpPr>
          <p:cNvPr id="259" name="object 122">
            <a:extLst>
              <a:ext uri="{FF2B5EF4-FFF2-40B4-BE49-F238E27FC236}">
                <a16:creationId xmlns:a16="http://schemas.microsoft.com/office/drawing/2014/main" id="{6707E6AE-B7C4-5470-DF08-052C56A38329}"/>
              </a:ext>
            </a:extLst>
          </p:cNvPr>
          <p:cNvSpPr/>
          <p:nvPr/>
        </p:nvSpPr>
        <p:spPr>
          <a:xfrm>
            <a:off x="4825972" y="3001646"/>
            <a:ext cx="74357" cy="100481"/>
          </a:xfrm>
          <a:custGeom>
            <a:avLst/>
            <a:gdLst/>
            <a:ahLst/>
            <a:cxnLst/>
            <a:rect l="l" t="t" r="r" b="b"/>
            <a:pathLst>
              <a:path w="41275" h="55880">
                <a:moveTo>
                  <a:pt x="41148" y="55816"/>
                </a:moveTo>
                <a:lnTo>
                  <a:pt x="20478" y="0"/>
                </a:lnTo>
                <a:lnTo>
                  <a:pt x="0" y="55816"/>
                </a:lnTo>
                <a:lnTo>
                  <a:pt x="41148" y="55816"/>
                </a:lnTo>
                <a:close/>
              </a:path>
            </a:pathLst>
          </a:custGeom>
          <a:ln w="4762">
            <a:solidFill>
              <a:srgbClr val="FF0000"/>
            </a:solidFill>
          </a:ln>
        </p:spPr>
        <p:txBody>
          <a:bodyPr wrap="square" lIns="0" tIns="0" rIns="0" bIns="0" rtlCol="0"/>
          <a:lstStyle/>
          <a:p>
            <a:endParaRPr/>
          </a:p>
        </p:txBody>
      </p:sp>
      <p:sp>
        <p:nvSpPr>
          <p:cNvPr id="260" name="object 123">
            <a:extLst>
              <a:ext uri="{FF2B5EF4-FFF2-40B4-BE49-F238E27FC236}">
                <a16:creationId xmlns:a16="http://schemas.microsoft.com/office/drawing/2014/main" id="{CD3812ED-6A69-F2DA-3CBD-4EFBADD716B1}"/>
              </a:ext>
            </a:extLst>
          </p:cNvPr>
          <p:cNvSpPr/>
          <p:nvPr/>
        </p:nvSpPr>
        <p:spPr>
          <a:xfrm>
            <a:off x="4859433" y="3102013"/>
            <a:ext cx="8008" cy="211238"/>
          </a:xfrm>
          <a:custGeom>
            <a:avLst/>
            <a:gdLst/>
            <a:ahLst/>
            <a:cxnLst/>
            <a:rect l="l" t="t" r="r" b="b"/>
            <a:pathLst>
              <a:path w="4444" h="117475">
                <a:moveTo>
                  <a:pt x="3898" y="0"/>
                </a:moveTo>
                <a:lnTo>
                  <a:pt x="0" y="0"/>
                </a:lnTo>
                <a:lnTo>
                  <a:pt x="0" y="116967"/>
                </a:lnTo>
                <a:lnTo>
                  <a:pt x="3898" y="116967"/>
                </a:lnTo>
                <a:lnTo>
                  <a:pt x="3898" y="0"/>
                </a:lnTo>
                <a:close/>
              </a:path>
            </a:pathLst>
          </a:custGeom>
          <a:solidFill>
            <a:srgbClr val="FF0000"/>
          </a:solidFill>
        </p:spPr>
        <p:txBody>
          <a:bodyPr wrap="square" lIns="0" tIns="0" rIns="0" bIns="0" rtlCol="0"/>
          <a:lstStyle/>
          <a:p>
            <a:endParaRPr/>
          </a:p>
        </p:txBody>
      </p:sp>
      <p:sp>
        <p:nvSpPr>
          <p:cNvPr id="261" name="object 124">
            <a:extLst>
              <a:ext uri="{FF2B5EF4-FFF2-40B4-BE49-F238E27FC236}">
                <a16:creationId xmlns:a16="http://schemas.microsoft.com/office/drawing/2014/main" id="{C27A6068-0A0A-7629-3C01-0D046312BE48}"/>
              </a:ext>
            </a:extLst>
          </p:cNvPr>
          <p:cNvSpPr/>
          <p:nvPr/>
        </p:nvSpPr>
        <p:spPr>
          <a:xfrm>
            <a:off x="4859433" y="3102011"/>
            <a:ext cx="8008" cy="211238"/>
          </a:xfrm>
          <a:custGeom>
            <a:avLst/>
            <a:gdLst/>
            <a:ahLst/>
            <a:cxnLst/>
            <a:rect l="l" t="t" r="r" b="b"/>
            <a:pathLst>
              <a:path w="4444" h="117475">
                <a:moveTo>
                  <a:pt x="3905" y="0"/>
                </a:moveTo>
                <a:lnTo>
                  <a:pt x="0" y="0"/>
                </a:lnTo>
                <a:lnTo>
                  <a:pt x="0" y="116966"/>
                </a:lnTo>
                <a:lnTo>
                  <a:pt x="3905" y="116966"/>
                </a:lnTo>
                <a:lnTo>
                  <a:pt x="3905" y="0"/>
                </a:lnTo>
                <a:close/>
              </a:path>
            </a:pathLst>
          </a:custGeom>
          <a:ln w="4762">
            <a:solidFill>
              <a:srgbClr val="FF0000"/>
            </a:solidFill>
          </a:ln>
        </p:spPr>
        <p:txBody>
          <a:bodyPr wrap="square" lIns="0" tIns="0" rIns="0" bIns="0" rtlCol="0"/>
          <a:lstStyle/>
          <a:p>
            <a:endParaRPr/>
          </a:p>
        </p:txBody>
      </p:sp>
      <p:sp>
        <p:nvSpPr>
          <p:cNvPr id="262" name="object 125">
            <a:extLst>
              <a:ext uri="{FF2B5EF4-FFF2-40B4-BE49-F238E27FC236}">
                <a16:creationId xmlns:a16="http://schemas.microsoft.com/office/drawing/2014/main" id="{875CBE6C-9B02-DAA4-335C-FFB957A1CE21}"/>
              </a:ext>
            </a:extLst>
          </p:cNvPr>
          <p:cNvSpPr/>
          <p:nvPr/>
        </p:nvSpPr>
        <p:spPr>
          <a:xfrm>
            <a:off x="5445766" y="3001646"/>
            <a:ext cx="74357" cy="100481"/>
          </a:xfrm>
          <a:custGeom>
            <a:avLst/>
            <a:gdLst/>
            <a:ahLst/>
            <a:cxnLst/>
            <a:rect l="l" t="t" r="r" b="b"/>
            <a:pathLst>
              <a:path w="41275" h="55880">
                <a:moveTo>
                  <a:pt x="41148" y="55816"/>
                </a:moveTo>
                <a:lnTo>
                  <a:pt x="0" y="55816"/>
                </a:lnTo>
                <a:lnTo>
                  <a:pt x="20574" y="0"/>
                </a:lnTo>
                <a:lnTo>
                  <a:pt x="41148" y="55816"/>
                </a:lnTo>
                <a:close/>
              </a:path>
            </a:pathLst>
          </a:custGeom>
          <a:solidFill>
            <a:srgbClr val="FF0000"/>
          </a:solidFill>
        </p:spPr>
        <p:txBody>
          <a:bodyPr wrap="square" lIns="0" tIns="0" rIns="0" bIns="0" rtlCol="0"/>
          <a:lstStyle/>
          <a:p>
            <a:endParaRPr/>
          </a:p>
        </p:txBody>
      </p:sp>
      <p:sp>
        <p:nvSpPr>
          <p:cNvPr id="263" name="object 126">
            <a:extLst>
              <a:ext uri="{FF2B5EF4-FFF2-40B4-BE49-F238E27FC236}">
                <a16:creationId xmlns:a16="http://schemas.microsoft.com/office/drawing/2014/main" id="{636C0E5C-644B-5C09-3E99-D8E38B6AD142}"/>
              </a:ext>
            </a:extLst>
          </p:cNvPr>
          <p:cNvSpPr/>
          <p:nvPr/>
        </p:nvSpPr>
        <p:spPr>
          <a:xfrm>
            <a:off x="5445766" y="3001646"/>
            <a:ext cx="74357" cy="100481"/>
          </a:xfrm>
          <a:custGeom>
            <a:avLst/>
            <a:gdLst/>
            <a:ahLst/>
            <a:cxnLst/>
            <a:rect l="l" t="t" r="r" b="b"/>
            <a:pathLst>
              <a:path w="41275" h="55880">
                <a:moveTo>
                  <a:pt x="41148" y="55816"/>
                </a:moveTo>
                <a:lnTo>
                  <a:pt x="20574" y="0"/>
                </a:lnTo>
                <a:lnTo>
                  <a:pt x="0" y="55816"/>
                </a:lnTo>
                <a:lnTo>
                  <a:pt x="41148" y="55816"/>
                </a:lnTo>
                <a:close/>
              </a:path>
            </a:pathLst>
          </a:custGeom>
          <a:ln w="4762">
            <a:solidFill>
              <a:srgbClr val="FF0000"/>
            </a:solidFill>
          </a:ln>
        </p:spPr>
        <p:txBody>
          <a:bodyPr wrap="square" lIns="0" tIns="0" rIns="0" bIns="0" rtlCol="0"/>
          <a:lstStyle/>
          <a:p>
            <a:endParaRPr/>
          </a:p>
        </p:txBody>
      </p:sp>
      <p:sp>
        <p:nvSpPr>
          <p:cNvPr id="264" name="object 127">
            <a:extLst>
              <a:ext uri="{FF2B5EF4-FFF2-40B4-BE49-F238E27FC236}">
                <a16:creationId xmlns:a16="http://schemas.microsoft.com/office/drawing/2014/main" id="{239122A4-631F-98CF-98B6-2097FFA800B7}"/>
              </a:ext>
            </a:extLst>
          </p:cNvPr>
          <p:cNvSpPr/>
          <p:nvPr/>
        </p:nvSpPr>
        <p:spPr>
          <a:xfrm>
            <a:off x="5479388" y="3102013"/>
            <a:ext cx="8008" cy="211238"/>
          </a:xfrm>
          <a:custGeom>
            <a:avLst/>
            <a:gdLst/>
            <a:ahLst/>
            <a:cxnLst/>
            <a:rect l="l" t="t" r="r" b="b"/>
            <a:pathLst>
              <a:path w="4444" h="117475">
                <a:moveTo>
                  <a:pt x="3898" y="0"/>
                </a:moveTo>
                <a:lnTo>
                  <a:pt x="0" y="0"/>
                </a:lnTo>
                <a:lnTo>
                  <a:pt x="0" y="116967"/>
                </a:lnTo>
                <a:lnTo>
                  <a:pt x="3898" y="116967"/>
                </a:lnTo>
                <a:lnTo>
                  <a:pt x="3898" y="0"/>
                </a:lnTo>
                <a:close/>
              </a:path>
            </a:pathLst>
          </a:custGeom>
          <a:solidFill>
            <a:srgbClr val="FF0000"/>
          </a:solidFill>
        </p:spPr>
        <p:txBody>
          <a:bodyPr wrap="square" lIns="0" tIns="0" rIns="0" bIns="0" rtlCol="0"/>
          <a:lstStyle/>
          <a:p>
            <a:endParaRPr/>
          </a:p>
        </p:txBody>
      </p:sp>
      <p:sp>
        <p:nvSpPr>
          <p:cNvPr id="265" name="object 128">
            <a:extLst>
              <a:ext uri="{FF2B5EF4-FFF2-40B4-BE49-F238E27FC236}">
                <a16:creationId xmlns:a16="http://schemas.microsoft.com/office/drawing/2014/main" id="{7F06587F-65DA-AB99-9895-EC9B1406162B}"/>
              </a:ext>
            </a:extLst>
          </p:cNvPr>
          <p:cNvSpPr/>
          <p:nvPr/>
        </p:nvSpPr>
        <p:spPr>
          <a:xfrm>
            <a:off x="5479399" y="3102011"/>
            <a:ext cx="8008" cy="211238"/>
          </a:xfrm>
          <a:custGeom>
            <a:avLst/>
            <a:gdLst/>
            <a:ahLst/>
            <a:cxnLst/>
            <a:rect l="l" t="t" r="r" b="b"/>
            <a:pathLst>
              <a:path w="4444" h="117475">
                <a:moveTo>
                  <a:pt x="3904" y="0"/>
                </a:moveTo>
                <a:lnTo>
                  <a:pt x="0" y="0"/>
                </a:lnTo>
                <a:lnTo>
                  <a:pt x="0" y="116966"/>
                </a:lnTo>
                <a:lnTo>
                  <a:pt x="3904" y="116966"/>
                </a:lnTo>
                <a:lnTo>
                  <a:pt x="3904" y="0"/>
                </a:lnTo>
                <a:close/>
              </a:path>
            </a:pathLst>
          </a:custGeom>
          <a:ln w="4762">
            <a:solidFill>
              <a:srgbClr val="FF0000"/>
            </a:solidFill>
          </a:ln>
        </p:spPr>
        <p:txBody>
          <a:bodyPr wrap="square" lIns="0" tIns="0" rIns="0" bIns="0" rtlCol="0"/>
          <a:lstStyle/>
          <a:p>
            <a:endParaRPr/>
          </a:p>
        </p:txBody>
      </p:sp>
      <p:sp>
        <p:nvSpPr>
          <p:cNvPr id="266" name="object 129">
            <a:extLst>
              <a:ext uri="{FF2B5EF4-FFF2-40B4-BE49-F238E27FC236}">
                <a16:creationId xmlns:a16="http://schemas.microsoft.com/office/drawing/2014/main" id="{4D715591-FD3B-D767-F358-6D39FCEEDA0D}"/>
              </a:ext>
            </a:extLst>
          </p:cNvPr>
          <p:cNvSpPr/>
          <p:nvPr/>
        </p:nvSpPr>
        <p:spPr>
          <a:xfrm>
            <a:off x="6065732" y="3001646"/>
            <a:ext cx="74357" cy="100481"/>
          </a:xfrm>
          <a:custGeom>
            <a:avLst/>
            <a:gdLst/>
            <a:ahLst/>
            <a:cxnLst/>
            <a:rect l="l" t="t" r="r" b="b"/>
            <a:pathLst>
              <a:path w="41275" h="55880">
                <a:moveTo>
                  <a:pt x="41148" y="55816"/>
                </a:moveTo>
                <a:lnTo>
                  <a:pt x="0" y="55816"/>
                </a:lnTo>
                <a:lnTo>
                  <a:pt x="20478" y="0"/>
                </a:lnTo>
                <a:lnTo>
                  <a:pt x="41148" y="55816"/>
                </a:lnTo>
                <a:close/>
              </a:path>
            </a:pathLst>
          </a:custGeom>
          <a:solidFill>
            <a:srgbClr val="FF0000"/>
          </a:solidFill>
        </p:spPr>
        <p:txBody>
          <a:bodyPr wrap="square" lIns="0" tIns="0" rIns="0" bIns="0" rtlCol="0"/>
          <a:lstStyle/>
          <a:p>
            <a:endParaRPr/>
          </a:p>
        </p:txBody>
      </p:sp>
      <p:sp>
        <p:nvSpPr>
          <p:cNvPr id="267" name="object 130">
            <a:extLst>
              <a:ext uri="{FF2B5EF4-FFF2-40B4-BE49-F238E27FC236}">
                <a16:creationId xmlns:a16="http://schemas.microsoft.com/office/drawing/2014/main" id="{4B8B3587-AB88-5787-8045-AF3C9E8B683F}"/>
              </a:ext>
            </a:extLst>
          </p:cNvPr>
          <p:cNvSpPr/>
          <p:nvPr/>
        </p:nvSpPr>
        <p:spPr>
          <a:xfrm>
            <a:off x="6065732" y="3001646"/>
            <a:ext cx="74357" cy="100481"/>
          </a:xfrm>
          <a:custGeom>
            <a:avLst/>
            <a:gdLst/>
            <a:ahLst/>
            <a:cxnLst/>
            <a:rect l="l" t="t" r="r" b="b"/>
            <a:pathLst>
              <a:path w="41275" h="55880">
                <a:moveTo>
                  <a:pt x="41148" y="55816"/>
                </a:moveTo>
                <a:lnTo>
                  <a:pt x="20478" y="0"/>
                </a:lnTo>
                <a:lnTo>
                  <a:pt x="0" y="55816"/>
                </a:lnTo>
                <a:lnTo>
                  <a:pt x="41148" y="55816"/>
                </a:lnTo>
                <a:close/>
              </a:path>
            </a:pathLst>
          </a:custGeom>
          <a:ln w="4762">
            <a:solidFill>
              <a:srgbClr val="FF0000"/>
            </a:solidFill>
          </a:ln>
        </p:spPr>
        <p:txBody>
          <a:bodyPr wrap="square" lIns="0" tIns="0" rIns="0" bIns="0" rtlCol="0"/>
          <a:lstStyle/>
          <a:p>
            <a:endParaRPr/>
          </a:p>
        </p:txBody>
      </p:sp>
      <p:sp>
        <p:nvSpPr>
          <p:cNvPr id="268" name="object 131">
            <a:extLst>
              <a:ext uri="{FF2B5EF4-FFF2-40B4-BE49-F238E27FC236}">
                <a16:creationId xmlns:a16="http://schemas.microsoft.com/office/drawing/2014/main" id="{89D488C7-9C6F-2A04-0810-5DA2D664D900}"/>
              </a:ext>
            </a:extLst>
          </p:cNvPr>
          <p:cNvSpPr/>
          <p:nvPr/>
        </p:nvSpPr>
        <p:spPr>
          <a:xfrm>
            <a:off x="6099182" y="3102013"/>
            <a:ext cx="8008" cy="211238"/>
          </a:xfrm>
          <a:custGeom>
            <a:avLst/>
            <a:gdLst/>
            <a:ahLst/>
            <a:cxnLst/>
            <a:rect l="l" t="t" r="r" b="b"/>
            <a:pathLst>
              <a:path w="4444" h="117475">
                <a:moveTo>
                  <a:pt x="3911" y="0"/>
                </a:moveTo>
                <a:lnTo>
                  <a:pt x="0" y="0"/>
                </a:lnTo>
                <a:lnTo>
                  <a:pt x="0" y="116967"/>
                </a:lnTo>
                <a:lnTo>
                  <a:pt x="3911" y="116967"/>
                </a:lnTo>
                <a:lnTo>
                  <a:pt x="3911" y="0"/>
                </a:lnTo>
                <a:close/>
              </a:path>
            </a:pathLst>
          </a:custGeom>
          <a:solidFill>
            <a:srgbClr val="FF0000"/>
          </a:solidFill>
        </p:spPr>
        <p:txBody>
          <a:bodyPr wrap="square" lIns="0" tIns="0" rIns="0" bIns="0" rtlCol="0"/>
          <a:lstStyle/>
          <a:p>
            <a:endParaRPr/>
          </a:p>
        </p:txBody>
      </p:sp>
      <p:sp>
        <p:nvSpPr>
          <p:cNvPr id="269" name="object 132">
            <a:extLst>
              <a:ext uri="{FF2B5EF4-FFF2-40B4-BE49-F238E27FC236}">
                <a16:creationId xmlns:a16="http://schemas.microsoft.com/office/drawing/2014/main" id="{3CB1918D-3F79-4456-C7E1-A5796434D98E}"/>
              </a:ext>
            </a:extLst>
          </p:cNvPr>
          <p:cNvSpPr/>
          <p:nvPr/>
        </p:nvSpPr>
        <p:spPr>
          <a:xfrm>
            <a:off x="6099193" y="3102011"/>
            <a:ext cx="8008" cy="211238"/>
          </a:xfrm>
          <a:custGeom>
            <a:avLst/>
            <a:gdLst/>
            <a:ahLst/>
            <a:cxnLst/>
            <a:rect l="l" t="t" r="r" b="b"/>
            <a:pathLst>
              <a:path w="4444" h="117475">
                <a:moveTo>
                  <a:pt x="3905" y="0"/>
                </a:moveTo>
                <a:lnTo>
                  <a:pt x="0" y="0"/>
                </a:lnTo>
                <a:lnTo>
                  <a:pt x="0" y="116966"/>
                </a:lnTo>
                <a:lnTo>
                  <a:pt x="3905" y="116966"/>
                </a:lnTo>
                <a:lnTo>
                  <a:pt x="3905" y="0"/>
                </a:lnTo>
                <a:close/>
              </a:path>
            </a:pathLst>
          </a:custGeom>
          <a:ln w="4762">
            <a:solidFill>
              <a:srgbClr val="FF0000"/>
            </a:solidFill>
          </a:ln>
        </p:spPr>
        <p:txBody>
          <a:bodyPr wrap="square" lIns="0" tIns="0" rIns="0" bIns="0" rtlCol="0"/>
          <a:lstStyle/>
          <a:p>
            <a:endParaRPr/>
          </a:p>
        </p:txBody>
      </p:sp>
      <p:sp>
        <p:nvSpPr>
          <p:cNvPr id="270" name="object 133">
            <a:extLst>
              <a:ext uri="{FF2B5EF4-FFF2-40B4-BE49-F238E27FC236}">
                <a16:creationId xmlns:a16="http://schemas.microsoft.com/office/drawing/2014/main" id="{1A427AD4-2BC4-D336-9330-5B690E53B2DC}"/>
              </a:ext>
            </a:extLst>
          </p:cNvPr>
          <p:cNvSpPr/>
          <p:nvPr/>
        </p:nvSpPr>
        <p:spPr>
          <a:xfrm>
            <a:off x="6685526" y="3001646"/>
            <a:ext cx="74357" cy="100481"/>
          </a:xfrm>
          <a:custGeom>
            <a:avLst/>
            <a:gdLst/>
            <a:ahLst/>
            <a:cxnLst/>
            <a:rect l="l" t="t" r="r" b="b"/>
            <a:pathLst>
              <a:path w="41275" h="55880">
                <a:moveTo>
                  <a:pt x="41148" y="55816"/>
                </a:moveTo>
                <a:lnTo>
                  <a:pt x="0" y="55816"/>
                </a:lnTo>
                <a:lnTo>
                  <a:pt x="20478" y="0"/>
                </a:lnTo>
                <a:lnTo>
                  <a:pt x="41148" y="55816"/>
                </a:lnTo>
                <a:close/>
              </a:path>
            </a:pathLst>
          </a:custGeom>
          <a:solidFill>
            <a:srgbClr val="FF0000"/>
          </a:solidFill>
        </p:spPr>
        <p:txBody>
          <a:bodyPr wrap="square" lIns="0" tIns="0" rIns="0" bIns="0" rtlCol="0"/>
          <a:lstStyle/>
          <a:p>
            <a:endParaRPr/>
          </a:p>
        </p:txBody>
      </p:sp>
      <p:sp>
        <p:nvSpPr>
          <p:cNvPr id="271" name="object 134">
            <a:extLst>
              <a:ext uri="{FF2B5EF4-FFF2-40B4-BE49-F238E27FC236}">
                <a16:creationId xmlns:a16="http://schemas.microsoft.com/office/drawing/2014/main" id="{DD84ADBE-1CD9-479F-858B-78B148D75916}"/>
              </a:ext>
            </a:extLst>
          </p:cNvPr>
          <p:cNvSpPr/>
          <p:nvPr/>
        </p:nvSpPr>
        <p:spPr>
          <a:xfrm>
            <a:off x="6685526" y="3001646"/>
            <a:ext cx="74357" cy="100481"/>
          </a:xfrm>
          <a:custGeom>
            <a:avLst/>
            <a:gdLst/>
            <a:ahLst/>
            <a:cxnLst/>
            <a:rect l="l" t="t" r="r" b="b"/>
            <a:pathLst>
              <a:path w="41275" h="55880">
                <a:moveTo>
                  <a:pt x="41148" y="55816"/>
                </a:moveTo>
                <a:lnTo>
                  <a:pt x="20478" y="0"/>
                </a:lnTo>
                <a:lnTo>
                  <a:pt x="0" y="55816"/>
                </a:lnTo>
                <a:lnTo>
                  <a:pt x="41148" y="55816"/>
                </a:lnTo>
                <a:close/>
              </a:path>
            </a:pathLst>
          </a:custGeom>
          <a:ln w="4762">
            <a:solidFill>
              <a:srgbClr val="FF0000"/>
            </a:solidFill>
          </a:ln>
        </p:spPr>
        <p:txBody>
          <a:bodyPr wrap="square" lIns="0" tIns="0" rIns="0" bIns="0" rtlCol="0"/>
          <a:lstStyle/>
          <a:p>
            <a:endParaRPr/>
          </a:p>
        </p:txBody>
      </p:sp>
      <p:sp>
        <p:nvSpPr>
          <p:cNvPr id="272" name="object 135">
            <a:extLst>
              <a:ext uri="{FF2B5EF4-FFF2-40B4-BE49-F238E27FC236}">
                <a16:creationId xmlns:a16="http://schemas.microsoft.com/office/drawing/2014/main" id="{BA521CEF-F3EE-3EFA-41DF-8239EA74705B}"/>
              </a:ext>
            </a:extLst>
          </p:cNvPr>
          <p:cNvSpPr/>
          <p:nvPr/>
        </p:nvSpPr>
        <p:spPr>
          <a:xfrm>
            <a:off x="6718976" y="3102013"/>
            <a:ext cx="8008" cy="211238"/>
          </a:xfrm>
          <a:custGeom>
            <a:avLst/>
            <a:gdLst/>
            <a:ahLst/>
            <a:cxnLst/>
            <a:rect l="l" t="t" r="r" b="b"/>
            <a:pathLst>
              <a:path w="4445" h="117475">
                <a:moveTo>
                  <a:pt x="3911" y="0"/>
                </a:moveTo>
                <a:lnTo>
                  <a:pt x="0" y="0"/>
                </a:lnTo>
                <a:lnTo>
                  <a:pt x="0" y="116967"/>
                </a:lnTo>
                <a:lnTo>
                  <a:pt x="3911" y="116967"/>
                </a:lnTo>
                <a:lnTo>
                  <a:pt x="3911" y="0"/>
                </a:lnTo>
                <a:close/>
              </a:path>
            </a:pathLst>
          </a:custGeom>
          <a:solidFill>
            <a:srgbClr val="FF0000"/>
          </a:solidFill>
        </p:spPr>
        <p:txBody>
          <a:bodyPr wrap="square" lIns="0" tIns="0" rIns="0" bIns="0" rtlCol="0"/>
          <a:lstStyle/>
          <a:p>
            <a:endParaRPr/>
          </a:p>
        </p:txBody>
      </p:sp>
      <p:sp>
        <p:nvSpPr>
          <p:cNvPr id="273" name="object 136">
            <a:extLst>
              <a:ext uri="{FF2B5EF4-FFF2-40B4-BE49-F238E27FC236}">
                <a16:creationId xmlns:a16="http://schemas.microsoft.com/office/drawing/2014/main" id="{9AB8B7F2-1A99-0F86-499D-4E6BA517E33C}"/>
              </a:ext>
            </a:extLst>
          </p:cNvPr>
          <p:cNvSpPr/>
          <p:nvPr/>
        </p:nvSpPr>
        <p:spPr>
          <a:xfrm>
            <a:off x="6718987" y="3102011"/>
            <a:ext cx="8008" cy="211238"/>
          </a:xfrm>
          <a:custGeom>
            <a:avLst/>
            <a:gdLst/>
            <a:ahLst/>
            <a:cxnLst/>
            <a:rect l="l" t="t" r="r" b="b"/>
            <a:pathLst>
              <a:path w="4445" h="117475">
                <a:moveTo>
                  <a:pt x="3905" y="0"/>
                </a:moveTo>
                <a:lnTo>
                  <a:pt x="0" y="0"/>
                </a:lnTo>
                <a:lnTo>
                  <a:pt x="0" y="116966"/>
                </a:lnTo>
                <a:lnTo>
                  <a:pt x="3905" y="116966"/>
                </a:lnTo>
                <a:lnTo>
                  <a:pt x="3905" y="0"/>
                </a:lnTo>
                <a:close/>
              </a:path>
            </a:pathLst>
          </a:custGeom>
          <a:ln w="4762">
            <a:solidFill>
              <a:srgbClr val="FF0000"/>
            </a:solidFill>
          </a:ln>
        </p:spPr>
        <p:txBody>
          <a:bodyPr wrap="square" lIns="0" tIns="0" rIns="0" bIns="0" rtlCol="0"/>
          <a:lstStyle/>
          <a:p>
            <a:endParaRPr/>
          </a:p>
        </p:txBody>
      </p:sp>
      <p:sp>
        <p:nvSpPr>
          <p:cNvPr id="274" name="object 137">
            <a:extLst>
              <a:ext uri="{FF2B5EF4-FFF2-40B4-BE49-F238E27FC236}">
                <a16:creationId xmlns:a16="http://schemas.microsoft.com/office/drawing/2014/main" id="{F9BC93A1-5EBE-91D4-E3FA-EF1EE08F572A}"/>
              </a:ext>
            </a:extLst>
          </p:cNvPr>
          <p:cNvSpPr/>
          <p:nvPr/>
        </p:nvSpPr>
        <p:spPr>
          <a:xfrm>
            <a:off x="7305320" y="3001646"/>
            <a:ext cx="74357" cy="100481"/>
          </a:xfrm>
          <a:custGeom>
            <a:avLst/>
            <a:gdLst/>
            <a:ahLst/>
            <a:cxnLst/>
            <a:rect l="l" t="t" r="r" b="b"/>
            <a:pathLst>
              <a:path w="41275" h="55880">
                <a:moveTo>
                  <a:pt x="41148" y="55816"/>
                </a:moveTo>
                <a:lnTo>
                  <a:pt x="0" y="55816"/>
                </a:lnTo>
                <a:lnTo>
                  <a:pt x="20574" y="0"/>
                </a:lnTo>
                <a:lnTo>
                  <a:pt x="41148" y="55816"/>
                </a:lnTo>
                <a:close/>
              </a:path>
            </a:pathLst>
          </a:custGeom>
          <a:solidFill>
            <a:srgbClr val="FF0000"/>
          </a:solidFill>
        </p:spPr>
        <p:txBody>
          <a:bodyPr wrap="square" lIns="0" tIns="0" rIns="0" bIns="0" rtlCol="0"/>
          <a:lstStyle/>
          <a:p>
            <a:endParaRPr/>
          </a:p>
        </p:txBody>
      </p:sp>
      <p:sp>
        <p:nvSpPr>
          <p:cNvPr id="275" name="object 138">
            <a:extLst>
              <a:ext uri="{FF2B5EF4-FFF2-40B4-BE49-F238E27FC236}">
                <a16:creationId xmlns:a16="http://schemas.microsoft.com/office/drawing/2014/main" id="{FFA7944C-3765-CB6B-CAF5-539AB96B4D87}"/>
              </a:ext>
            </a:extLst>
          </p:cNvPr>
          <p:cNvSpPr/>
          <p:nvPr/>
        </p:nvSpPr>
        <p:spPr>
          <a:xfrm>
            <a:off x="7305320" y="3001646"/>
            <a:ext cx="74357" cy="100481"/>
          </a:xfrm>
          <a:custGeom>
            <a:avLst/>
            <a:gdLst/>
            <a:ahLst/>
            <a:cxnLst/>
            <a:rect l="l" t="t" r="r" b="b"/>
            <a:pathLst>
              <a:path w="41275" h="55880">
                <a:moveTo>
                  <a:pt x="41148" y="55816"/>
                </a:moveTo>
                <a:lnTo>
                  <a:pt x="20574" y="0"/>
                </a:lnTo>
                <a:lnTo>
                  <a:pt x="0" y="55816"/>
                </a:lnTo>
                <a:lnTo>
                  <a:pt x="41148" y="55816"/>
                </a:lnTo>
                <a:close/>
              </a:path>
            </a:pathLst>
          </a:custGeom>
          <a:ln w="4762">
            <a:solidFill>
              <a:srgbClr val="FF0000"/>
            </a:solidFill>
          </a:ln>
        </p:spPr>
        <p:txBody>
          <a:bodyPr wrap="square" lIns="0" tIns="0" rIns="0" bIns="0" rtlCol="0"/>
          <a:lstStyle/>
          <a:p>
            <a:endParaRPr/>
          </a:p>
        </p:txBody>
      </p:sp>
      <p:pic>
        <p:nvPicPr>
          <p:cNvPr id="276" name="object 139">
            <a:extLst>
              <a:ext uri="{FF2B5EF4-FFF2-40B4-BE49-F238E27FC236}">
                <a16:creationId xmlns:a16="http://schemas.microsoft.com/office/drawing/2014/main" id="{FCA7A318-D39F-968F-BAEE-2F168F7F500F}"/>
              </a:ext>
            </a:extLst>
          </p:cNvPr>
          <p:cNvPicPr/>
          <p:nvPr/>
        </p:nvPicPr>
        <p:blipFill>
          <a:blip r:embed="rId6" cstate="print"/>
          <a:stretch>
            <a:fillRect/>
          </a:stretch>
        </p:blipFill>
        <p:spPr>
          <a:xfrm>
            <a:off x="3292616" y="4399585"/>
            <a:ext cx="852817" cy="304866"/>
          </a:xfrm>
          <a:prstGeom prst="rect">
            <a:avLst/>
          </a:prstGeom>
        </p:spPr>
      </p:pic>
      <p:sp>
        <p:nvSpPr>
          <p:cNvPr id="277" name="object 140">
            <a:extLst>
              <a:ext uri="{FF2B5EF4-FFF2-40B4-BE49-F238E27FC236}">
                <a16:creationId xmlns:a16="http://schemas.microsoft.com/office/drawing/2014/main" id="{D53CBDC5-29FE-8424-5655-B6486EDDB056}"/>
              </a:ext>
            </a:extLst>
          </p:cNvPr>
          <p:cNvSpPr/>
          <p:nvPr/>
        </p:nvSpPr>
        <p:spPr>
          <a:xfrm>
            <a:off x="3589116" y="4552018"/>
            <a:ext cx="21735" cy="795853"/>
          </a:xfrm>
          <a:custGeom>
            <a:avLst/>
            <a:gdLst/>
            <a:ahLst/>
            <a:cxnLst/>
            <a:rect l="l" t="t" r="r" b="b"/>
            <a:pathLst>
              <a:path w="12064" h="442594">
                <a:moveTo>
                  <a:pt x="11912" y="0"/>
                </a:moveTo>
                <a:lnTo>
                  <a:pt x="0" y="0"/>
                </a:lnTo>
                <a:lnTo>
                  <a:pt x="0" y="430441"/>
                </a:lnTo>
                <a:lnTo>
                  <a:pt x="11912" y="442252"/>
                </a:lnTo>
                <a:lnTo>
                  <a:pt x="11912" y="0"/>
                </a:lnTo>
                <a:close/>
              </a:path>
            </a:pathLst>
          </a:custGeom>
          <a:solidFill>
            <a:srgbClr val="000000"/>
          </a:solidFill>
        </p:spPr>
        <p:txBody>
          <a:bodyPr wrap="square" lIns="0" tIns="0" rIns="0" bIns="0" rtlCol="0"/>
          <a:lstStyle/>
          <a:p>
            <a:endParaRPr/>
          </a:p>
        </p:txBody>
      </p:sp>
      <p:sp>
        <p:nvSpPr>
          <p:cNvPr id="278" name="object 141">
            <a:extLst>
              <a:ext uri="{FF2B5EF4-FFF2-40B4-BE49-F238E27FC236}">
                <a16:creationId xmlns:a16="http://schemas.microsoft.com/office/drawing/2014/main" id="{A6256B6E-B163-630B-A336-A91FE0B85DF6}"/>
              </a:ext>
            </a:extLst>
          </p:cNvPr>
          <p:cNvSpPr/>
          <p:nvPr/>
        </p:nvSpPr>
        <p:spPr>
          <a:xfrm>
            <a:off x="3589129" y="4552018"/>
            <a:ext cx="21735" cy="795853"/>
          </a:xfrm>
          <a:custGeom>
            <a:avLst/>
            <a:gdLst/>
            <a:ahLst/>
            <a:cxnLst/>
            <a:rect l="l" t="t" r="r" b="b"/>
            <a:pathLst>
              <a:path w="12064" h="442594">
                <a:moveTo>
                  <a:pt x="11906" y="0"/>
                </a:moveTo>
                <a:lnTo>
                  <a:pt x="0" y="0"/>
                </a:lnTo>
                <a:lnTo>
                  <a:pt x="0" y="430434"/>
                </a:lnTo>
                <a:lnTo>
                  <a:pt x="11906" y="442245"/>
                </a:lnTo>
                <a:lnTo>
                  <a:pt x="11906" y="0"/>
                </a:lnTo>
                <a:close/>
              </a:path>
            </a:pathLst>
          </a:custGeom>
          <a:ln w="4762">
            <a:solidFill>
              <a:srgbClr val="000000"/>
            </a:solidFill>
          </a:ln>
        </p:spPr>
        <p:txBody>
          <a:bodyPr wrap="square" lIns="0" tIns="0" rIns="0" bIns="0" rtlCol="0"/>
          <a:lstStyle/>
          <a:p>
            <a:endParaRPr/>
          </a:p>
        </p:txBody>
      </p:sp>
      <p:sp>
        <p:nvSpPr>
          <p:cNvPr id="279" name="object 142">
            <a:extLst>
              <a:ext uri="{FF2B5EF4-FFF2-40B4-BE49-F238E27FC236}">
                <a16:creationId xmlns:a16="http://schemas.microsoft.com/office/drawing/2014/main" id="{67C5E90D-72C6-7B9A-4364-FF92AE242211}"/>
              </a:ext>
            </a:extLst>
          </p:cNvPr>
          <p:cNvSpPr/>
          <p:nvPr/>
        </p:nvSpPr>
        <p:spPr>
          <a:xfrm>
            <a:off x="2888172" y="5326017"/>
            <a:ext cx="722979" cy="21695"/>
          </a:xfrm>
          <a:custGeom>
            <a:avLst/>
            <a:gdLst/>
            <a:ahLst/>
            <a:cxnLst/>
            <a:rect l="l" t="t" r="r" b="b"/>
            <a:pathLst>
              <a:path w="401319" h="12064">
                <a:moveTo>
                  <a:pt x="401002" y="11811"/>
                </a:moveTo>
                <a:lnTo>
                  <a:pt x="389089" y="0"/>
                </a:lnTo>
                <a:lnTo>
                  <a:pt x="0" y="0"/>
                </a:lnTo>
                <a:lnTo>
                  <a:pt x="11798" y="11811"/>
                </a:lnTo>
                <a:lnTo>
                  <a:pt x="401002" y="11811"/>
                </a:lnTo>
                <a:close/>
              </a:path>
            </a:pathLst>
          </a:custGeom>
          <a:solidFill>
            <a:srgbClr val="000000"/>
          </a:solidFill>
        </p:spPr>
        <p:txBody>
          <a:bodyPr wrap="square" lIns="0" tIns="0" rIns="0" bIns="0" rtlCol="0"/>
          <a:lstStyle/>
          <a:p>
            <a:endParaRPr/>
          </a:p>
        </p:txBody>
      </p:sp>
      <p:sp>
        <p:nvSpPr>
          <p:cNvPr id="280" name="object 143">
            <a:extLst>
              <a:ext uri="{FF2B5EF4-FFF2-40B4-BE49-F238E27FC236}">
                <a16:creationId xmlns:a16="http://schemas.microsoft.com/office/drawing/2014/main" id="{18C271AC-9996-7412-4B6A-FC9D75EDB189}"/>
              </a:ext>
            </a:extLst>
          </p:cNvPr>
          <p:cNvSpPr/>
          <p:nvPr/>
        </p:nvSpPr>
        <p:spPr>
          <a:xfrm>
            <a:off x="2888172" y="5326006"/>
            <a:ext cx="722979" cy="21695"/>
          </a:xfrm>
          <a:custGeom>
            <a:avLst/>
            <a:gdLst/>
            <a:ahLst/>
            <a:cxnLst/>
            <a:rect l="l" t="t" r="r" b="b"/>
            <a:pathLst>
              <a:path w="401319" h="12064">
                <a:moveTo>
                  <a:pt x="401002" y="11810"/>
                </a:moveTo>
                <a:lnTo>
                  <a:pt x="389096" y="0"/>
                </a:lnTo>
                <a:lnTo>
                  <a:pt x="0" y="0"/>
                </a:lnTo>
                <a:lnTo>
                  <a:pt x="11810" y="11810"/>
                </a:lnTo>
                <a:lnTo>
                  <a:pt x="401002" y="11810"/>
                </a:lnTo>
                <a:close/>
              </a:path>
            </a:pathLst>
          </a:custGeom>
          <a:ln w="4762">
            <a:solidFill>
              <a:srgbClr val="000000"/>
            </a:solidFill>
          </a:ln>
        </p:spPr>
        <p:txBody>
          <a:bodyPr wrap="square" lIns="0" tIns="0" rIns="0" bIns="0" rtlCol="0"/>
          <a:lstStyle/>
          <a:p>
            <a:endParaRPr/>
          </a:p>
        </p:txBody>
      </p:sp>
      <p:sp>
        <p:nvSpPr>
          <p:cNvPr id="281" name="object 144">
            <a:extLst>
              <a:ext uri="{FF2B5EF4-FFF2-40B4-BE49-F238E27FC236}">
                <a16:creationId xmlns:a16="http://schemas.microsoft.com/office/drawing/2014/main" id="{8EF73D3E-00D2-7F50-E10A-3FC51B8D4C28}"/>
              </a:ext>
            </a:extLst>
          </p:cNvPr>
          <p:cNvSpPr/>
          <p:nvPr/>
        </p:nvSpPr>
        <p:spPr>
          <a:xfrm>
            <a:off x="2888172" y="5326017"/>
            <a:ext cx="21735" cy="417909"/>
          </a:xfrm>
          <a:custGeom>
            <a:avLst/>
            <a:gdLst/>
            <a:ahLst/>
            <a:cxnLst/>
            <a:rect l="l" t="t" r="r" b="b"/>
            <a:pathLst>
              <a:path w="12065" h="232410">
                <a:moveTo>
                  <a:pt x="11798" y="11811"/>
                </a:moveTo>
                <a:lnTo>
                  <a:pt x="0" y="0"/>
                </a:lnTo>
                <a:lnTo>
                  <a:pt x="0" y="232029"/>
                </a:lnTo>
                <a:lnTo>
                  <a:pt x="11798" y="220116"/>
                </a:lnTo>
                <a:lnTo>
                  <a:pt x="11798" y="11811"/>
                </a:lnTo>
                <a:close/>
              </a:path>
            </a:pathLst>
          </a:custGeom>
          <a:solidFill>
            <a:srgbClr val="000000"/>
          </a:solidFill>
        </p:spPr>
        <p:txBody>
          <a:bodyPr wrap="square" lIns="0" tIns="0" rIns="0" bIns="0" rtlCol="0"/>
          <a:lstStyle/>
          <a:p>
            <a:endParaRPr/>
          </a:p>
        </p:txBody>
      </p:sp>
      <p:sp>
        <p:nvSpPr>
          <p:cNvPr id="282" name="object 145">
            <a:extLst>
              <a:ext uri="{FF2B5EF4-FFF2-40B4-BE49-F238E27FC236}">
                <a16:creationId xmlns:a16="http://schemas.microsoft.com/office/drawing/2014/main" id="{B7C06866-B9E2-1F90-1B69-E082173A3EF4}"/>
              </a:ext>
            </a:extLst>
          </p:cNvPr>
          <p:cNvSpPr/>
          <p:nvPr/>
        </p:nvSpPr>
        <p:spPr>
          <a:xfrm>
            <a:off x="2888172" y="5326006"/>
            <a:ext cx="21735" cy="417909"/>
          </a:xfrm>
          <a:custGeom>
            <a:avLst/>
            <a:gdLst/>
            <a:ahLst/>
            <a:cxnLst/>
            <a:rect l="l" t="t" r="r" b="b"/>
            <a:pathLst>
              <a:path w="12065" h="232410">
                <a:moveTo>
                  <a:pt x="11810" y="11810"/>
                </a:moveTo>
                <a:lnTo>
                  <a:pt x="0" y="0"/>
                </a:lnTo>
                <a:lnTo>
                  <a:pt x="0" y="232028"/>
                </a:lnTo>
                <a:lnTo>
                  <a:pt x="11810" y="220122"/>
                </a:lnTo>
                <a:lnTo>
                  <a:pt x="11810" y="11810"/>
                </a:lnTo>
                <a:close/>
              </a:path>
            </a:pathLst>
          </a:custGeom>
          <a:ln w="4762">
            <a:solidFill>
              <a:srgbClr val="000000"/>
            </a:solidFill>
          </a:ln>
        </p:spPr>
        <p:txBody>
          <a:bodyPr wrap="square" lIns="0" tIns="0" rIns="0" bIns="0" rtlCol="0"/>
          <a:lstStyle/>
          <a:p>
            <a:endParaRPr/>
          </a:p>
        </p:txBody>
      </p:sp>
      <p:sp>
        <p:nvSpPr>
          <p:cNvPr id="283" name="object 146">
            <a:extLst>
              <a:ext uri="{FF2B5EF4-FFF2-40B4-BE49-F238E27FC236}">
                <a16:creationId xmlns:a16="http://schemas.microsoft.com/office/drawing/2014/main" id="{E67707D5-1EA2-7D5F-4F8D-9835CE1CDF6D}"/>
              </a:ext>
            </a:extLst>
          </p:cNvPr>
          <p:cNvSpPr/>
          <p:nvPr/>
        </p:nvSpPr>
        <p:spPr>
          <a:xfrm>
            <a:off x="2888172" y="5721821"/>
            <a:ext cx="1664453" cy="21695"/>
          </a:xfrm>
          <a:custGeom>
            <a:avLst/>
            <a:gdLst/>
            <a:ahLst/>
            <a:cxnLst/>
            <a:rect l="l" t="t" r="r" b="b"/>
            <a:pathLst>
              <a:path w="923925" h="12064">
                <a:moveTo>
                  <a:pt x="923353" y="11912"/>
                </a:moveTo>
                <a:lnTo>
                  <a:pt x="911440" y="0"/>
                </a:lnTo>
                <a:lnTo>
                  <a:pt x="11798" y="0"/>
                </a:lnTo>
                <a:lnTo>
                  <a:pt x="0" y="11912"/>
                </a:lnTo>
                <a:lnTo>
                  <a:pt x="923353" y="11912"/>
                </a:lnTo>
                <a:close/>
              </a:path>
            </a:pathLst>
          </a:custGeom>
          <a:solidFill>
            <a:srgbClr val="000000"/>
          </a:solidFill>
        </p:spPr>
        <p:txBody>
          <a:bodyPr wrap="square" lIns="0" tIns="0" rIns="0" bIns="0" rtlCol="0"/>
          <a:lstStyle/>
          <a:p>
            <a:endParaRPr/>
          </a:p>
        </p:txBody>
      </p:sp>
      <p:sp>
        <p:nvSpPr>
          <p:cNvPr id="369" name="object 147">
            <a:extLst>
              <a:ext uri="{FF2B5EF4-FFF2-40B4-BE49-F238E27FC236}">
                <a16:creationId xmlns:a16="http://schemas.microsoft.com/office/drawing/2014/main" id="{914AC816-A86D-9923-1B7C-AFA33FEF4347}"/>
              </a:ext>
            </a:extLst>
          </p:cNvPr>
          <p:cNvSpPr/>
          <p:nvPr/>
        </p:nvSpPr>
        <p:spPr>
          <a:xfrm>
            <a:off x="2888172" y="5721819"/>
            <a:ext cx="1664453" cy="21695"/>
          </a:xfrm>
          <a:custGeom>
            <a:avLst/>
            <a:gdLst/>
            <a:ahLst/>
            <a:cxnLst/>
            <a:rect l="l" t="t" r="r" b="b"/>
            <a:pathLst>
              <a:path w="923925" h="12064">
                <a:moveTo>
                  <a:pt x="11810" y="0"/>
                </a:moveTo>
                <a:lnTo>
                  <a:pt x="0" y="11906"/>
                </a:lnTo>
                <a:lnTo>
                  <a:pt x="923353" y="11906"/>
                </a:lnTo>
                <a:lnTo>
                  <a:pt x="911447" y="0"/>
                </a:lnTo>
                <a:lnTo>
                  <a:pt x="11810" y="0"/>
                </a:lnTo>
                <a:close/>
              </a:path>
            </a:pathLst>
          </a:custGeom>
          <a:ln w="4762">
            <a:solidFill>
              <a:srgbClr val="000000"/>
            </a:solidFill>
          </a:ln>
        </p:spPr>
        <p:txBody>
          <a:bodyPr wrap="square" lIns="0" tIns="0" rIns="0" bIns="0" rtlCol="0"/>
          <a:lstStyle/>
          <a:p>
            <a:endParaRPr/>
          </a:p>
        </p:txBody>
      </p:sp>
      <p:sp>
        <p:nvSpPr>
          <p:cNvPr id="370" name="object 148">
            <a:extLst>
              <a:ext uri="{FF2B5EF4-FFF2-40B4-BE49-F238E27FC236}">
                <a16:creationId xmlns:a16="http://schemas.microsoft.com/office/drawing/2014/main" id="{CD3D330C-790F-32EC-1257-255E53A9463F}"/>
              </a:ext>
            </a:extLst>
          </p:cNvPr>
          <p:cNvSpPr/>
          <p:nvPr/>
        </p:nvSpPr>
        <p:spPr>
          <a:xfrm>
            <a:off x="4530135" y="5326017"/>
            <a:ext cx="21735" cy="417909"/>
          </a:xfrm>
          <a:custGeom>
            <a:avLst/>
            <a:gdLst/>
            <a:ahLst/>
            <a:cxnLst/>
            <a:rect l="l" t="t" r="r" b="b"/>
            <a:pathLst>
              <a:path w="12064" h="232410">
                <a:moveTo>
                  <a:pt x="11912" y="0"/>
                </a:moveTo>
                <a:lnTo>
                  <a:pt x="0" y="11811"/>
                </a:lnTo>
                <a:lnTo>
                  <a:pt x="0" y="220116"/>
                </a:lnTo>
                <a:lnTo>
                  <a:pt x="11912" y="232029"/>
                </a:lnTo>
                <a:lnTo>
                  <a:pt x="11912" y="0"/>
                </a:lnTo>
                <a:close/>
              </a:path>
            </a:pathLst>
          </a:custGeom>
          <a:solidFill>
            <a:srgbClr val="000000"/>
          </a:solidFill>
        </p:spPr>
        <p:txBody>
          <a:bodyPr wrap="square" lIns="0" tIns="0" rIns="0" bIns="0" rtlCol="0"/>
          <a:lstStyle/>
          <a:p>
            <a:endParaRPr/>
          </a:p>
        </p:txBody>
      </p:sp>
      <p:sp>
        <p:nvSpPr>
          <p:cNvPr id="371" name="object 149">
            <a:extLst>
              <a:ext uri="{FF2B5EF4-FFF2-40B4-BE49-F238E27FC236}">
                <a16:creationId xmlns:a16="http://schemas.microsoft.com/office/drawing/2014/main" id="{D8876ED5-EC34-CC6A-8BC1-3FDF79ADBCF2}"/>
              </a:ext>
            </a:extLst>
          </p:cNvPr>
          <p:cNvSpPr/>
          <p:nvPr/>
        </p:nvSpPr>
        <p:spPr>
          <a:xfrm>
            <a:off x="4530146" y="5326006"/>
            <a:ext cx="21735" cy="417909"/>
          </a:xfrm>
          <a:custGeom>
            <a:avLst/>
            <a:gdLst/>
            <a:ahLst/>
            <a:cxnLst/>
            <a:rect l="l" t="t" r="r" b="b"/>
            <a:pathLst>
              <a:path w="12064" h="232410">
                <a:moveTo>
                  <a:pt x="0" y="220122"/>
                </a:moveTo>
                <a:lnTo>
                  <a:pt x="11906" y="232028"/>
                </a:lnTo>
                <a:lnTo>
                  <a:pt x="11906" y="0"/>
                </a:lnTo>
                <a:lnTo>
                  <a:pt x="0" y="11810"/>
                </a:lnTo>
                <a:lnTo>
                  <a:pt x="0" y="220122"/>
                </a:lnTo>
                <a:close/>
              </a:path>
            </a:pathLst>
          </a:custGeom>
          <a:ln w="4762">
            <a:solidFill>
              <a:srgbClr val="000000"/>
            </a:solidFill>
          </a:ln>
        </p:spPr>
        <p:txBody>
          <a:bodyPr wrap="square" lIns="0" tIns="0" rIns="0" bIns="0" rtlCol="0"/>
          <a:lstStyle/>
          <a:p>
            <a:endParaRPr/>
          </a:p>
        </p:txBody>
      </p:sp>
      <p:sp>
        <p:nvSpPr>
          <p:cNvPr id="373" name="object 150">
            <a:extLst>
              <a:ext uri="{FF2B5EF4-FFF2-40B4-BE49-F238E27FC236}">
                <a16:creationId xmlns:a16="http://schemas.microsoft.com/office/drawing/2014/main" id="{D74542F0-E0DF-9121-1CC6-F259709200CA}"/>
              </a:ext>
            </a:extLst>
          </p:cNvPr>
          <p:cNvSpPr/>
          <p:nvPr/>
        </p:nvSpPr>
        <p:spPr>
          <a:xfrm>
            <a:off x="3829347" y="5326017"/>
            <a:ext cx="722979" cy="21695"/>
          </a:xfrm>
          <a:custGeom>
            <a:avLst/>
            <a:gdLst/>
            <a:ahLst/>
            <a:cxnLst/>
            <a:rect l="l" t="t" r="r" b="b"/>
            <a:pathLst>
              <a:path w="401319" h="12064">
                <a:moveTo>
                  <a:pt x="400913" y="0"/>
                </a:moveTo>
                <a:lnTo>
                  <a:pt x="11912" y="0"/>
                </a:lnTo>
                <a:lnTo>
                  <a:pt x="0" y="11811"/>
                </a:lnTo>
                <a:lnTo>
                  <a:pt x="389001" y="11811"/>
                </a:lnTo>
                <a:lnTo>
                  <a:pt x="400913" y="0"/>
                </a:lnTo>
                <a:close/>
              </a:path>
            </a:pathLst>
          </a:custGeom>
          <a:solidFill>
            <a:srgbClr val="000000"/>
          </a:solidFill>
        </p:spPr>
        <p:txBody>
          <a:bodyPr wrap="square" lIns="0" tIns="0" rIns="0" bIns="0" rtlCol="0"/>
          <a:lstStyle/>
          <a:p>
            <a:endParaRPr/>
          </a:p>
        </p:txBody>
      </p:sp>
      <p:sp>
        <p:nvSpPr>
          <p:cNvPr id="374" name="object 151">
            <a:extLst>
              <a:ext uri="{FF2B5EF4-FFF2-40B4-BE49-F238E27FC236}">
                <a16:creationId xmlns:a16="http://schemas.microsoft.com/office/drawing/2014/main" id="{E875AB20-A760-D4C3-39EC-53E80B2BE704}"/>
              </a:ext>
            </a:extLst>
          </p:cNvPr>
          <p:cNvSpPr/>
          <p:nvPr/>
        </p:nvSpPr>
        <p:spPr>
          <a:xfrm>
            <a:off x="3829359" y="5326006"/>
            <a:ext cx="722979" cy="21695"/>
          </a:xfrm>
          <a:custGeom>
            <a:avLst/>
            <a:gdLst/>
            <a:ahLst/>
            <a:cxnLst/>
            <a:rect l="l" t="t" r="r" b="b"/>
            <a:pathLst>
              <a:path w="401319" h="12064">
                <a:moveTo>
                  <a:pt x="389000" y="11810"/>
                </a:moveTo>
                <a:lnTo>
                  <a:pt x="400907" y="0"/>
                </a:lnTo>
                <a:lnTo>
                  <a:pt x="11906" y="0"/>
                </a:lnTo>
                <a:lnTo>
                  <a:pt x="0" y="11810"/>
                </a:lnTo>
                <a:lnTo>
                  <a:pt x="389000" y="11810"/>
                </a:lnTo>
                <a:close/>
              </a:path>
            </a:pathLst>
          </a:custGeom>
          <a:ln w="4762">
            <a:solidFill>
              <a:srgbClr val="000000"/>
            </a:solidFill>
          </a:ln>
        </p:spPr>
        <p:txBody>
          <a:bodyPr wrap="square" lIns="0" tIns="0" rIns="0" bIns="0" rtlCol="0"/>
          <a:lstStyle/>
          <a:p>
            <a:endParaRPr/>
          </a:p>
        </p:txBody>
      </p:sp>
      <p:sp>
        <p:nvSpPr>
          <p:cNvPr id="576" name="object 152">
            <a:extLst>
              <a:ext uri="{FF2B5EF4-FFF2-40B4-BE49-F238E27FC236}">
                <a16:creationId xmlns:a16="http://schemas.microsoft.com/office/drawing/2014/main" id="{4031186B-241F-DEC7-74E4-89DD56976B18}"/>
              </a:ext>
            </a:extLst>
          </p:cNvPr>
          <p:cNvSpPr/>
          <p:nvPr/>
        </p:nvSpPr>
        <p:spPr>
          <a:xfrm>
            <a:off x="3829347" y="4552018"/>
            <a:ext cx="21735" cy="795853"/>
          </a:xfrm>
          <a:custGeom>
            <a:avLst/>
            <a:gdLst/>
            <a:ahLst/>
            <a:cxnLst/>
            <a:rect l="l" t="t" r="r" b="b"/>
            <a:pathLst>
              <a:path w="12064" h="442594">
                <a:moveTo>
                  <a:pt x="11912" y="0"/>
                </a:moveTo>
                <a:lnTo>
                  <a:pt x="0" y="0"/>
                </a:lnTo>
                <a:lnTo>
                  <a:pt x="0" y="442252"/>
                </a:lnTo>
                <a:lnTo>
                  <a:pt x="11912" y="430441"/>
                </a:lnTo>
                <a:lnTo>
                  <a:pt x="11912" y="0"/>
                </a:lnTo>
                <a:close/>
              </a:path>
            </a:pathLst>
          </a:custGeom>
          <a:solidFill>
            <a:srgbClr val="000000"/>
          </a:solidFill>
        </p:spPr>
        <p:txBody>
          <a:bodyPr wrap="square" lIns="0" tIns="0" rIns="0" bIns="0" rtlCol="0"/>
          <a:lstStyle/>
          <a:p>
            <a:endParaRPr/>
          </a:p>
        </p:txBody>
      </p:sp>
      <p:sp>
        <p:nvSpPr>
          <p:cNvPr id="577" name="object 153">
            <a:extLst>
              <a:ext uri="{FF2B5EF4-FFF2-40B4-BE49-F238E27FC236}">
                <a16:creationId xmlns:a16="http://schemas.microsoft.com/office/drawing/2014/main" id="{FDE84073-A34A-BD3D-8278-1127E79904F2}"/>
              </a:ext>
            </a:extLst>
          </p:cNvPr>
          <p:cNvSpPr/>
          <p:nvPr/>
        </p:nvSpPr>
        <p:spPr>
          <a:xfrm>
            <a:off x="3829359" y="4552018"/>
            <a:ext cx="21735" cy="795853"/>
          </a:xfrm>
          <a:custGeom>
            <a:avLst/>
            <a:gdLst/>
            <a:ahLst/>
            <a:cxnLst/>
            <a:rect l="l" t="t" r="r" b="b"/>
            <a:pathLst>
              <a:path w="12064" h="442594">
                <a:moveTo>
                  <a:pt x="0" y="442245"/>
                </a:moveTo>
                <a:lnTo>
                  <a:pt x="11906" y="430434"/>
                </a:lnTo>
                <a:lnTo>
                  <a:pt x="11906" y="0"/>
                </a:lnTo>
                <a:lnTo>
                  <a:pt x="0" y="0"/>
                </a:lnTo>
                <a:lnTo>
                  <a:pt x="0" y="442245"/>
                </a:lnTo>
                <a:close/>
              </a:path>
            </a:pathLst>
          </a:custGeom>
          <a:ln w="4762">
            <a:solidFill>
              <a:srgbClr val="000000"/>
            </a:solidFill>
          </a:ln>
        </p:spPr>
        <p:txBody>
          <a:bodyPr wrap="square" lIns="0" tIns="0" rIns="0" bIns="0" rtlCol="0"/>
          <a:lstStyle/>
          <a:p>
            <a:endParaRPr/>
          </a:p>
        </p:txBody>
      </p:sp>
      <p:sp>
        <p:nvSpPr>
          <p:cNvPr id="578" name="object 154">
            <a:extLst>
              <a:ext uri="{FF2B5EF4-FFF2-40B4-BE49-F238E27FC236}">
                <a16:creationId xmlns:a16="http://schemas.microsoft.com/office/drawing/2014/main" id="{09099A0D-A079-A99B-AD62-DED98A8521A1}"/>
              </a:ext>
            </a:extLst>
          </p:cNvPr>
          <p:cNvSpPr/>
          <p:nvPr/>
        </p:nvSpPr>
        <p:spPr>
          <a:xfrm>
            <a:off x="3687107" y="5089648"/>
            <a:ext cx="74357" cy="147296"/>
          </a:xfrm>
          <a:custGeom>
            <a:avLst/>
            <a:gdLst/>
            <a:ahLst/>
            <a:cxnLst/>
            <a:rect l="l" t="t" r="r" b="b"/>
            <a:pathLst>
              <a:path w="41275" h="81914">
                <a:moveTo>
                  <a:pt x="20669" y="81438"/>
                </a:moveTo>
                <a:lnTo>
                  <a:pt x="0" y="0"/>
                </a:lnTo>
                <a:lnTo>
                  <a:pt x="41243" y="0"/>
                </a:lnTo>
                <a:lnTo>
                  <a:pt x="20669" y="81438"/>
                </a:lnTo>
                <a:close/>
              </a:path>
            </a:pathLst>
          </a:custGeom>
          <a:solidFill>
            <a:srgbClr val="000000"/>
          </a:solidFill>
        </p:spPr>
        <p:txBody>
          <a:bodyPr wrap="square" lIns="0" tIns="0" rIns="0" bIns="0" rtlCol="0"/>
          <a:lstStyle/>
          <a:p>
            <a:endParaRPr/>
          </a:p>
        </p:txBody>
      </p:sp>
      <p:sp>
        <p:nvSpPr>
          <p:cNvPr id="579" name="object 155">
            <a:extLst>
              <a:ext uri="{FF2B5EF4-FFF2-40B4-BE49-F238E27FC236}">
                <a16:creationId xmlns:a16="http://schemas.microsoft.com/office/drawing/2014/main" id="{E475EB96-0577-F0C6-1A15-1B412DB28942}"/>
              </a:ext>
            </a:extLst>
          </p:cNvPr>
          <p:cNvSpPr/>
          <p:nvPr/>
        </p:nvSpPr>
        <p:spPr>
          <a:xfrm>
            <a:off x="3687107" y="5089648"/>
            <a:ext cx="74357" cy="147296"/>
          </a:xfrm>
          <a:custGeom>
            <a:avLst/>
            <a:gdLst/>
            <a:ahLst/>
            <a:cxnLst/>
            <a:rect l="l" t="t" r="r" b="b"/>
            <a:pathLst>
              <a:path w="41275" h="81914">
                <a:moveTo>
                  <a:pt x="41243" y="0"/>
                </a:moveTo>
                <a:lnTo>
                  <a:pt x="20669" y="81438"/>
                </a:lnTo>
                <a:lnTo>
                  <a:pt x="0" y="0"/>
                </a:lnTo>
                <a:lnTo>
                  <a:pt x="41243" y="0"/>
                </a:lnTo>
                <a:close/>
              </a:path>
            </a:pathLst>
          </a:custGeom>
          <a:ln w="4762">
            <a:solidFill>
              <a:srgbClr val="000000"/>
            </a:solidFill>
          </a:ln>
        </p:spPr>
        <p:txBody>
          <a:bodyPr wrap="square" lIns="0" tIns="0" rIns="0" bIns="0" rtlCol="0"/>
          <a:lstStyle/>
          <a:p>
            <a:endParaRPr/>
          </a:p>
        </p:txBody>
      </p:sp>
      <p:sp>
        <p:nvSpPr>
          <p:cNvPr id="580" name="object 156">
            <a:extLst>
              <a:ext uri="{FF2B5EF4-FFF2-40B4-BE49-F238E27FC236}">
                <a16:creationId xmlns:a16="http://schemas.microsoft.com/office/drawing/2014/main" id="{2A809DD8-3FD6-0F65-3AC0-34AC15CE982F}"/>
              </a:ext>
            </a:extLst>
          </p:cNvPr>
          <p:cNvSpPr/>
          <p:nvPr/>
        </p:nvSpPr>
        <p:spPr>
          <a:xfrm>
            <a:off x="3718659" y="4807743"/>
            <a:ext cx="11440" cy="282031"/>
          </a:xfrm>
          <a:custGeom>
            <a:avLst/>
            <a:gdLst/>
            <a:ahLst/>
            <a:cxnLst/>
            <a:rect l="l" t="t" r="r" b="b"/>
            <a:pathLst>
              <a:path w="6350" h="156844">
                <a:moveTo>
                  <a:pt x="6299" y="0"/>
                </a:moveTo>
                <a:lnTo>
                  <a:pt x="0" y="0"/>
                </a:lnTo>
                <a:lnTo>
                  <a:pt x="0" y="156781"/>
                </a:lnTo>
                <a:lnTo>
                  <a:pt x="6299" y="156781"/>
                </a:lnTo>
                <a:lnTo>
                  <a:pt x="6299" y="0"/>
                </a:lnTo>
                <a:close/>
              </a:path>
            </a:pathLst>
          </a:custGeom>
          <a:solidFill>
            <a:srgbClr val="000000"/>
          </a:solidFill>
        </p:spPr>
        <p:txBody>
          <a:bodyPr wrap="square" lIns="0" tIns="0" rIns="0" bIns="0" rtlCol="0"/>
          <a:lstStyle/>
          <a:p>
            <a:endParaRPr/>
          </a:p>
        </p:txBody>
      </p:sp>
      <p:sp>
        <p:nvSpPr>
          <p:cNvPr id="581" name="object 157">
            <a:extLst>
              <a:ext uri="{FF2B5EF4-FFF2-40B4-BE49-F238E27FC236}">
                <a16:creationId xmlns:a16="http://schemas.microsoft.com/office/drawing/2014/main" id="{C66D7E9A-CDD6-685E-486E-DFC5E82FD9E5}"/>
              </a:ext>
            </a:extLst>
          </p:cNvPr>
          <p:cNvSpPr txBox="1"/>
          <p:nvPr/>
        </p:nvSpPr>
        <p:spPr>
          <a:xfrm>
            <a:off x="3955430" y="4677788"/>
            <a:ext cx="376361" cy="369952"/>
          </a:xfrm>
          <a:prstGeom prst="rect">
            <a:avLst/>
          </a:prstGeom>
        </p:spPr>
        <p:txBody>
          <a:bodyPr vert="horz" wrap="square" lIns="0" tIns="16510" rIns="0" bIns="0" rtlCol="0">
            <a:spAutoFit/>
          </a:bodyPr>
          <a:lstStyle/>
          <a:p>
            <a:pPr marL="12700">
              <a:lnSpc>
                <a:spcPct val="100000"/>
              </a:lnSpc>
              <a:spcBef>
                <a:spcPts val="130"/>
              </a:spcBef>
            </a:pPr>
            <a:r>
              <a:rPr sz="1150" spc="-25" dirty="0">
                <a:latin typeface="Microsoft Sans Serif"/>
                <a:cs typeface="Microsoft Sans Serif"/>
              </a:rPr>
              <a:t>P1</a:t>
            </a:r>
            <a:endParaRPr sz="1150">
              <a:latin typeface="Microsoft Sans Serif"/>
              <a:cs typeface="Microsoft Sans Serif"/>
            </a:endParaRPr>
          </a:p>
        </p:txBody>
      </p:sp>
      <p:sp>
        <p:nvSpPr>
          <p:cNvPr id="583" name="object 159">
            <a:extLst>
              <a:ext uri="{FF2B5EF4-FFF2-40B4-BE49-F238E27FC236}">
                <a16:creationId xmlns:a16="http://schemas.microsoft.com/office/drawing/2014/main" id="{B59B053F-DCFF-E411-9CFF-7A3DEAFBF578}"/>
              </a:ext>
            </a:extLst>
          </p:cNvPr>
          <p:cNvSpPr/>
          <p:nvPr/>
        </p:nvSpPr>
        <p:spPr>
          <a:xfrm>
            <a:off x="3718680" y="4807730"/>
            <a:ext cx="11440" cy="282031"/>
          </a:xfrm>
          <a:custGeom>
            <a:avLst/>
            <a:gdLst/>
            <a:ahLst/>
            <a:cxnLst/>
            <a:rect l="l" t="t" r="r" b="b"/>
            <a:pathLst>
              <a:path w="6350" h="156844">
                <a:moveTo>
                  <a:pt x="0" y="156781"/>
                </a:moveTo>
                <a:lnTo>
                  <a:pt x="6286" y="156781"/>
                </a:lnTo>
                <a:lnTo>
                  <a:pt x="6286" y="0"/>
                </a:lnTo>
                <a:lnTo>
                  <a:pt x="0" y="0"/>
                </a:lnTo>
                <a:lnTo>
                  <a:pt x="0" y="156781"/>
                </a:lnTo>
                <a:close/>
              </a:path>
            </a:pathLst>
          </a:custGeom>
          <a:ln w="4762">
            <a:solidFill>
              <a:srgbClr val="000000"/>
            </a:solidFill>
          </a:ln>
        </p:spPr>
        <p:txBody>
          <a:bodyPr wrap="square" lIns="0" tIns="0" rIns="0" bIns="0" rtlCol="0"/>
          <a:lstStyle/>
          <a:p>
            <a:endParaRPr/>
          </a:p>
        </p:txBody>
      </p:sp>
      <p:sp>
        <p:nvSpPr>
          <p:cNvPr id="584" name="object 160">
            <a:extLst>
              <a:ext uri="{FF2B5EF4-FFF2-40B4-BE49-F238E27FC236}">
                <a16:creationId xmlns:a16="http://schemas.microsoft.com/office/drawing/2014/main" id="{D8B11267-12C1-FC69-F6E6-F42CA24AFCD3}"/>
              </a:ext>
            </a:extLst>
          </p:cNvPr>
          <p:cNvSpPr/>
          <p:nvPr/>
        </p:nvSpPr>
        <p:spPr>
          <a:xfrm>
            <a:off x="2861745" y="5732439"/>
            <a:ext cx="74357" cy="101623"/>
          </a:xfrm>
          <a:custGeom>
            <a:avLst/>
            <a:gdLst/>
            <a:ahLst/>
            <a:cxnLst/>
            <a:rect l="l" t="t" r="r" b="b"/>
            <a:pathLst>
              <a:path w="41275" h="56514">
                <a:moveTo>
                  <a:pt x="41243" y="56007"/>
                </a:moveTo>
                <a:lnTo>
                  <a:pt x="0" y="56007"/>
                </a:lnTo>
                <a:lnTo>
                  <a:pt x="20574" y="0"/>
                </a:lnTo>
                <a:lnTo>
                  <a:pt x="41243" y="56007"/>
                </a:lnTo>
                <a:close/>
              </a:path>
            </a:pathLst>
          </a:custGeom>
          <a:solidFill>
            <a:srgbClr val="FF0000"/>
          </a:solidFill>
        </p:spPr>
        <p:txBody>
          <a:bodyPr wrap="square" lIns="0" tIns="0" rIns="0" bIns="0" rtlCol="0"/>
          <a:lstStyle/>
          <a:p>
            <a:endParaRPr/>
          </a:p>
        </p:txBody>
      </p:sp>
      <p:sp>
        <p:nvSpPr>
          <p:cNvPr id="585" name="object 161">
            <a:extLst>
              <a:ext uri="{FF2B5EF4-FFF2-40B4-BE49-F238E27FC236}">
                <a16:creationId xmlns:a16="http://schemas.microsoft.com/office/drawing/2014/main" id="{00614AB9-F3FB-8ADA-4C2E-65E78FE08582}"/>
              </a:ext>
            </a:extLst>
          </p:cNvPr>
          <p:cNvSpPr/>
          <p:nvPr/>
        </p:nvSpPr>
        <p:spPr>
          <a:xfrm>
            <a:off x="2861745" y="5732439"/>
            <a:ext cx="74357" cy="101623"/>
          </a:xfrm>
          <a:custGeom>
            <a:avLst/>
            <a:gdLst/>
            <a:ahLst/>
            <a:cxnLst/>
            <a:rect l="l" t="t" r="r" b="b"/>
            <a:pathLst>
              <a:path w="41275" h="56514">
                <a:moveTo>
                  <a:pt x="41243" y="56007"/>
                </a:moveTo>
                <a:lnTo>
                  <a:pt x="20574" y="0"/>
                </a:lnTo>
                <a:lnTo>
                  <a:pt x="0" y="56007"/>
                </a:lnTo>
                <a:lnTo>
                  <a:pt x="41243" y="56007"/>
                </a:lnTo>
                <a:close/>
              </a:path>
            </a:pathLst>
          </a:custGeom>
          <a:ln w="4762">
            <a:solidFill>
              <a:srgbClr val="FF0000"/>
            </a:solidFill>
          </a:ln>
        </p:spPr>
        <p:txBody>
          <a:bodyPr wrap="square" lIns="0" tIns="0" rIns="0" bIns="0" rtlCol="0"/>
          <a:lstStyle/>
          <a:p>
            <a:endParaRPr/>
          </a:p>
        </p:txBody>
      </p:sp>
      <p:sp>
        <p:nvSpPr>
          <p:cNvPr id="586" name="object 162">
            <a:extLst>
              <a:ext uri="{FF2B5EF4-FFF2-40B4-BE49-F238E27FC236}">
                <a16:creationId xmlns:a16="http://schemas.microsoft.com/office/drawing/2014/main" id="{7380B52A-C353-4FC8-C60B-A9C6B14AA129}"/>
              </a:ext>
            </a:extLst>
          </p:cNvPr>
          <p:cNvSpPr/>
          <p:nvPr/>
        </p:nvSpPr>
        <p:spPr>
          <a:xfrm>
            <a:off x="2895194" y="5833148"/>
            <a:ext cx="8008" cy="214663"/>
          </a:xfrm>
          <a:custGeom>
            <a:avLst/>
            <a:gdLst/>
            <a:ahLst/>
            <a:cxnLst/>
            <a:rect l="l" t="t" r="r" b="b"/>
            <a:pathLst>
              <a:path w="4444" h="119380">
                <a:moveTo>
                  <a:pt x="4000" y="0"/>
                </a:moveTo>
                <a:lnTo>
                  <a:pt x="0" y="0"/>
                </a:lnTo>
                <a:lnTo>
                  <a:pt x="0" y="118783"/>
                </a:lnTo>
                <a:lnTo>
                  <a:pt x="4000" y="114871"/>
                </a:lnTo>
                <a:lnTo>
                  <a:pt x="4000" y="0"/>
                </a:lnTo>
                <a:close/>
              </a:path>
            </a:pathLst>
          </a:custGeom>
          <a:solidFill>
            <a:srgbClr val="FF0000"/>
          </a:solidFill>
        </p:spPr>
        <p:txBody>
          <a:bodyPr wrap="square" lIns="0" tIns="0" rIns="0" bIns="0" rtlCol="0"/>
          <a:lstStyle/>
          <a:p>
            <a:endParaRPr/>
          </a:p>
        </p:txBody>
      </p:sp>
      <p:sp>
        <p:nvSpPr>
          <p:cNvPr id="587" name="object 163">
            <a:extLst>
              <a:ext uri="{FF2B5EF4-FFF2-40B4-BE49-F238E27FC236}">
                <a16:creationId xmlns:a16="http://schemas.microsoft.com/office/drawing/2014/main" id="{A8C98F7E-2776-A989-9CC3-6D0F6F140D6A}"/>
              </a:ext>
            </a:extLst>
          </p:cNvPr>
          <p:cNvSpPr/>
          <p:nvPr/>
        </p:nvSpPr>
        <p:spPr>
          <a:xfrm>
            <a:off x="2895207" y="5833148"/>
            <a:ext cx="8008" cy="214663"/>
          </a:xfrm>
          <a:custGeom>
            <a:avLst/>
            <a:gdLst/>
            <a:ahLst/>
            <a:cxnLst/>
            <a:rect l="l" t="t" r="r" b="b"/>
            <a:pathLst>
              <a:path w="4444" h="119380">
                <a:moveTo>
                  <a:pt x="4000" y="0"/>
                </a:moveTo>
                <a:lnTo>
                  <a:pt x="0" y="0"/>
                </a:lnTo>
                <a:lnTo>
                  <a:pt x="0" y="118776"/>
                </a:lnTo>
                <a:lnTo>
                  <a:pt x="4000" y="114871"/>
                </a:lnTo>
                <a:lnTo>
                  <a:pt x="4000" y="0"/>
                </a:lnTo>
                <a:close/>
              </a:path>
            </a:pathLst>
          </a:custGeom>
          <a:ln w="4762">
            <a:solidFill>
              <a:srgbClr val="FF0000"/>
            </a:solidFill>
          </a:ln>
        </p:spPr>
        <p:txBody>
          <a:bodyPr wrap="square" lIns="0" tIns="0" rIns="0" bIns="0" rtlCol="0"/>
          <a:lstStyle/>
          <a:p>
            <a:endParaRPr/>
          </a:p>
        </p:txBody>
      </p:sp>
      <p:sp>
        <p:nvSpPr>
          <p:cNvPr id="588" name="object 164">
            <a:extLst>
              <a:ext uri="{FF2B5EF4-FFF2-40B4-BE49-F238E27FC236}">
                <a16:creationId xmlns:a16="http://schemas.microsoft.com/office/drawing/2014/main" id="{0E3A1868-0682-7A41-3D25-9768DE4647A4}"/>
              </a:ext>
            </a:extLst>
          </p:cNvPr>
          <p:cNvSpPr/>
          <p:nvPr/>
        </p:nvSpPr>
        <p:spPr>
          <a:xfrm>
            <a:off x="2895194" y="6039706"/>
            <a:ext cx="1649580" cy="7993"/>
          </a:xfrm>
          <a:custGeom>
            <a:avLst/>
            <a:gdLst/>
            <a:ahLst/>
            <a:cxnLst/>
            <a:rect l="l" t="t" r="r" b="b"/>
            <a:pathLst>
              <a:path w="915669" h="4444">
                <a:moveTo>
                  <a:pt x="915543" y="3911"/>
                </a:moveTo>
                <a:lnTo>
                  <a:pt x="911644" y="0"/>
                </a:lnTo>
                <a:lnTo>
                  <a:pt x="4000" y="0"/>
                </a:lnTo>
                <a:lnTo>
                  <a:pt x="0" y="3911"/>
                </a:lnTo>
                <a:lnTo>
                  <a:pt x="915543" y="3911"/>
                </a:lnTo>
                <a:close/>
              </a:path>
            </a:pathLst>
          </a:custGeom>
          <a:solidFill>
            <a:srgbClr val="FF0000"/>
          </a:solidFill>
        </p:spPr>
        <p:txBody>
          <a:bodyPr wrap="square" lIns="0" tIns="0" rIns="0" bIns="0" rtlCol="0"/>
          <a:lstStyle/>
          <a:p>
            <a:endParaRPr/>
          </a:p>
        </p:txBody>
      </p:sp>
      <p:sp>
        <p:nvSpPr>
          <p:cNvPr id="589" name="object 165">
            <a:extLst>
              <a:ext uri="{FF2B5EF4-FFF2-40B4-BE49-F238E27FC236}">
                <a16:creationId xmlns:a16="http://schemas.microsoft.com/office/drawing/2014/main" id="{841705C0-F6EB-63B4-2548-AA696D55B99A}"/>
              </a:ext>
            </a:extLst>
          </p:cNvPr>
          <p:cNvSpPr/>
          <p:nvPr/>
        </p:nvSpPr>
        <p:spPr>
          <a:xfrm>
            <a:off x="2895207" y="6039704"/>
            <a:ext cx="1649580" cy="7993"/>
          </a:xfrm>
          <a:custGeom>
            <a:avLst/>
            <a:gdLst/>
            <a:ahLst/>
            <a:cxnLst/>
            <a:rect l="l" t="t" r="r" b="b"/>
            <a:pathLst>
              <a:path w="915669" h="4444">
                <a:moveTo>
                  <a:pt x="4000" y="0"/>
                </a:moveTo>
                <a:lnTo>
                  <a:pt x="0" y="3905"/>
                </a:lnTo>
                <a:lnTo>
                  <a:pt x="915543" y="3905"/>
                </a:lnTo>
                <a:lnTo>
                  <a:pt x="911637" y="0"/>
                </a:lnTo>
                <a:lnTo>
                  <a:pt x="4000" y="0"/>
                </a:lnTo>
                <a:close/>
              </a:path>
            </a:pathLst>
          </a:custGeom>
          <a:ln w="4762">
            <a:solidFill>
              <a:srgbClr val="FF0000"/>
            </a:solidFill>
          </a:ln>
        </p:spPr>
        <p:txBody>
          <a:bodyPr wrap="square" lIns="0" tIns="0" rIns="0" bIns="0" rtlCol="0"/>
          <a:lstStyle/>
          <a:p>
            <a:endParaRPr/>
          </a:p>
        </p:txBody>
      </p:sp>
      <p:sp>
        <p:nvSpPr>
          <p:cNvPr id="590" name="object 166">
            <a:extLst>
              <a:ext uri="{FF2B5EF4-FFF2-40B4-BE49-F238E27FC236}">
                <a16:creationId xmlns:a16="http://schemas.microsoft.com/office/drawing/2014/main" id="{7BC8A2B3-BD12-87E0-F9A9-8D9845B9B566}"/>
              </a:ext>
            </a:extLst>
          </p:cNvPr>
          <p:cNvSpPr/>
          <p:nvPr/>
        </p:nvSpPr>
        <p:spPr>
          <a:xfrm>
            <a:off x="4537525" y="5833148"/>
            <a:ext cx="8008" cy="214663"/>
          </a:xfrm>
          <a:custGeom>
            <a:avLst/>
            <a:gdLst/>
            <a:ahLst/>
            <a:cxnLst/>
            <a:rect l="l" t="t" r="r" b="b"/>
            <a:pathLst>
              <a:path w="4444" h="119380">
                <a:moveTo>
                  <a:pt x="3898" y="0"/>
                </a:moveTo>
                <a:lnTo>
                  <a:pt x="0" y="0"/>
                </a:lnTo>
                <a:lnTo>
                  <a:pt x="0" y="114871"/>
                </a:lnTo>
                <a:lnTo>
                  <a:pt x="3898" y="118783"/>
                </a:lnTo>
                <a:lnTo>
                  <a:pt x="3898" y="0"/>
                </a:lnTo>
                <a:close/>
              </a:path>
            </a:pathLst>
          </a:custGeom>
          <a:solidFill>
            <a:srgbClr val="FF0000"/>
          </a:solidFill>
        </p:spPr>
        <p:txBody>
          <a:bodyPr wrap="square" lIns="0" tIns="0" rIns="0" bIns="0" rtlCol="0"/>
          <a:lstStyle/>
          <a:p>
            <a:endParaRPr/>
          </a:p>
        </p:txBody>
      </p:sp>
      <p:sp>
        <p:nvSpPr>
          <p:cNvPr id="591" name="object 167">
            <a:extLst>
              <a:ext uri="{FF2B5EF4-FFF2-40B4-BE49-F238E27FC236}">
                <a16:creationId xmlns:a16="http://schemas.microsoft.com/office/drawing/2014/main" id="{6B3A83C5-CF09-7186-4400-0E9678D38B42}"/>
              </a:ext>
            </a:extLst>
          </p:cNvPr>
          <p:cNvSpPr/>
          <p:nvPr/>
        </p:nvSpPr>
        <p:spPr>
          <a:xfrm>
            <a:off x="4537523" y="5833148"/>
            <a:ext cx="8008" cy="214663"/>
          </a:xfrm>
          <a:custGeom>
            <a:avLst/>
            <a:gdLst/>
            <a:ahLst/>
            <a:cxnLst/>
            <a:rect l="l" t="t" r="r" b="b"/>
            <a:pathLst>
              <a:path w="4444" h="119380">
                <a:moveTo>
                  <a:pt x="0" y="114871"/>
                </a:moveTo>
                <a:lnTo>
                  <a:pt x="3905" y="118776"/>
                </a:lnTo>
                <a:lnTo>
                  <a:pt x="3905" y="0"/>
                </a:lnTo>
                <a:lnTo>
                  <a:pt x="0" y="0"/>
                </a:lnTo>
                <a:lnTo>
                  <a:pt x="0" y="114871"/>
                </a:lnTo>
                <a:close/>
              </a:path>
            </a:pathLst>
          </a:custGeom>
          <a:ln w="4762">
            <a:solidFill>
              <a:srgbClr val="FF0000"/>
            </a:solidFill>
          </a:ln>
        </p:spPr>
        <p:txBody>
          <a:bodyPr wrap="square" lIns="0" tIns="0" rIns="0" bIns="0" rtlCol="0"/>
          <a:lstStyle/>
          <a:p>
            <a:endParaRPr/>
          </a:p>
        </p:txBody>
      </p:sp>
      <p:sp>
        <p:nvSpPr>
          <p:cNvPr id="592" name="object 168">
            <a:extLst>
              <a:ext uri="{FF2B5EF4-FFF2-40B4-BE49-F238E27FC236}">
                <a16:creationId xmlns:a16="http://schemas.microsoft.com/office/drawing/2014/main" id="{491D3BE9-BCF3-4F49-DF6D-F4949D2EB804}"/>
              </a:ext>
            </a:extLst>
          </p:cNvPr>
          <p:cNvSpPr/>
          <p:nvPr/>
        </p:nvSpPr>
        <p:spPr>
          <a:xfrm>
            <a:off x="4503719" y="5732439"/>
            <a:ext cx="74357" cy="101623"/>
          </a:xfrm>
          <a:custGeom>
            <a:avLst/>
            <a:gdLst/>
            <a:ahLst/>
            <a:cxnLst/>
            <a:rect l="l" t="t" r="r" b="b"/>
            <a:pathLst>
              <a:path w="41275" h="56514">
                <a:moveTo>
                  <a:pt x="41243" y="56007"/>
                </a:moveTo>
                <a:lnTo>
                  <a:pt x="0" y="56007"/>
                </a:lnTo>
                <a:lnTo>
                  <a:pt x="20669" y="0"/>
                </a:lnTo>
                <a:lnTo>
                  <a:pt x="41243" y="56007"/>
                </a:lnTo>
                <a:close/>
              </a:path>
            </a:pathLst>
          </a:custGeom>
          <a:solidFill>
            <a:srgbClr val="FF0000"/>
          </a:solidFill>
        </p:spPr>
        <p:txBody>
          <a:bodyPr wrap="square" lIns="0" tIns="0" rIns="0" bIns="0" rtlCol="0"/>
          <a:lstStyle/>
          <a:p>
            <a:endParaRPr/>
          </a:p>
        </p:txBody>
      </p:sp>
      <p:sp>
        <p:nvSpPr>
          <p:cNvPr id="593" name="object 169">
            <a:extLst>
              <a:ext uri="{FF2B5EF4-FFF2-40B4-BE49-F238E27FC236}">
                <a16:creationId xmlns:a16="http://schemas.microsoft.com/office/drawing/2014/main" id="{9981680E-6881-EDE9-16B3-5F8124E05EB1}"/>
              </a:ext>
            </a:extLst>
          </p:cNvPr>
          <p:cNvSpPr/>
          <p:nvPr/>
        </p:nvSpPr>
        <p:spPr>
          <a:xfrm>
            <a:off x="4503719" y="5732439"/>
            <a:ext cx="74357" cy="101623"/>
          </a:xfrm>
          <a:custGeom>
            <a:avLst/>
            <a:gdLst/>
            <a:ahLst/>
            <a:cxnLst/>
            <a:rect l="l" t="t" r="r" b="b"/>
            <a:pathLst>
              <a:path w="41275" h="56514">
                <a:moveTo>
                  <a:pt x="41243" y="56007"/>
                </a:moveTo>
                <a:lnTo>
                  <a:pt x="20669" y="0"/>
                </a:lnTo>
                <a:lnTo>
                  <a:pt x="0" y="56007"/>
                </a:lnTo>
                <a:lnTo>
                  <a:pt x="41243" y="56007"/>
                </a:lnTo>
                <a:close/>
              </a:path>
            </a:pathLst>
          </a:custGeom>
          <a:ln w="4762">
            <a:solidFill>
              <a:srgbClr val="FF0000"/>
            </a:solidFill>
          </a:ln>
        </p:spPr>
        <p:txBody>
          <a:bodyPr wrap="square" lIns="0" tIns="0" rIns="0" bIns="0" rtlCol="0"/>
          <a:lstStyle/>
          <a:p>
            <a:endParaRPr/>
          </a:p>
        </p:txBody>
      </p:sp>
      <p:sp>
        <p:nvSpPr>
          <p:cNvPr id="594" name="object 170">
            <a:extLst>
              <a:ext uri="{FF2B5EF4-FFF2-40B4-BE49-F238E27FC236}">
                <a16:creationId xmlns:a16="http://schemas.microsoft.com/office/drawing/2014/main" id="{ACF5C4F8-207A-B463-FBD3-30257D55673E}"/>
              </a:ext>
            </a:extLst>
          </p:cNvPr>
          <p:cNvSpPr/>
          <p:nvPr/>
        </p:nvSpPr>
        <p:spPr>
          <a:xfrm>
            <a:off x="3409128" y="5732439"/>
            <a:ext cx="74357" cy="101623"/>
          </a:xfrm>
          <a:custGeom>
            <a:avLst/>
            <a:gdLst/>
            <a:ahLst/>
            <a:cxnLst/>
            <a:rect l="l" t="t" r="r" b="b"/>
            <a:pathLst>
              <a:path w="41275" h="56514">
                <a:moveTo>
                  <a:pt x="41243" y="56007"/>
                </a:moveTo>
                <a:lnTo>
                  <a:pt x="0" y="56007"/>
                </a:lnTo>
                <a:lnTo>
                  <a:pt x="20573" y="0"/>
                </a:lnTo>
                <a:lnTo>
                  <a:pt x="41243" y="56007"/>
                </a:lnTo>
                <a:close/>
              </a:path>
            </a:pathLst>
          </a:custGeom>
          <a:solidFill>
            <a:srgbClr val="FF0000"/>
          </a:solidFill>
        </p:spPr>
        <p:txBody>
          <a:bodyPr wrap="square" lIns="0" tIns="0" rIns="0" bIns="0" rtlCol="0"/>
          <a:lstStyle/>
          <a:p>
            <a:endParaRPr/>
          </a:p>
        </p:txBody>
      </p:sp>
      <p:sp>
        <p:nvSpPr>
          <p:cNvPr id="595" name="object 171">
            <a:extLst>
              <a:ext uri="{FF2B5EF4-FFF2-40B4-BE49-F238E27FC236}">
                <a16:creationId xmlns:a16="http://schemas.microsoft.com/office/drawing/2014/main" id="{78812DE8-FB47-E4AC-5A4F-6F192CD9C484}"/>
              </a:ext>
            </a:extLst>
          </p:cNvPr>
          <p:cNvSpPr/>
          <p:nvPr/>
        </p:nvSpPr>
        <p:spPr>
          <a:xfrm>
            <a:off x="3409128" y="5732439"/>
            <a:ext cx="74357" cy="101623"/>
          </a:xfrm>
          <a:custGeom>
            <a:avLst/>
            <a:gdLst/>
            <a:ahLst/>
            <a:cxnLst/>
            <a:rect l="l" t="t" r="r" b="b"/>
            <a:pathLst>
              <a:path w="41275" h="56514">
                <a:moveTo>
                  <a:pt x="41243" y="56007"/>
                </a:moveTo>
                <a:lnTo>
                  <a:pt x="20573" y="0"/>
                </a:lnTo>
                <a:lnTo>
                  <a:pt x="0" y="56007"/>
                </a:lnTo>
                <a:lnTo>
                  <a:pt x="41243" y="56007"/>
                </a:lnTo>
                <a:close/>
              </a:path>
            </a:pathLst>
          </a:custGeom>
          <a:ln w="4762">
            <a:solidFill>
              <a:srgbClr val="FF0000"/>
            </a:solidFill>
          </a:ln>
        </p:spPr>
        <p:txBody>
          <a:bodyPr wrap="square" lIns="0" tIns="0" rIns="0" bIns="0" rtlCol="0"/>
          <a:lstStyle/>
          <a:p>
            <a:endParaRPr/>
          </a:p>
        </p:txBody>
      </p:sp>
      <p:sp>
        <p:nvSpPr>
          <p:cNvPr id="596" name="object 172">
            <a:extLst>
              <a:ext uri="{FF2B5EF4-FFF2-40B4-BE49-F238E27FC236}">
                <a16:creationId xmlns:a16="http://schemas.microsoft.com/office/drawing/2014/main" id="{D3C9FE58-430C-DBA8-E626-68BAD1DD4278}"/>
              </a:ext>
            </a:extLst>
          </p:cNvPr>
          <p:cNvSpPr/>
          <p:nvPr/>
        </p:nvSpPr>
        <p:spPr>
          <a:xfrm>
            <a:off x="3442577" y="5833148"/>
            <a:ext cx="8008" cy="210094"/>
          </a:xfrm>
          <a:custGeom>
            <a:avLst/>
            <a:gdLst/>
            <a:ahLst/>
            <a:cxnLst/>
            <a:rect l="l" t="t" r="r" b="b"/>
            <a:pathLst>
              <a:path w="4444" h="116839">
                <a:moveTo>
                  <a:pt x="3911" y="0"/>
                </a:moveTo>
                <a:lnTo>
                  <a:pt x="0" y="0"/>
                </a:lnTo>
                <a:lnTo>
                  <a:pt x="0" y="116776"/>
                </a:lnTo>
                <a:lnTo>
                  <a:pt x="3911" y="116776"/>
                </a:lnTo>
                <a:lnTo>
                  <a:pt x="3911" y="0"/>
                </a:lnTo>
                <a:close/>
              </a:path>
            </a:pathLst>
          </a:custGeom>
          <a:solidFill>
            <a:srgbClr val="FF0000"/>
          </a:solidFill>
        </p:spPr>
        <p:txBody>
          <a:bodyPr wrap="square" lIns="0" tIns="0" rIns="0" bIns="0" rtlCol="0"/>
          <a:lstStyle/>
          <a:p>
            <a:endParaRPr/>
          </a:p>
        </p:txBody>
      </p:sp>
      <p:sp>
        <p:nvSpPr>
          <p:cNvPr id="597" name="object 173">
            <a:extLst>
              <a:ext uri="{FF2B5EF4-FFF2-40B4-BE49-F238E27FC236}">
                <a16:creationId xmlns:a16="http://schemas.microsoft.com/office/drawing/2014/main" id="{49CE0BBA-ACFF-111A-5F30-8A7F6DA54EF2}"/>
              </a:ext>
            </a:extLst>
          </p:cNvPr>
          <p:cNvSpPr/>
          <p:nvPr/>
        </p:nvSpPr>
        <p:spPr>
          <a:xfrm>
            <a:off x="3442588" y="5833148"/>
            <a:ext cx="8008" cy="210094"/>
          </a:xfrm>
          <a:custGeom>
            <a:avLst/>
            <a:gdLst/>
            <a:ahLst/>
            <a:cxnLst/>
            <a:rect l="l" t="t" r="r" b="b"/>
            <a:pathLst>
              <a:path w="4444" h="116839">
                <a:moveTo>
                  <a:pt x="3905" y="0"/>
                </a:moveTo>
                <a:lnTo>
                  <a:pt x="0" y="0"/>
                </a:lnTo>
                <a:lnTo>
                  <a:pt x="0" y="116776"/>
                </a:lnTo>
                <a:lnTo>
                  <a:pt x="3905" y="116776"/>
                </a:lnTo>
                <a:lnTo>
                  <a:pt x="3905" y="0"/>
                </a:lnTo>
                <a:close/>
              </a:path>
            </a:pathLst>
          </a:custGeom>
          <a:ln w="4762">
            <a:solidFill>
              <a:srgbClr val="FF0000"/>
            </a:solidFill>
          </a:ln>
        </p:spPr>
        <p:txBody>
          <a:bodyPr wrap="square" lIns="0" tIns="0" rIns="0" bIns="0" rtlCol="0"/>
          <a:lstStyle/>
          <a:p>
            <a:endParaRPr/>
          </a:p>
        </p:txBody>
      </p:sp>
      <p:sp>
        <p:nvSpPr>
          <p:cNvPr id="598" name="object 174">
            <a:extLst>
              <a:ext uri="{FF2B5EF4-FFF2-40B4-BE49-F238E27FC236}">
                <a16:creationId xmlns:a16="http://schemas.microsoft.com/office/drawing/2014/main" id="{E6990667-36D0-1AA4-770B-5D9EFF2C47F9}"/>
              </a:ext>
            </a:extLst>
          </p:cNvPr>
          <p:cNvSpPr/>
          <p:nvPr/>
        </p:nvSpPr>
        <p:spPr>
          <a:xfrm>
            <a:off x="3956509" y="5732439"/>
            <a:ext cx="74357" cy="101623"/>
          </a:xfrm>
          <a:custGeom>
            <a:avLst/>
            <a:gdLst/>
            <a:ahLst/>
            <a:cxnLst/>
            <a:rect l="l" t="t" r="r" b="b"/>
            <a:pathLst>
              <a:path w="41275" h="56514">
                <a:moveTo>
                  <a:pt x="41147" y="56007"/>
                </a:moveTo>
                <a:lnTo>
                  <a:pt x="0" y="56007"/>
                </a:lnTo>
                <a:lnTo>
                  <a:pt x="20669" y="0"/>
                </a:lnTo>
                <a:lnTo>
                  <a:pt x="41147" y="56007"/>
                </a:lnTo>
                <a:close/>
              </a:path>
            </a:pathLst>
          </a:custGeom>
          <a:solidFill>
            <a:srgbClr val="FF0000"/>
          </a:solidFill>
        </p:spPr>
        <p:txBody>
          <a:bodyPr wrap="square" lIns="0" tIns="0" rIns="0" bIns="0" rtlCol="0"/>
          <a:lstStyle/>
          <a:p>
            <a:endParaRPr/>
          </a:p>
        </p:txBody>
      </p:sp>
      <p:sp>
        <p:nvSpPr>
          <p:cNvPr id="599" name="object 175">
            <a:extLst>
              <a:ext uri="{FF2B5EF4-FFF2-40B4-BE49-F238E27FC236}">
                <a16:creationId xmlns:a16="http://schemas.microsoft.com/office/drawing/2014/main" id="{5990A2DF-EC1A-F543-7A94-7AFC79FE481C}"/>
              </a:ext>
            </a:extLst>
          </p:cNvPr>
          <p:cNvSpPr/>
          <p:nvPr/>
        </p:nvSpPr>
        <p:spPr>
          <a:xfrm>
            <a:off x="3956509" y="5732439"/>
            <a:ext cx="74357" cy="101623"/>
          </a:xfrm>
          <a:custGeom>
            <a:avLst/>
            <a:gdLst/>
            <a:ahLst/>
            <a:cxnLst/>
            <a:rect l="l" t="t" r="r" b="b"/>
            <a:pathLst>
              <a:path w="41275" h="56514">
                <a:moveTo>
                  <a:pt x="41147" y="56007"/>
                </a:moveTo>
                <a:lnTo>
                  <a:pt x="20669" y="0"/>
                </a:lnTo>
                <a:lnTo>
                  <a:pt x="0" y="56007"/>
                </a:lnTo>
                <a:lnTo>
                  <a:pt x="41147" y="56007"/>
                </a:lnTo>
                <a:close/>
              </a:path>
            </a:pathLst>
          </a:custGeom>
          <a:ln w="4762">
            <a:solidFill>
              <a:srgbClr val="FF0000"/>
            </a:solidFill>
          </a:ln>
        </p:spPr>
        <p:txBody>
          <a:bodyPr wrap="square" lIns="0" tIns="0" rIns="0" bIns="0" rtlCol="0"/>
          <a:lstStyle/>
          <a:p>
            <a:endParaRPr/>
          </a:p>
        </p:txBody>
      </p:sp>
      <p:sp>
        <p:nvSpPr>
          <p:cNvPr id="600" name="object 176">
            <a:extLst>
              <a:ext uri="{FF2B5EF4-FFF2-40B4-BE49-F238E27FC236}">
                <a16:creationId xmlns:a16="http://schemas.microsoft.com/office/drawing/2014/main" id="{118F2975-B42D-3D5A-C90F-7B26EA53B11F}"/>
              </a:ext>
            </a:extLst>
          </p:cNvPr>
          <p:cNvSpPr/>
          <p:nvPr/>
        </p:nvSpPr>
        <p:spPr>
          <a:xfrm>
            <a:off x="3989958" y="5833148"/>
            <a:ext cx="8008" cy="210094"/>
          </a:xfrm>
          <a:custGeom>
            <a:avLst/>
            <a:gdLst/>
            <a:ahLst/>
            <a:cxnLst/>
            <a:rect l="l" t="t" r="r" b="b"/>
            <a:pathLst>
              <a:path w="4444" h="116839">
                <a:moveTo>
                  <a:pt x="4000" y="0"/>
                </a:moveTo>
                <a:lnTo>
                  <a:pt x="0" y="0"/>
                </a:lnTo>
                <a:lnTo>
                  <a:pt x="0" y="116776"/>
                </a:lnTo>
                <a:lnTo>
                  <a:pt x="4000" y="116776"/>
                </a:lnTo>
                <a:lnTo>
                  <a:pt x="4000" y="0"/>
                </a:lnTo>
                <a:close/>
              </a:path>
            </a:pathLst>
          </a:custGeom>
          <a:solidFill>
            <a:srgbClr val="FF0000"/>
          </a:solidFill>
        </p:spPr>
        <p:txBody>
          <a:bodyPr wrap="square" lIns="0" tIns="0" rIns="0" bIns="0" rtlCol="0"/>
          <a:lstStyle/>
          <a:p>
            <a:endParaRPr/>
          </a:p>
        </p:txBody>
      </p:sp>
      <p:sp>
        <p:nvSpPr>
          <p:cNvPr id="601" name="object 177">
            <a:extLst>
              <a:ext uri="{FF2B5EF4-FFF2-40B4-BE49-F238E27FC236}">
                <a16:creationId xmlns:a16="http://schemas.microsoft.com/office/drawing/2014/main" id="{CD67FC1A-05A3-5CD9-F423-84F4D6DE4608}"/>
              </a:ext>
            </a:extLst>
          </p:cNvPr>
          <p:cNvSpPr/>
          <p:nvPr/>
        </p:nvSpPr>
        <p:spPr>
          <a:xfrm>
            <a:off x="3989970" y="5833148"/>
            <a:ext cx="8008" cy="210094"/>
          </a:xfrm>
          <a:custGeom>
            <a:avLst/>
            <a:gdLst/>
            <a:ahLst/>
            <a:cxnLst/>
            <a:rect l="l" t="t" r="r" b="b"/>
            <a:pathLst>
              <a:path w="4444" h="116839">
                <a:moveTo>
                  <a:pt x="4000" y="0"/>
                </a:moveTo>
                <a:lnTo>
                  <a:pt x="0" y="0"/>
                </a:lnTo>
                <a:lnTo>
                  <a:pt x="0" y="116776"/>
                </a:lnTo>
                <a:lnTo>
                  <a:pt x="4000" y="116776"/>
                </a:lnTo>
                <a:lnTo>
                  <a:pt x="4000" y="0"/>
                </a:lnTo>
                <a:close/>
              </a:path>
            </a:pathLst>
          </a:custGeom>
          <a:ln w="4762">
            <a:solidFill>
              <a:srgbClr val="FF0000"/>
            </a:solidFill>
          </a:ln>
        </p:spPr>
        <p:txBody>
          <a:bodyPr wrap="square" lIns="0" tIns="0" rIns="0" bIns="0" rtlCol="0"/>
          <a:lstStyle/>
          <a:p>
            <a:endParaRPr/>
          </a:p>
        </p:txBody>
      </p:sp>
      <p:sp>
        <p:nvSpPr>
          <p:cNvPr id="602" name="object 178">
            <a:extLst>
              <a:ext uri="{FF2B5EF4-FFF2-40B4-BE49-F238E27FC236}">
                <a16:creationId xmlns:a16="http://schemas.microsoft.com/office/drawing/2014/main" id="{73C6361A-C0BC-1874-BF05-CF806893D0CD}"/>
              </a:ext>
            </a:extLst>
          </p:cNvPr>
          <p:cNvSpPr txBox="1"/>
          <p:nvPr/>
        </p:nvSpPr>
        <p:spPr>
          <a:xfrm>
            <a:off x="3638148" y="6047103"/>
            <a:ext cx="156722" cy="292388"/>
          </a:xfrm>
          <a:prstGeom prst="rect">
            <a:avLst/>
          </a:prstGeom>
        </p:spPr>
        <p:txBody>
          <a:bodyPr vert="horz" wrap="square" lIns="0" tIns="15240" rIns="0" bIns="0" rtlCol="0">
            <a:spAutoFit/>
          </a:bodyPr>
          <a:lstStyle/>
          <a:p>
            <a:pPr marL="12700">
              <a:lnSpc>
                <a:spcPct val="100000"/>
              </a:lnSpc>
              <a:spcBef>
                <a:spcPts val="120"/>
              </a:spcBef>
            </a:pPr>
            <a:r>
              <a:rPr spc="-50" dirty="0">
                <a:latin typeface="+mj-lt"/>
                <a:cs typeface="Microsoft Sans Serif"/>
              </a:rPr>
              <a:t>b</a:t>
            </a:r>
            <a:endParaRPr dirty="0">
              <a:latin typeface="+mj-lt"/>
              <a:cs typeface="Microsoft Sans Serif"/>
            </a:endParaRPr>
          </a:p>
        </p:txBody>
      </p:sp>
      <p:sp>
        <p:nvSpPr>
          <p:cNvPr id="604" name="object 180">
            <a:extLst>
              <a:ext uri="{FF2B5EF4-FFF2-40B4-BE49-F238E27FC236}">
                <a16:creationId xmlns:a16="http://schemas.microsoft.com/office/drawing/2014/main" id="{3766C464-6A92-1267-4A5B-779DB15FDC48}"/>
              </a:ext>
            </a:extLst>
          </p:cNvPr>
          <p:cNvSpPr/>
          <p:nvPr/>
        </p:nvSpPr>
        <p:spPr>
          <a:xfrm>
            <a:off x="2897781" y="6356562"/>
            <a:ext cx="3432" cy="3425"/>
          </a:xfrm>
          <a:custGeom>
            <a:avLst/>
            <a:gdLst/>
            <a:ahLst/>
            <a:cxnLst/>
            <a:rect l="l" t="t" r="r" b="b"/>
            <a:pathLst>
              <a:path w="1905" h="1905">
                <a:moveTo>
                  <a:pt x="1524" y="1524"/>
                </a:moveTo>
                <a:lnTo>
                  <a:pt x="0" y="1524"/>
                </a:lnTo>
                <a:lnTo>
                  <a:pt x="0" y="0"/>
                </a:lnTo>
                <a:lnTo>
                  <a:pt x="1524" y="0"/>
                </a:lnTo>
                <a:lnTo>
                  <a:pt x="1524" y="1524"/>
                </a:lnTo>
                <a:close/>
              </a:path>
            </a:pathLst>
          </a:custGeom>
          <a:solidFill>
            <a:srgbClr val="000000"/>
          </a:solidFill>
        </p:spPr>
        <p:txBody>
          <a:bodyPr wrap="square" lIns="0" tIns="0" rIns="0" bIns="0" rtlCol="0"/>
          <a:lstStyle/>
          <a:p>
            <a:endParaRPr/>
          </a:p>
        </p:txBody>
      </p:sp>
      <p:sp>
        <p:nvSpPr>
          <p:cNvPr id="607" name="object 183">
            <a:extLst>
              <a:ext uri="{FF2B5EF4-FFF2-40B4-BE49-F238E27FC236}">
                <a16:creationId xmlns:a16="http://schemas.microsoft.com/office/drawing/2014/main" id="{81D6346C-6F4A-46A2-FD7A-E44DF75F6E50}"/>
              </a:ext>
            </a:extLst>
          </p:cNvPr>
          <p:cNvSpPr/>
          <p:nvPr/>
        </p:nvSpPr>
        <p:spPr>
          <a:xfrm>
            <a:off x="2897781" y="6044158"/>
            <a:ext cx="1647294" cy="3425"/>
          </a:xfrm>
          <a:custGeom>
            <a:avLst/>
            <a:gdLst/>
            <a:ahLst/>
            <a:cxnLst/>
            <a:rect l="l" t="t" r="r" b="b"/>
            <a:pathLst>
              <a:path w="914400" h="1905">
                <a:moveTo>
                  <a:pt x="1524" y="0"/>
                </a:moveTo>
                <a:lnTo>
                  <a:pt x="0" y="0"/>
                </a:lnTo>
                <a:lnTo>
                  <a:pt x="0" y="1524"/>
                </a:lnTo>
                <a:lnTo>
                  <a:pt x="1524" y="1524"/>
                </a:lnTo>
                <a:lnTo>
                  <a:pt x="1524" y="0"/>
                </a:lnTo>
                <a:close/>
              </a:path>
              <a:path w="914400" h="1905">
                <a:moveTo>
                  <a:pt x="914400" y="0"/>
                </a:moveTo>
                <a:lnTo>
                  <a:pt x="912876" y="0"/>
                </a:lnTo>
                <a:lnTo>
                  <a:pt x="912876" y="1524"/>
                </a:lnTo>
                <a:lnTo>
                  <a:pt x="914400" y="1524"/>
                </a:lnTo>
                <a:lnTo>
                  <a:pt x="914400" y="0"/>
                </a:lnTo>
                <a:close/>
              </a:path>
            </a:pathLst>
          </a:custGeom>
          <a:solidFill>
            <a:srgbClr val="000000"/>
          </a:solidFill>
        </p:spPr>
        <p:txBody>
          <a:bodyPr wrap="square" lIns="0" tIns="0" rIns="0" bIns="0" rtlCol="0"/>
          <a:lstStyle/>
          <a:p>
            <a:endParaRPr/>
          </a:p>
        </p:txBody>
      </p:sp>
      <p:pic>
        <p:nvPicPr>
          <p:cNvPr id="608" name="object 184">
            <a:extLst>
              <a:ext uri="{FF2B5EF4-FFF2-40B4-BE49-F238E27FC236}">
                <a16:creationId xmlns:a16="http://schemas.microsoft.com/office/drawing/2014/main" id="{92E7E452-B46A-6AA6-FDD6-6702BD91BF6F}"/>
              </a:ext>
            </a:extLst>
          </p:cNvPr>
          <p:cNvPicPr/>
          <p:nvPr/>
        </p:nvPicPr>
        <p:blipFill>
          <a:blip r:embed="rId7" cstate="print"/>
          <a:stretch>
            <a:fillRect/>
          </a:stretch>
        </p:blipFill>
        <p:spPr>
          <a:xfrm>
            <a:off x="6936738" y="4399583"/>
            <a:ext cx="852817" cy="304866"/>
          </a:xfrm>
          <a:prstGeom prst="rect">
            <a:avLst/>
          </a:prstGeom>
        </p:spPr>
      </p:pic>
      <p:sp>
        <p:nvSpPr>
          <p:cNvPr id="609" name="object 185">
            <a:extLst>
              <a:ext uri="{FF2B5EF4-FFF2-40B4-BE49-F238E27FC236}">
                <a16:creationId xmlns:a16="http://schemas.microsoft.com/office/drawing/2014/main" id="{7346C620-D926-75BF-C60A-753DE4E18D29}"/>
              </a:ext>
            </a:extLst>
          </p:cNvPr>
          <p:cNvSpPr/>
          <p:nvPr/>
        </p:nvSpPr>
        <p:spPr>
          <a:xfrm>
            <a:off x="7233251" y="4552018"/>
            <a:ext cx="21735" cy="795853"/>
          </a:xfrm>
          <a:custGeom>
            <a:avLst/>
            <a:gdLst/>
            <a:ahLst/>
            <a:cxnLst/>
            <a:rect l="l" t="t" r="r" b="b"/>
            <a:pathLst>
              <a:path w="12064" h="442594">
                <a:moveTo>
                  <a:pt x="11899" y="0"/>
                </a:moveTo>
                <a:lnTo>
                  <a:pt x="0" y="0"/>
                </a:lnTo>
                <a:lnTo>
                  <a:pt x="0" y="430441"/>
                </a:lnTo>
                <a:lnTo>
                  <a:pt x="11899" y="442252"/>
                </a:lnTo>
                <a:lnTo>
                  <a:pt x="11899" y="0"/>
                </a:lnTo>
                <a:close/>
              </a:path>
            </a:pathLst>
          </a:custGeom>
          <a:solidFill>
            <a:srgbClr val="000000"/>
          </a:solidFill>
        </p:spPr>
        <p:txBody>
          <a:bodyPr wrap="square" lIns="0" tIns="0" rIns="0" bIns="0" rtlCol="0"/>
          <a:lstStyle/>
          <a:p>
            <a:endParaRPr/>
          </a:p>
        </p:txBody>
      </p:sp>
      <p:sp>
        <p:nvSpPr>
          <p:cNvPr id="610" name="object 186">
            <a:extLst>
              <a:ext uri="{FF2B5EF4-FFF2-40B4-BE49-F238E27FC236}">
                <a16:creationId xmlns:a16="http://schemas.microsoft.com/office/drawing/2014/main" id="{4CA9FB68-0436-E7F6-13AD-693528324F14}"/>
              </a:ext>
            </a:extLst>
          </p:cNvPr>
          <p:cNvSpPr/>
          <p:nvPr/>
        </p:nvSpPr>
        <p:spPr>
          <a:xfrm>
            <a:off x="7233251" y="4552018"/>
            <a:ext cx="21735" cy="795853"/>
          </a:xfrm>
          <a:custGeom>
            <a:avLst/>
            <a:gdLst/>
            <a:ahLst/>
            <a:cxnLst/>
            <a:rect l="l" t="t" r="r" b="b"/>
            <a:pathLst>
              <a:path w="12064" h="442594">
                <a:moveTo>
                  <a:pt x="11906" y="0"/>
                </a:moveTo>
                <a:lnTo>
                  <a:pt x="0" y="0"/>
                </a:lnTo>
                <a:lnTo>
                  <a:pt x="0" y="430434"/>
                </a:lnTo>
                <a:lnTo>
                  <a:pt x="11906" y="442245"/>
                </a:lnTo>
                <a:lnTo>
                  <a:pt x="11906" y="0"/>
                </a:lnTo>
                <a:close/>
              </a:path>
            </a:pathLst>
          </a:custGeom>
          <a:ln w="4762">
            <a:solidFill>
              <a:srgbClr val="000000"/>
            </a:solidFill>
          </a:ln>
        </p:spPr>
        <p:txBody>
          <a:bodyPr wrap="square" lIns="0" tIns="0" rIns="0" bIns="0" rtlCol="0"/>
          <a:lstStyle/>
          <a:p>
            <a:endParaRPr/>
          </a:p>
        </p:txBody>
      </p:sp>
      <p:sp>
        <p:nvSpPr>
          <p:cNvPr id="611" name="object 187">
            <a:extLst>
              <a:ext uri="{FF2B5EF4-FFF2-40B4-BE49-F238E27FC236}">
                <a16:creationId xmlns:a16="http://schemas.microsoft.com/office/drawing/2014/main" id="{154BFDFF-9D72-38C6-2C4A-D0A5A419A914}"/>
              </a:ext>
            </a:extLst>
          </p:cNvPr>
          <p:cNvSpPr/>
          <p:nvPr/>
        </p:nvSpPr>
        <p:spPr>
          <a:xfrm>
            <a:off x="6532283" y="5326017"/>
            <a:ext cx="722979" cy="21695"/>
          </a:xfrm>
          <a:custGeom>
            <a:avLst/>
            <a:gdLst/>
            <a:ahLst/>
            <a:cxnLst/>
            <a:rect l="l" t="t" r="r" b="b"/>
            <a:pathLst>
              <a:path w="401320" h="12064">
                <a:moveTo>
                  <a:pt x="401002" y="11811"/>
                </a:moveTo>
                <a:lnTo>
                  <a:pt x="389102" y="0"/>
                </a:lnTo>
                <a:lnTo>
                  <a:pt x="0" y="0"/>
                </a:lnTo>
                <a:lnTo>
                  <a:pt x="11912" y="11811"/>
                </a:lnTo>
                <a:lnTo>
                  <a:pt x="401002" y="11811"/>
                </a:lnTo>
                <a:close/>
              </a:path>
            </a:pathLst>
          </a:custGeom>
          <a:solidFill>
            <a:srgbClr val="000000"/>
          </a:solidFill>
        </p:spPr>
        <p:txBody>
          <a:bodyPr wrap="square" lIns="0" tIns="0" rIns="0" bIns="0" rtlCol="0"/>
          <a:lstStyle/>
          <a:p>
            <a:endParaRPr/>
          </a:p>
        </p:txBody>
      </p:sp>
      <p:sp>
        <p:nvSpPr>
          <p:cNvPr id="612" name="object 188">
            <a:extLst>
              <a:ext uri="{FF2B5EF4-FFF2-40B4-BE49-F238E27FC236}">
                <a16:creationId xmlns:a16="http://schemas.microsoft.com/office/drawing/2014/main" id="{AB94AB4B-0220-4436-8AC4-587BCF307710}"/>
              </a:ext>
            </a:extLst>
          </p:cNvPr>
          <p:cNvSpPr/>
          <p:nvPr/>
        </p:nvSpPr>
        <p:spPr>
          <a:xfrm>
            <a:off x="6532294" y="5326006"/>
            <a:ext cx="722979" cy="21695"/>
          </a:xfrm>
          <a:custGeom>
            <a:avLst/>
            <a:gdLst/>
            <a:ahLst/>
            <a:cxnLst/>
            <a:rect l="l" t="t" r="r" b="b"/>
            <a:pathLst>
              <a:path w="401320" h="12064">
                <a:moveTo>
                  <a:pt x="401002" y="11810"/>
                </a:moveTo>
                <a:lnTo>
                  <a:pt x="389096" y="0"/>
                </a:lnTo>
                <a:lnTo>
                  <a:pt x="0" y="0"/>
                </a:lnTo>
                <a:lnTo>
                  <a:pt x="11906" y="11810"/>
                </a:lnTo>
                <a:lnTo>
                  <a:pt x="401002" y="11810"/>
                </a:lnTo>
                <a:close/>
              </a:path>
            </a:pathLst>
          </a:custGeom>
          <a:ln w="4762">
            <a:solidFill>
              <a:srgbClr val="000000"/>
            </a:solidFill>
          </a:ln>
        </p:spPr>
        <p:txBody>
          <a:bodyPr wrap="square" lIns="0" tIns="0" rIns="0" bIns="0" rtlCol="0"/>
          <a:lstStyle/>
          <a:p>
            <a:endParaRPr/>
          </a:p>
        </p:txBody>
      </p:sp>
      <p:sp>
        <p:nvSpPr>
          <p:cNvPr id="613" name="object 189">
            <a:extLst>
              <a:ext uri="{FF2B5EF4-FFF2-40B4-BE49-F238E27FC236}">
                <a16:creationId xmlns:a16="http://schemas.microsoft.com/office/drawing/2014/main" id="{77451FEE-8E47-BC25-2954-738870438C50}"/>
              </a:ext>
            </a:extLst>
          </p:cNvPr>
          <p:cNvSpPr/>
          <p:nvPr/>
        </p:nvSpPr>
        <p:spPr>
          <a:xfrm>
            <a:off x="6532283" y="5326017"/>
            <a:ext cx="21735" cy="417909"/>
          </a:xfrm>
          <a:custGeom>
            <a:avLst/>
            <a:gdLst/>
            <a:ahLst/>
            <a:cxnLst/>
            <a:rect l="l" t="t" r="r" b="b"/>
            <a:pathLst>
              <a:path w="12064" h="232410">
                <a:moveTo>
                  <a:pt x="11912" y="11811"/>
                </a:moveTo>
                <a:lnTo>
                  <a:pt x="0" y="0"/>
                </a:lnTo>
                <a:lnTo>
                  <a:pt x="0" y="232029"/>
                </a:lnTo>
                <a:lnTo>
                  <a:pt x="11912" y="220116"/>
                </a:lnTo>
                <a:lnTo>
                  <a:pt x="11912" y="11811"/>
                </a:lnTo>
                <a:close/>
              </a:path>
            </a:pathLst>
          </a:custGeom>
          <a:solidFill>
            <a:srgbClr val="000000"/>
          </a:solidFill>
        </p:spPr>
        <p:txBody>
          <a:bodyPr wrap="square" lIns="0" tIns="0" rIns="0" bIns="0" rtlCol="0"/>
          <a:lstStyle/>
          <a:p>
            <a:endParaRPr/>
          </a:p>
        </p:txBody>
      </p:sp>
      <p:sp>
        <p:nvSpPr>
          <p:cNvPr id="614" name="object 190">
            <a:extLst>
              <a:ext uri="{FF2B5EF4-FFF2-40B4-BE49-F238E27FC236}">
                <a16:creationId xmlns:a16="http://schemas.microsoft.com/office/drawing/2014/main" id="{CB4EFCCB-27CD-C074-753C-34C09714C06D}"/>
              </a:ext>
            </a:extLst>
          </p:cNvPr>
          <p:cNvSpPr/>
          <p:nvPr/>
        </p:nvSpPr>
        <p:spPr>
          <a:xfrm>
            <a:off x="6532294" y="5326006"/>
            <a:ext cx="21735" cy="417909"/>
          </a:xfrm>
          <a:custGeom>
            <a:avLst/>
            <a:gdLst/>
            <a:ahLst/>
            <a:cxnLst/>
            <a:rect l="l" t="t" r="r" b="b"/>
            <a:pathLst>
              <a:path w="12064" h="232410">
                <a:moveTo>
                  <a:pt x="11906" y="11810"/>
                </a:moveTo>
                <a:lnTo>
                  <a:pt x="0" y="0"/>
                </a:lnTo>
                <a:lnTo>
                  <a:pt x="0" y="232028"/>
                </a:lnTo>
                <a:lnTo>
                  <a:pt x="11906" y="220122"/>
                </a:lnTo>
                <a:lnTo>
                  <a:pt x="11906" y="11810"/>
                </a:lnTo>
                <a:close/>
              </a:path>
            </a:pathLst>
          </a:custGeom>
          <a:ln w="4762">
            <a:solidFill>
              <a:srgbClr val="000000"/>
            </a:solidFill>
          </a:ln>
        </p:spPr>
        <p:txBody>
          <a:bodyPr wrap="square" lIns="0" tIns="0" rIns="0" bIns="0" rtlCol="0"/>
          <a:lstStyle/>
          <a:p>
            <a:endParaRPr/>
          </a:p>
        </p:txBody>
      </p:sp>
      <p:sp>
        <p:nvSpPr>
          <p:cNvPr id="615" name="object 191">
            <a:extLst>
              <a:ext uri="{FF2B5EF4-FFF2-40B4-BE49-F238E27FC236}">
                <a16:creationId xmlns:a16="http://schemas.microsoft.com/office/drawing/2014/main" id="{41901248-7BDA-D0DC-EA1D-77DFB6CE37EB}"/>
              </a:ext>
            </a:extLst>
          </p:cNvPr>
          <p:cNvSpPr/>
          <p:nvPr/>
        </p:nvSpPr>
        <p:spPr>
          <a:xfrm>
            <a:off x="6532283" y="5721821"/>
            <a:ext cx="1664453" cy="21695"/>
          </a:xfrm>
          <a:custGeom>
            <a:avLst/>
            <a:gdLst/>
            <a:ahLst/>
            <a:cxnLst/>
            <a:rect l="l" t="t" r="r" b="b"/>
            <a:pathLst>
              <a:path w="923925" h="12064">
                <a:moveTo>
                  <a:pt x="923353" y="11912"/>
                </a:moveTo>
                <a:lnTo>
                  <a:pt x="911542" y="0"/>
                </a:lnTo>
                <a:lnTo>
                  <a:pt x="11912" y="0"/>
                </a:lnTo>
                <a:lnTo>
                  <a:pt x="0" y="11912"/>
                </a:lnTo>
                <a:lnTo>
                  <a:pt x="923353" y="11912"/>
                </a:lnTo>
                <a:close/>
              </a:path>
            </a:pathLst>
          </a:custGeom>
          <a:solidFill>
            <a:srgbClr val="000000"/>
          </a:solidFill>
        </p:spPr>
        <p:txBody>
          <a:bodyPr wrap="square" lIns="0" tIns="0" rIns="0" bIns="0" rtlCol="0"/>
          <a:lstStyle/>
          <a:p>
            <a:endParaRPr/>
          </a:p>
        </p:txBody>
      </p:sp>
      <p:sp>
        <p:nvSpPr>
          <p:cNvPr id="616" name="object 192">
            <a:extLst>
              <a:ext uri="{FF2B5EF4-FFF2-40B4-BE49-F238E27FC236}">
                <a16:creationId xmlns:a16="http://schemas.microsoft.com/office/drawing/2014/main" id="{544301A3-85E4-8A6E-C252-650D89793C22}"/>
              </a:ext>
            </a:extLst>
          </p:cNvPr>
          <p:cNvSpPr/>
          <p:nvPr/>
        </p:nvSpPr>
        <p:spPr>
          <a:xfrm>
            <a:off x="6532294" y="5721819"/>
            <a:ext cx="1664453" cy="21695"/>
          </a:xfrm>
          <a:custGeom>
            <a:avLst/>
            <a:gdLst/>
            <a:ahLst/>
            <a:cxnLst/>
            <a:rect l="l" t="t" r="r" b="b"/>
            <a:pathLst>
              <a:path w="923925" h="12064">
                <a:moveTo>
                  <a:pt x="11906" y="0"/>
                </a:moveTo>
                <a:lnTo>
                  <a:pt x="0" y="11906"/>
                </a:lnTo>
                <a:lnTo>
                  <a:pt x="923353" y="11906"/>
                </a:lnTo>
                <a:lnTo>
                  <a:pt x="911542" y="0"/>
                </a:lnTo>
                <a:lnTo>
                  <a:pt x="11906" y="0"/>
                </a:lnTo>
                <a:close/>
              </a:path>
            </a:pathLst>
          </a:custGeom>
          <a:ln w="4762">
            <a:solidFill>
              <a:srgbClr val="000000"/>
            </a:solidFill>
          </a:ln>
        </p:spPr>
        <p:txBody>
          <a:bodyPr wrap="square" lIns="0" tIns="0" rIns="0" bIns="0" rtlCol="0"/>
          <a:lstStyle/>
          <a:p>
            <a:endParaRPr/>
          </a:p>
        </p:txBody>
      </p:sp>
      <p:sp>
        <p:nvSpPr>
          <p:cNvPr id="617" name="object 193">
            <a:extLst>
              <a:ext uri="{FF2B5EF4-FFF2-40B4-BE49-F238E27FC236}">
                <a16:creationId xmlns:a16="http://schemas.microsoft.com/office/drawing/2014/main" id="{3C328BB6-EF40-81E2-A137-FB6CA76DCD68}"/>
              </a:ext>
            </a:extLst>
          </p:cNvPr>
          <p:cNvSpPr/>
          <p:nvPr/>
        </p:nvSpPr>
        <p:spPr>
          <a:xfrm>
            <a:off x="8174428" y="5326017"/>
            <a:ext cx="21735" cy="417909"/>
          </a:xfrm>
          <a:custGeom>
            <a:avLst/>
            <a:gdLst/>
            <a:ahLst/>
            <a:cxnLst/>
            <a:rect l="l" t="t" r="r" b="b"/>
            <a:pathLst>
              <a:path w="12064" h="232410">
                <a:moveTo>
                  <a:pt x="11811" y="0"/>
                </a:moveTo>
                <a:lnTo>
                  <a:pt x="0" y="11811"/>
                </a:lnTo>
                <a:lnTo>
                  <a:pt x="0" y="220116"/>
                </a:lnTo>
                <a:lnTo>
                  <a:pt x="11811" y="232029"/>
                </a:lnTo>
                <a:lnTo>
                  <a:pt x="11811" y="0"/>
                </a:lnTo>
                <a:close/>
              </a:path>
            </a:pathLst>
          </a:custGeom>
          <a:solidFill>
            <a:srgbClr val="000000"/>
          </a:solidFill>
        </p:spPr>
        <p:txBody>
          <a:bodyPr wrap="square" lIns="0" tIns="0" rIns="0" bIns="0" rtlCol="0"/>
          <a:lstStyle/>
          <a:p>
            <a:endParaRPr/>
          </a:p>
        </p:txBody>
      </p:sp>
      <p:sp>
        <p:nvSpPr>
          <p:cNvPr id="618" name="object 194">
            <a:extLst>
              <a:ext uri="{FF2B5EF4-FFF2-40B4-BE49-F238E27FC236}">
                <a16:creationId xmlns:a16="http://schemas.microsoft.com/office/drawing/2014/main" id="{2342C968-F872-017B-DB59-AB715B12B6BE}"/>
              </a:ext>
            </a:extLst>
          </p:cNvPr>
          <p:cNvSpPr/>
          <p:nvPr/>
        </p:nvSpPr>
        <p:spPr>
          <a:xfrm>
            <a:off x="8174439" y="5326006"/>
            <a:ext cx="21735" cy="417909"/>
          </a:xfrm>
          <a:custGeom>
            <a:avLst/>
            <a:gdLst/>
            <a:ahLst/>
            <a:cxnLst/>
            <a:rect l="l" t="t" r="r" b="b"/>
            <a:pathLst>
              <a:path w="12064" h="232410">
                <a:moveTo>
                  <a:pt x="0" y="220122"/>
                </a:moveTo>
                <a:lnTo>
                  <a:pt x="11810" y="232028"/>
                </a:lnTo>
                <a:lnTo>
                  <a:pt x="11810" y="0"/>
                </a:lnTo>
                <a:lnTo>
                  <a:pt x="0" y="11810"/>
                </a:lnTo>
                <a:lnTo>
                  <a:pt x="0" y="220122"/>
                </a:lnTo>
                <a:close/>
              </a:path>
            </a:pathLst>
          </a:custGeom>
          <a:ln w="4762">
            <a:solidFill>
              <a:srgbClr val="000000"/>
            </a:solidFill>
          </a:ln>
        </p:spPr>
        <p:txBody>
          <a:bodyPr wrap="square" lIns="0" tIns="0" rIns="0" bIns="0" rtlCol="0"/>
          <a:lstStyle/>
          <a:p>
            <a:endParaRPr/>
          </a:p>
        </p:txBody>
      </p:sp>
      <p:sp>
        <p:nvSpPr>
          <p:cNvPr id="619" name="object 195">
            <a:extLst>
              <a:ext uri="{FF2B5EF4-FFF2-40B4-BE49-F238E27FC236}">
                <a16:creationId xmlns:a16="http://schemas.microsoft.com/office/drawing/2014/main" id="{8F3201F0-3364-9C47-1546-EA4AA6C8A8DB}"/>
              </a:ext>
            </a:extLst>
          </p:cNvPr>
          <p:cNvSpPr/>
          <p:nvPr/>
        </p:nvSpPr>
        <p:spPr>
          <a:xfrm>
            <a:off x="7473300" y="5326017"/>
            <a:ext cx="722979" cy="21695"/>
          </a:xfrm>
          <a:custGeom>
            <a:avLst/>
            <a:gdLst/>
            <a:ahLst/>
            <a:cxnLst/>
            <a:rect l="l" t="t" r="r" b="b"/>
            <a:pathLst>
              <a:path w="401320" h="12064">
                <a:moveTo>
                  <a:pt x="401002" y="0"/>
                </a:moveTo>
                <a:lnTo>
                  <a:pt x="11899" y="0"/>
                </a:lnTo>
                <a:lnTo>
                  <a:pt x="0" y="11811"/>
                </a:lnTo>
                <a:lnTo>
                  <a:pt x="389191" y="11811"/>
                </a:lnTo>
                <a:lnTo>
                  <a:pt x="401002" y="0"/>
                </a:lnTo>
                <a:close/>
              </a:path>
            </a:pathLst>
          </a:custGeom>
          <a:solidFill>
            <a:srgbClr val="000000"/>
          </a:solidFill>
        </p:spPr>
        <p:txBody>
          <a:bodyPr wrap="square" lIns="0" tIns="0" rIns="0" bIns="0" rtlCol="0"/>
          <a:lstStyle/>
          <a:p>
            <a:endParaRPr/>
          </a:p>
        </p:txBody>
      </p:sp>
      <p:sp>
        <p:nvSpPr>
          <p:cNvPr id="620" name="object 196">
            <a:extLst>
              <a:ext uri="{FF2B5EF4-FFF2-40B4-BE49-F238E27FC236}">
                <a16:creationId xmlns:a16="http://schemas.microsoft.com/office/drawing/2014/main" id="{7EE8C547-9813-BC43-D72B-5C821E181036}"/>
              </a:ext>
            </a:extLst>
          </p:cNvPr>
          <p:cNvSpPr/>
          <p:nvPr/>
        </p:nvSpPr>
        <p:spPr>
          <a:xfrm>
            <a:off x="7473310" y="5326006"/>
            <a:ext cx="722979" cy="21695"/>
          </a:xfrm>
          <a:custGeom>
            <a:avLst/>
            <a:gdLst/>
            <a:ahLst/>
            <a:cxnLst/>
            <a:rect l="l" t="t" r="r" b="b"/>
            <a:pathLst>
              <a:path w="401320" h="12064">
                <a:moveTo>
                  <a:pt x="389191" y="11810"/>
                </a:moveTo>
                <a:lnTo>
                  <a:pt x="401002" y="0"/>
                </a:lnTo>
                <a:lnTo>
                  <a:pt x="11906" y="0"/>
                </a:lnTo>
                <a:lnTo>
                  <a:pt x="0" y="11810"/>
                </a:lnTo>
                <a:lnTo>
                  <a:pt x="389191" y="11810"/>
                </a:lnTo>
                <a:close/>
              </a:path>
            </a:pathLst>
          </a:custGeom>
          <a:ln w="4762">
            <a:solidFill>
              <a:srgbClr val="000000"/>
            </a:solidFill>
          </a:ln>
        </p:spPr>
        <p:txBody>
          <a:bodyPr wrap="square" lIns="0" tIns="0" rIns="0" bIns="0" rtlCol="0"/>
          <a:lstStyle/>
          <a:p>
            <a:endParaRPr/>
          </a:p>
        </p:txBody>
      </p:sp>
      <p:sp>
        <p:nvSpPr>
          <p:cNvPr id="621" name="object 197">
            <a:extLst>
              <a:ext uri="{FF2B5EF4-FFF2-40B4-BE49-F238E27FC236}">
                <a16:creationId xmlns:a16="http://schemas.microsoft.com/office/drawing/2014/main" id="{9D2AFCE9-B47B-AF64-6620-7A2C12F78C78}"/>
              </a:ext>
            </a:extLst>
          </p:cNvPr>
          <p:cNvSpPr/>
          <p:nvPr/>
        </p:nvSpPr>
        <p:spPr>
          <a:xfrm>
            <a:off x="7473300" y="4552018"/>
            <a:ext cx="21735" cy="795853"/>
          </a:xfrm>
          <a:custGeom>
            <a:avLst/>
            <a:gdLst/>
            <a:ahLst/>
            <a:cxnLst/>
            <a:rect l="l" t="t" r="r" b="b"/>
            <a:pathLst>
              <a:path w="12064" h="442594">
                <a:moveTo>
                  <a:pt x="11899" y="0"/>
                </a:moveTo>
                <a:lnTo>
                  <a:pt x="0" y="0"/>
                </a:lnTo>
                <a:lnTo>
                  <a:pt x="0" y="442252"/>
                </a:lnTo>
                <a:lnTo>
                  <a:pt x="11899" y="430441"/>
                </a:lnTo>
                <a:lnTo>
                  <a:pt x="11899" y="0"/>
                </a:lnTo>
                <a:close/>
              </a:path>
            </a:pathLst>
          </a:custGeom>
          <a:solidFill>
            <a:srgbClr val="000000"/>
          </a:solidFill>
        </p:spPr>
        <p:txBody>
          <a:bodyPr wrap="square" lIns="0" tIns="0" rIns="0" bIns="0" rtlCol="0"/>
          <a:lstStyle/>
          <a:p>
            <a:endParaRPr/>
          </a:p>
        </p:txBody>
      </p:sp>
      <p:sp>
        <p:nvSpPr>
          <p:cNvPr id="622" name="object 198">
            <a:extLst>
              <a:ext uri="{FF2B5EF4-FFF2-40B4-BE49-F238E27FC236}">
                <a16:creationId xmlns:a16="http://schemas.microsoft.com/office/drawing/2014/main" id="{48F7FD0C-8FDC-43F5-4CDA-74D8C9F7F859}"/>
              </a:ext>
            </a:extLst>
          </p:cNvPr>
          <p:cNvSpPr/>
          <p:nvPr/>
        </p:nvSpPr>
        <p:spPr>
          <a:xfrm>
            <a:off x="7473310" y="4552018"/>
            <a:ext cx="21735" cy="795853"/>
          </a:xfrm>
          <a:custGeom>
            <a:avLst/>
            <a:gdLst/>
            <a:ahLst/>
            <a:cxnLst/>
            <a:rect l="l" t="t" r="r" b="b"/>
            <a:pathLst>
              <a:path w="12064" h="442594">
                <a:moveTo>
                  <a:pt x="0" y="442245"/>
                </a:moveTo>
                <a:lnTo>
                  <a:pt x="11906" y="430434"/>
                </a:lnTo>
                <a:lnTo>
                  <a:pt x="11906" y="0"/>
                </a:lnTo>
                <a:lnTo>
                  <a:pt x="0" y="0"/>
                </a:lnTo>
                <a:lnTo>
                  <a:pt x="0" y="442245"/>
                </a:lnTo>
                <a:close/>
              </a:path>
            </a:pathLst>
          </a:custGeom>
          <a:ln w="4762">
            <a:solidFill>
              <a:srgbClr val="000000"/>
            </a:solidFill>
          </a:ln>
        </p:spPr>
        <p:txBody>
          <a:bodyPr wrap="square" lIns="0" tIns="0" rIns="0" bIns="0" rtlCol="0"/>
          <a:lstStyle/>
          <a:p>
            <a:endParaRPr/>
          </a:p>
        </p:txBody>
      </p:sp>
      <p:sp>
        <p:nvSpPr>
          <p:cNvPr id="623" name="object 199">
            <a:extLst>
              <a:ext uri="{FF2B5EF4-FFF2-40B4-BE49-F238E27FC236}">
                <a16:creationId xmlns:a16="http://schemas.microsoft.com/office/drawing/2014/main" id="{B8E6D4EC-E1B6-7D4B-2396-CAA01A5AD18E}"/>
              </a:ext>
            </a:extLst>
          </p:cNvPr>
          <p:cNvSpPr/>
          <p:nvPr/>
        </p:nvSpPr>
        <p:spPr>
          <a:xfrm>
            <a:off x="7331231" y="5089646"/>
            <a:ext cx="74357" cy="147296"/>
          </a:xfrm>
          <a:custGeom>
            <a:avLst/>
            <a:gdLst/>
            <a:ahLst/>
            <a:cxnLst/>
            <a:rect l="l" t="t" r="r" b="b"/>
            <a:pathLst>
              <a:path w="41275" h="81914">
                <a:moveTo>
                  <a:pt x="20669" y="81438"/>
                </a:moveTo>
                <a:lnTo>
                  <a:pt x="0" y="0"/>
                </a:lnTo>
                <a:lnTo>
                  <a:pt x="41243" y="0"/>
                </a:lnTo>
                <a:lnTo>
                  <a:pt x="20669" y="81438"/>
                </a:lnTo>
                <a:close/>
              </a:path>
            </a:pathLst>
          </a:custGeom>
          <a:solidFill>
            <a:srgbClr val="000000"/>
          </a:solidFill>
        </p:spPr>
        <p:txBody>
          <a:bodyPr wrap="square" lIns="0" tIns="0" rIns="0" bIns="0" rtlCol="0"/>
          <a:lstStyle/>
          <a:p>
            <a:endParaRPr/>
          </a:p>
        </p:txBody>
      </p:sp>
      <p:sp>
        <p:nvSpPr>
          <p:cNvPr id="624" name="object 200">
            <a:extLst>
              <a:ext uri="{FF2B5EF4-FFF2-40B4-BE49-F238E27FC236}">
                <a16:creationId xmlns:a16="http://schemas.microsoft.com/office/drawing/2014/main" id="{E5580105-DB27-FBFD-8993-DB58DBA39863}"/>
              </a:ext>
            </a:extLst>
          </p:cNvPr>
          <p:cNvSpPr/>
          <p:nvPr/>
        </p:nvSpPr>
        <p:spPr>
          <a:xfrm>
            <a:off x="7331231" y="5089646"/>
            <a:ext cx="74357" cy="147296"/>
          </a:xfrm>
          <a:custGeom>
            <a:avLst/>
            <a:gdLst/>
            <a:ahLst/>
            <a:cxnLst/>
            <a:rect l="l" t="t" r="r" b="b"/>
            <a:pathLst>
              <a:path w="41275" h="81914">
                <a:moveTo>
                  <a:pt x="41243" y="0"/>
                </a:moveTo>
                <a:lnTo>
                  <a:pt x="20669" y="81438"/>
                </a:lnTo>
                <a:lnTo>
                  <a:pt x="0" y="0"/>
                </a:lnTo>
                <a:lnTo>
                  <a:pt x="41243" y="0"/>
                </a:lnTo>
                <a:close/>
              </a:path>
            </a:pathLst>
          </a:custGeom>
          <a:ln w="4762">
            <a:solidFill>
              <a:srgbClr val="000000"/>
            </a:solidFill>
          </a:ln>
        </p:spPr>
        <p:txBody>
          <a:bodyPr wrap="square" lIns="0" tIns="0" rIns="0" bIns="0" rtlCol="0"/>
          <a:lstStyle/>
          <a:p>
            <a:endParaRPr/>
          </a:p>
        </p:txBody>
      </p:sp>
      <p:sp>
        <p:nvSpPr>
          <p:cNvPr id="625" name="object 201">
            <a:extLst>
              <a:ext uri="{FF2B5EF4-FFF2-40B4-BE49-F238E27FC236}">
                <a16:creationId xmlns:a16="http://schemas.microsoft.com/office/drawing/2014/main" id="{C1EA04E5-2B92-3D0C-9D2F-06B40148951A}"/>
              </a:ext>
            </a:extLst>
          </p:cNvPr>
          <p:cNvSpPr/>
          <p:nvPr/>
        </p:nvSpPr>
        <p:spPr>
          <a:xfrm>
            <a:off x="7362794" y="4807743"/>
            <a:ext cx="11440" cy="282031"/>
          </a:xfrm>
          <a:custGeom>
            <a:avLst/>
            <a:gdLst/>
            <a:ahLst/>
            <a:cxnLst/>
            <a:rect l="l" t="t" r="r" b="b"/>
            <a:pathLst>
              <a:path w="6350" h="156844">
                <a:moveTo>
                  <a:pt x="6286" y="0"/>
                </a:moveTo>
                <a:lnTo>
                  <a:pt x="0" y="0"/>
                </a:lnTo>
                <a:lnTo>
                  <a:pt x="0" y="156781"/>
                </a:lnTo>
                <a:lnTo>
                  <a:pt x="6286" y="156781"/>
                </a:lnTo>
                <a:lnTo>
                  <a:pt x="6286" y="0"/>
                </a:lnTo>
                <a:close/>
              </a:path>
            </a:pathLst>
          </a:custGeom>
          <a:solidFill>
            <a:srgbClr val="000000"/>
          </a:solidFill>
        </p:spPr>
        <p:txBody>
          <a:bodyPr wrap="square" lIns="0" tIns="0" rIns="0" bIns="0" rtlCol="0"/>
          <a:lstStyle/>
          <a:p>
            <a:endParaRPr/>
          </a:p>
        </p:txBody>
      </p:sp>
      <p:sp>
        <p:nvSpPr>
          <p:cNvPr id="626" name="object 202">
            <a:extLst>
              <a:ext uri="{FF2B5EF4-FFF2-40B4-BE49-F238E27FC236}">
                <a16:creationId xmlns:a16="http://schemas.microsoft.com/office/drawing/2014/main" id="{4F06B6C9-9AB6-B304-86F4-55285DCB0FE6}"/>
              </a:ext>
            </a:extLst>
          </p:cNvPr>
          <p:cNvSpPr txBox="1"/>
          <p:nvPr/>
        </p:nvSpPr>
        <p:spPr>
          <a:xfrm>
            <a:off x="2834640" y="3863894"/>
            <a:ext cx="1903539" cy="293670"/>
          </a:xfrm>
          <a:prstGeom prst="rect">
            <a:avLst/>
          </a:prstGeom>
        </p:spPr>
        <p:txBody>
          <a:bodyPr vert="horz" wrap="square" lIns="0" tIns="16510" rIns="0" bIns="0" rtlCol="0">
            <a:spAutoFit/>
          </a:bodyPr>
          <a:lstStyle/>
          <a:p>
            <a:pPr marL="12700">
              <a:lnSpc>
                <a:spcPct val="100000"/>
              </a:lnSpc>
              <a:spcBef>
                <a:spcPts val="130"/>
              </a:spcBef>
            </a:pPr>
            <a:r>
              <a:rPr dirty="0">
                <a:latin typeface="+mj-lt"/>
                <a:cs typeface="Microsoft Sans Serif"/>
              </a:rPr>
              <a:t>Bajo</a:t>
            </a:r>
            <a:r>
              <a:rPr spc="70" dirty="0">
                <a:latin typeface="+mj-lt"/>
                <a:cs typeface="Microsoft Sans Serif"/>
              </a:rPr>
              <a:t> </a:t>
            </a:r>
            <a:r>
              <a:rPr dirty="0">
                <a:latin typeface="+mj-lt"/>
                <a:cs typeface="Microsoft Sans Serif"/>
              </a:rPr>
              <a:t>columna</a:t>
            </a:r>
            <a:r>
              <a:rPr spc="65" dirty="0">
                <a:latin typeface="+mj-lt"/>
                <a:cs typeface="Microsoft Sans Serif"/>
              </a:rPr>
              <a:t> </a:t>
            </a:r>
            <a:r>
              <a:rPr spc="-50" dirty="0">
                <a:latin typeface="+mj-lt"/>
                <a:cs typeface="Microsoft Sans Serif"/>
              </a:rPr>
              <a:t>1</a:t>
            </a:r>
            <a:endParaRPr dirty="0">
              <a:latin typeface="+mj-lt"/>
              <a:cs typeface="Microsoft Sans Serif"/>
            </a:endParaRPr>
          </a:p>
        </p:txBody>
      </p:sp>
      <p:sp>
        <p:nvSpPr>
          <p:cNvPr id="627" name="object 203">
            <a:extLst>
              <a:ext uri="{FF2B5EF4-FFF2-40B4-BE49-F238E27FC236}">
                <a16:creationId xmlns:a16="http://schemas.microsoft.com/office/drawing/2014/main" id="{550BDEAD-5863-51F8-139E-35EF9329F224}"/>
              </a:ext>
            </a:extLst>
          </p:cNvPr>
          <p:cNvSpPr txBox="1"/>
          <p:nvPr/>
        </p:nvSpPr>
        <p:spPr>
          <a:xfrm>
            <a:off x="7584337" y="4677788"/>
            <a:ext cx="374073" cy="369952"/>
          </a:xfrm>
          <a:prstGeom prst="rect">
            <a:avLst/>
          </a:prstGeom>
        </p:spPr>
        <p:txBody>
          <a:bodyPr vert="horz" wrap="square" lIns="0" tIns="16510" rIns="0" bIns="0" rtlCol="0">
            <a:spAutoFit/>
          </a:bodyPr>
          <a:lstStyle/>
          <a:p>
            <a:pPr marL="12700">
              <a:lnSpc>
                <a:spcPct val="100000"/>
              </a:lnSpc>
              <a:spcBef>
                <a:spcPts val="130"/>
              </a:spcBef>
            </a:pPr>
            <a:r>
              <a:rPr sz="1150" spc="-25" dirty="0">
                <a:latin typeface="Microsoft Sans Serif"/>
                <a:cs typeface="Microsoft Sans Serif"/>
              </a:rPr>
              <a:t>P2</a:t>
            </a:r>
            <a:endParaRPr sz="1150">
              <a:latin typeface="Microsoft Sans Serif"/>
              <a:cs typeface="Microsoft Sans Serif"/>
            </a:endParaRPr>
          </a:p>
        </p:txBody>
      </p:sp>
      <p:sp>
        <p:nvSpPr>
          <p:cNvPr id="629" name="object 205">
            <a:extLst>
              <a:ext uri="{FF2B5EF4-FFF2-40B4-BE49-F238E27FC236}">
                <a16:creationId xmlns:a16="http://schemas.microsoft.com/office/drawing/2014/main" id="{1DF578BC-5AFD-35AD-5876-14DAACB527B2}"/>
              </a:ext>
            </a:extLst>
          </p:cNvPr>
          <p:cNvSpPr/>
          <p:nvPr/>
        </p:nvSpPr>
        <p:spPr>
          <a:xfrm>
            <a:off x="7362804" y="4807730"/>
            <a:ext cx="11440" cy="282031"/>
          </a:xfrm>
          <a:custGeom>
            <a:avLst/>
            <a:gdLst/>
            <a:ahLst/>
            <a:cxnLst/>
            <a:rect l="l" t="t" r="r" b="b"/>
            <a:pathLst>
              <a:path w="6350" h="156844">
                <a:moveTo>
                  <a:pt x="0" y="156781"/>
                </a:moveTo>
                <a:lnTo>
                  <a:pt x="6286" y="156781"/>
                </a:lnTo>
                <a:lnTo>
                  <a:pt x="6286" y="0"/>
                </a:lnTo>
                <a:lnTo>
                  <a:pt x="0" y="0"/>
                </a:lnTo>
                <a:lnTo>
                  <a:pt x="0" y="156781"/>
                </a:lnTo>
                <a:close/>
              </a:path>
            </a:pathLst>
          </a:custGeom>
          <a:ln w="4762">
            <a:solidFill>
              <a:srgbClr val="000000"/>
            </a:solidFill>
          </a:ln>
        </p:spPr>
        <p:txBody>
          <a:bodyPr wrap="square" lIns="0" tIns="0" rIns="0" bIns="0" rtlCol="0"/>
          <a:lstStyle/>
          <a:p>
            <a:endParaRPr/>
          </a:p>
        </p:txBody>
      </p:sp>
      <p:sp>
        <p:nvSpPr>
          <p:cNvPr id="630" name="object 206">
            <a:extLst>
              <a:ext uri="{FF2B5EF4-FFF2-40B4-BE49-F238E27FC236}">
                <a16:creationId xmlns:a16="http://schemas.microsoft.com/office/drawing/2014/main" id="{3194506B-38E9-2C4F-8ECC-D3EF12C9838E}"/>
              </a:ext>
            </a:extLst>
          </p:cNvPr>
          <p:cNvSpPr/>
          <p:nvPr/>
        </p:nvSpPr>
        <p:spPr>
          <a:xfrm>
            <a:off x="6505868" y="5732439"/>
            <a:ext cx="74357" cy="101623"/>
          </a:xfrm>
          <a:custGeom>
            <a:avLst/>
            <a:gdLst/>
            <a:ahLst/>
            <a:cxnLst/>
            <a:rect l="l" t="t" r="r" b="b"/>
            <a:pathLst>
              <a:path w="41275" h="56514">
                <a:moveTo>
                  <a:pt x="41243" y="56007"/>
                </a:moveTo>
                <a:lnTo>
                  <a:pt x="0" y="56007"/>
                </a:lnTo>
                <a:lnTo>
                  <a:pt x="20574" y="0"/>
                </a:lnTo>
                <a:lnTo>
                  <a:pt x="41243" y="56007"/>
                </a:lnTo>
                <a:close/>
              </a:path>
            </a:pathLst>
          </a:custGeom>
          <a:solidFill>
            <a:srgbClr val="FF0000"/>
          </a:solidFill>
        </p:spPr>
        <p:txBody>
          <a:bodyPr wrap="square" lIns="0" tIns="0" rIns="0" bIns="0" rtlCol="0"/>
          <a:lstStyle/>
          <a:p>
            <a:endParaRPr/>
          </a:p>
        </p:txBody>
      </p:sp>
      <p:sp>
        <p:nvSpPr>
          <p:cNvPr id="631" name="object 207">
            <a:extLst>
              <a:ext uri="{FF2B5EF4-FFF2-40B4-BE49-F238E27FC236}">
                <a16:creationId xmlns:a16="http://schemas.microsoft.com/office/drawing/2014/main" id="{3EADF79A-3FC4-EF25-0BEE-687A7FE014B1}"/>
              </a:ext>
            </a:extLst>
          </p:cNvPr>
          <p:cNvSpPr/>
          <p:nvPr/>
        </p:nvSpPr>
        <p:spPr>
          <a:xfrm>
            <a:off x="6505868" y="5732439"/>
            <a:ext cx="74357" cy="101623"/>
          </a:xfrm>
          <a:custGeom>
            <a:avLst/>
            <a:gdLst/>
            <a:ahLst/>
            <a:cxnLst/>
            <a:rect l="l" t="t" r="r" b="b"/>
            <a:pathLst>
              <a:path w="41275" h="56514">
                <a:moveTo>
                  <a:pt x="41243" y="56007"/>
                </a:moveTo>
                <a:lnTo>
                  <a:pt x="20574" y="0"/>
                </a:lnTo>
                <a:lnTo>
                  <a:pt x="0" y="56007"/>
                </a:lnTo>
                <a:lnTo>
                  <a:pt x="41243" y="56007"/>
                </a:lnTo>
                <a:close/>
              </a:path>
            </a:pathLst>
          </a:custGeom>
          <a:ln w="4762">
            <a:solidFill>
              <a:srgbClr val="FF0000"/>
            </a:solidFill>
          </a:ln>
        </p:spPr>
        <p:txBody>
          <a:bodyPr wrap="square" lIns="0" tIns="0" rIns="0" bIns="0" rtlCol="0"/>
          <a:lstStyle/>
          <a:p>
            <a:endParaRPr/>
          </a:p>
        </p:txBody>
      </p:sp>
      <p:sp>
        <p:nvSpPr>
          <p:cNvPr id="632" name="object 208">
            <a:extLst>
              <a:ext uri="{FF2B5EF4-FFF2-40B4-BE49-F238E27FC236}">
                <a16:creationId xmlns:a16="http://schemas.microsoft.com/office/drawing/2014/main" id="{F415D8D4-70AB-9D1E-7EB6-4D0D1A1C2748}"/>
              </a:ext>
            </a:extLst>
          </p:cNvPr>
          <p:cNvSpPr/>
          <p:nvPr/>
        </p:nvSpPr>
        <p:spPr>
          <a:xfrm>
            <a:off x="6539329" y="5833148"/>
            <a:ext cx="8008" cy="214663"/>
          </a:xfrm>
          <a:custGeom>
            <a:avLst/>
            <a:gdLst/>
            <a:ahLst/>
            <a:cxnLst/>
            <a:rect l="l" t="t" r="r" b="b"/>
            <a:pathLst>
              <a:path w="4445" h="119380">
                <a:moveTo>
                  <a:pt x="3987" y="0"/>
                </a:moveTo>
                <a:lnTo>
                  <a:pt x="0" y="0"/>
                </a:lnTo>
                <a:lnTo>
                  <a:pt x="0" y="118783"/>
                </a:lnTo>
                <a:lnTo>
                  <a:pt x="3987" y="114871"/>
                </a:lnTo>
                <a:lnTo>
                  <a:pt x="3987" y="0"/>
                </a:lnTo>
                <a:close/>
              </a:path>
            </a:pathLst>
          </a:custGeom>
          <a:solidFill>
            <a:srgbClr val="FF0000"/>
          </a:solidFill>
        </p:spPr>
        <p:txBody>
          <a:bodyPr wrap="square" lIns="0" tIns="0" rIns="0" bIns="0" rtlCol="0"/>
          <a:lstStyle/>
          <a:p>
            <a:endParaRPr/>
          </a:p>
        </p:txBody>
      </p:sp>
      <p:sp>
        <p:nvSpPr>
          <p:cNvPr id="633" name="object 209">
            <a:extLst>
              <a:ext uri="{FF2B5EF4-FFF2-40B4-BE49-F238E27FC236}">
                <a16:creationId xmlns:a16="http://schemas.microsoft.com/office/drawing/2014/main" id="{BEB7B4CC-40ED-E412-91E3-A96B85794A91}"/>
              </a:ext>
            </a:extLst>
          </p:cNvPr>
          <p:cNvSpPr/>
          <p:nvPr/>
        </p:nvSpPr>
        <p:spPr>
          <a:xfrm>
            <a:off x="6539329" y="5833148"/>
            <a:ext cx="8008" cy="214663"/>
          </a:xfrm>
          <a:custGeom>
            <a:avLst/>
            <a:gdLst/>
            <a:ahLst/>
            <a:cxnLst/>
            <a:rect l="l" t="t" r="r" b="b"/>
            <a:pathLst>
              <a:path w="4445" h="119380">
                <a:moveTo>
                  <a:pt x="4000" y="0"/>
                </a:moveTo>
                <a:lnTo>
                  <a:pt x="0" y="0"/>
                </a:lnTo>
                <a:lnTo>
                  <a:pt x="0" y="118776"/>
                </a:lnTo>
                <a:lnTo>
                  <a:pt x="4000" y="114871"/>
                </a:lnTo>
                <a:lnTo>
                  <a:pt x="4000" y="0"/>
                </a:lnTo>
                <a:close/>
              </a:path>
            </a:pathLst>
          </a:custGeom>
          <a:ln w="4762">
            <a:solidFill>
              <a:srgbClr val="FF0000"/>
            </a:solidFill>
          </a:ln>
        </p:spPr>
        <p:txBody>
          <a:bodyPr wrap="square" lIns="0" tIns="0" rIns="0" bIns="0" rtlCol="0"/>
          <a:lstStyle/>
          <a:p>
            <a:endParaRPr/>
          </a:p>
        </p:txBody>
      </p:sp>
      <p:sp>
        <p:nvSpPr>
          <p:cNvPr id="634" name="object 210">
            <a:extLst>
              <a:ext uri="{FF2B5EF4-FFF2-40B4-BE49-F238E27FC236}">
                <a16:creationId xmlns:a16="http://schemas.microsoft.com/office/drawing/2014/main" id="{E7E95F5A-F4CC-8D59-29C3-6A3E9982DD2F}"/>
              </a:ext>
            </a:extLst>
          </p:cNvPr>
          <p:cNvSpPr/>
          <p:nvPr/>
        </p:nvSpPr>
        <p:spPr>
          <a:xfrm>
            <a:off x="6539329" y="6039706"/>
            <a:ext cx="1649580" cy="7993"/>
          </a:xfrm>
          <a:custGeom>
            <a:avLst/>
            <a:gdLst/>
            <a:ahLst/>
            <a:cxnLst/>
            <a:rect l="l" t="t" r="r" b="b"/>
            <a:pathLst>
              <a:path w="915670" h="4444">
                <a:moveTo>
                  <a:pt x="915543" y="3911"/>
                </a:moveTo>
                <a:lnTo>
                  <a:pt x="911631" y="0"/>
                </a:lnTo>
                <a:lnTo>
                  <a:pt x="3987" y="0"/>
                </a:lnTo>
                <a:lnTo>
                  <a:pt x="0" y="3911"/>
                </a:lnTo>
                <a:lnTo>
                  <a:pt x="915543" y="3911"/>
                </a:lnTo>
                <a:close/>
              </a:path>
            </a:pathLst>
          </a:custGeom>
          <a:solidFill>
            <a:srgbClr val="FF0000"/>
          </a:solidFill>
        </p:spPr>
        <p:txBody>
          <a:bodyPr wrap="square" lIns="0" tIns="0" rIns="0" bIns="0" rtlCol="0"/>
          <a:lstStyle/>
          <a:p>
            <a:endParaRPr/>
          </a:p>
        </p:txBody>
      </p:sp>
      <p:sp>
        <p:nvSpPr>
          <p:cNvPr id="635" name="object 211">
            <a:extLst>
              <a:ext uri="{FF2B5EF4-FFF2-40B4-BE49-F238E27FC236}">
                <a16:creationId xmlns:a16="http://schemas.microsoft.com/office/drawing/2014/main" id="{44F92838-8606-1215-9315-DF05FCA0D577}"/>
              </a:ext>
            </a:extLst>
          </p:cNvPr>
          <p:cNvSpPr/>
          <p:nvPr/>
        </p:nvSpPr>
        <p:spPr>
          <a:xfrm>
            <a:off x="6539329" y="6039704"/>
            <a:ext cx="1649580" cy="7993"/>
          </a:xfrm>
          <a:custGeom>
            <a:avLst/>
            <a:gdLst/>
            <a:ahLst/>
            <a:cxnLst/>
            <a:rect l="l" t="t" r="r" b="b"/>
            <a:pathLst>
              <a:path w="915670" h="4444">
                <a:moveTo>
                  <a:pt x="4000" y="0"/>
                </a:moveTo>
                <a:lnTo>
                  <a:pt x="0" y="3905"/>
                </a:lnTo>
                <a:lnTo>
                  <a:pt x="915543" y="3905"/>
                </a:lnTo>
                <a:lnTo>
                  <a:pt x="911637" y="0"/>
                </a:lnTo>
                <a:lnTo>
                  <a:pt x="4000" y="0"/>
                </a:lnTo>
                <a:close/>
              </a:path>
            </a:pathLst>
          </a:custGeom>
          <a:ln w="4762">
            <a:solidFill>
              <a:srgbClr val="FF0000"/>
            </a:solidFill>
          </a:ln>
        </p:spPr>
        <p:txBody>
          <a:bodyPr wrap="square" lIns="0" tIns="0" rIns="0" bIns="0" rtlCol="0"/>
          <a:lstStyle/>
          <a:p>
            <a:endParaRPr/>
          </a:p>
        </p:txBody>
      </p:sp>
      <p:sp>
        <p:nvSpPr>
          <p:cNvPr id="636" name="object 212">
            <a:extLst>
              <a:ext uri="{FF2B5EF4-FFF2-40B4-BE49-F238E27FC236}">
                <a16:creationId xmlns:a16="http://schemas.microsoft.com/office/drawing/2014/main" id="{EEB11FD2-C455-9062-A861-3D2BD6550D1B}"/>
              </a:ext>
            </a:extLst>
          </p:cNvPr>
          <p:cNvSpPr/>
          <p:nvPr/>
        </p:nvSpPr>
        <p:spPr>
          <a:xfrm>
            <a:off x="8181636" y="5833148"/>
            <a:ext cx="8008" cy="214663"/>
          </a:xfrm>
          <a:custGeom>
            <a:avLst/>
            <a:gdLst/>
            <a:ahLst/>
            <a:cxnLst/>
            <a:rect l="l" t="t" r="r" b="b"/>
            <a:pathLst>
              <a:path w="4445" h="119380">
                <a:moveTo>
                  <a:pt x="3911" y="0"/>
                </a:moveTo>
                <a:lnTo>
                  <a:pt x="0" y="0"/>
                </a:lnTo>
                <a:lnTo>
                  <a:pt x="0" y="114871"/>
                </a:lnTo>
                <a:lnTo>
                  <a:pt x="3911" y="118783"/>
                </a:lnTo>
                <a:lnTo>
                  <a:pt x="3911" y="0"/>
                </a:lnTo>
                <a:close/>
              </a:path>
            </a:pathLst>
          </a:custGeom>
          <a:solidFill>
            <a:srgbClr val="FF0000"/>
          </a:solidFill>
        </p:spPr>
        <p:txBody>
          <a:bodyPr wrap="square" lIns="0" tIns="0" rIns="0" bIns="0" rtlCol="0"/>
          <a:lstStyle/>
          <a:p>
            <a:endParaRPr/>
          </a:p>
        </p:txBody>
      </p:sp>
      <p:sp>
        <p:nvSpPr>
          <p:cNvPr id="637" name="object 213">
            <a:extLst>
              <a:ext uri="{FF2B5EF4-FFF2-40B4-BE49-F238E27FC236}">
                <a16:creationId xmlns:a16="http://schemas.microsoft.com/office/drawing/2014/main" id="{218C0BD6-E42B-EC4F-60C7-7811CCB3C1C8}"/>
              </a:ext>
            </a:extLst>
          </p:cNvPr>
          <p:cNvSpPr/>
          <p:nvPr/>
        </p:nvSpPr>
        <p:spPr>
          <a:xfrm>
            <a:off x="8181647" y="5833148"/>
            <a:ext cx="8008" cy="214663"/>
          </a:xfrm>
          <a:custGeom>
            <a:avLst/>
            <a:gdLst/>
            <a:ahLst/>
            <a:cxnLst/>
            <a:rect l="l" t="t" r="r" b="b"/>
            <a:pathLst>
              <a:path w="4445" h="119380">
                <a:moveTo>
                  <a:pt x="0" y="114871"/>
                </a:moveTo>
                <a:lnTo>
                  <a:pt x="3905" y="118776"/>
                </a:lnTo>
                <a:lnTo>
                  <a:pt x="3905" y="0"/>
                </a:lnTo>
                <a:lnTo>
                  <a:pt x="0" y="0"/>
                </a:lnTo>
                <a:lnTo>
                  <a:pt x="0" y="114871"/>
                </a:lnTo>
                <a:close/>
              </a:path>
            </a:pathLst>
          </a:custGeom>
          <a:ln w="4762">
            <a:solidFill>
              <a:srgbClr val="FF0000"/>
            </a:solidFill>
          </a:ln>
        </p:spPr>
        <p:txBody>
          <a:bodyPr wrap="square" lIns="0" tIns="0" rIns="0" bIns="0" rtlCol="0"/>
          <a:lstStyle/>
          <a:p>
            <a:endParaRPr/>
          </a:p>
        </p:txBody>
      </p:sp>
      <p:sp>
        <p:nvSpPr>
          <p:cNvPr id="638" name="object 214">
            <a:extLst>
              <a:ext uri="{FF2B5EF4-FFF2-40B4-BE49-F238E27FC236}">
                <a16:creationId xmlns:a16="http://schemas.microsoft.com/office/drawing/2014/main" id="{AA085328-AC3A-F005-BDAA-190E10B016DF}"/>
              </a:ext>
            </a:extLst>
          </p:cNvPr>
          <p:cNvSpPr/>
          <p:nvPr/>
        </p:nvSpPr>
        <p:spPr>
          <a:xfrm>
            <a:off x="8147843" y="5732439"/>
            <a:ext cx="74357" cy="101623"/>
          </a:xfrm>
          <a:custGeom>
            <a:avLst/>
            <a:gdLst/>
            <a:ahLst/>
            <a:cxnLst/>
            <a:rect l="l" t="t" r="r" b="b"/>
            <a:pathLst>
              <a:path w="41275" h="56514">
                <a:moveTo>
                  <a:pt x="41242" y="56007"/>
                </a:moveTo>
                <a:lnTo>
                  <a:pt x="0" y="56007"/>
                </a:lnTo>
                <a:lnTo>
                  <a:pt x="20669" y="0"/>
                </a:lnTo>
                <a:lnTo>
                  <a:pt x="41242" y="56007"/>
                </a:lnTo>
                <a:close/>
              </a:path>
            </a:pathLst>
          </a:custGeom>
          <a:solidFill>
            <a:srgbClr val="FF0000"/>
          </a:solidFill>
        </p:spPr>
        <p:txBody>
          <a:bodyPr wrap="square" lIns="0" tIns="0" rIns="0" bIns="0" rtlCol="0"/>
          <a:lstStyle/>
          <a:p>
            <a:endParaRPr/>
          </a:p>
        </p:txBody>
      </p:sp>
      <p:sp>
        <p:nvSpPr>
          <p:cNvPr id="639" name="object 215">
            <a:extLst>
              <a:ext uri="{FF2B5EF4-FFF2-40B4-BE49-F238E27FC236}">
                <a16:creationId xmlns:a16="http://schemas.microsoft.com/office/drawing/2014/main" id="{1139F70D-C165-BA38-75C6-D778C31FD27E}"/>
              </a:ext>
            </a:extLst>
          </p:cNvPr>
          <p:cNvSpPr/>
          <p:nvPr/>
        </p:nvSpPr>
        <p:spPr>
          <a:xfrm>
            <a:off x="8147843" y="5732439"/>
            <a:ext cx="74357" cy="101623"/>
          </a:xfrm>
          <a:custGeom>
            <a:avLst/>
            <a:gdLst/>
            <a:ahLst/>
            <a:cxnLst/>
            <a:rect l="l" t="t" r="r" b="b"/>
            <a:pathLst>
              <a:path w="41275" h="56514">
                <a:moveTo>
                  <a:pt x="41242" y="56007"/>
                </a:moveTo>
                <a:lnTo>
                  <a:pt x="20669" y="0"/>
                </a:lnTo>
                <a:lnTo>
                  <a:pt x="0" y="56007"/>
                </a:lnTo>
                <a:lnTo>
                  <a:pt x="41242" y="56007"/>
                </a:lnTo>
                <a:close/>
              </a:path>
            </a:pathLst>
          </a:custGeom>
          <a:ln w="4762">
            <a:solidFill>
              <a:srgbClr val="FF0000"/>
            </a:solidFill>
          </a:ln>
        </p:spPr>
        <p:txBody>
          <a:bodyPr wrap="square" lIns="0" tIns="0" rIns="0" bIns="0" rtlCol="0"/>
          <a:lstStyle/>
          <a:p>
            <a:endParaRPr/>
          </a:p>
        </p:txBody>
      </p:sp>
      <p:sp>
        <p:nvSpPr>
          <p:cNvPr id="640" name="object 216">
            <a:extLst>
              <a:ext uri="{FF2B5EF4-FFF2-40B4-BE49-F238E27FC236}">
                <a16:creationId xmlns:a16="http://schemas.microsoft.com/office/drawing/2014/main" id="{EFD23692-0138-92B5-FF26-93BCEF7842C2}"/>
              </a:ext>
            </a:extLst>
          </p:cNvPr>
          <p:cNvSpPr txBox="1"/>
          <p:nvPr/>
        </p:nvSpPr>
        <p:spPr>
          <a:xfrm>
            <a:off x="7284156" y="6047103"/>
            <a:ext cx="156722" cy="292388"/>
          </a:xfrm>
          <a:prstGeom prst="rect">
            <a:avLst/>
          </a:prstGeom>
        </p:spPr>
        <p:txBody>
          <a:bodyPr vert="horz" wrap="square" lIns="0" tIns="15240" rIns="0" bIns="0" rtlCol="0">
            <a:spAutoFit/>
          </a:bodyPr>
          <a:lstStyle/>
          <a:p>
            <a:pPr marL="12700">
              <a:lnSpc>
                <a:spcPct val="100000"/>
              </a:lnSpc>
              <a:spcBef>
                <a:spcPts val="120"/>
              </a:spcBef>
            </a:pPr>
            <a:r>
              <a:rPr spc="-50" dirty="0">
                <a:latin typeface="+mj-lt"/>
                <a:cs typeface="Microsoft Sans Serif"/>
              </a:rPr>
              <a:t>b</a:t>
            </a:r>
            <a:endParaRPr dirty="0">
              <a:latin typeface="+mj-lt"/>
              <a:cs typeface="Microsoft Sans Serif"/>
            </a:endParaRPr>
          </a:p>
        </p:txBody>
      </p:sp>
      <p:sp>
        <p:nvSpPr>
          <p:cNvPr id="642" name="object 218">
            <a:extLst>
              <a:ext uri="{FF2B5EF4-FFF2-40B4-BE49-F238E27FC236}">
                <a16:creationId xmlns:a16="http://schemas.microsoft.com/office/drawing/2014/main" id="{3D17D65C-B223-9668-7BAA-D39992BBD335}"/>
              </a:ext>
            </a:extLst>
          </p:cNvPr>
          <p:cNvSpPr/>
          <p:nvPr/>
        </p:nvSpPr>
        <p:spPr>
          <a:xfrm>
            <a:off x="6543791" y="6356562"/>
            <a:ext cx="3432" cy="3425"/>
          </a:xfrm>
          <a:custGeom>
            <a:avLst/>
            <a:gdLst/>
            <a:ahLst/>
            <a:cxnLst/>
            <a:rect l="l" t="t" r="r" b="b"/>
            <a:pathLst>
              <a:path w="1904" h="1905">
                <a:moveTo>
                  <a:pt x="1523" y="1524"/>
                </a:moveTo>
                <a:lnTo>
                  <a:pt x="0" y="1524"/>
                </a:lnTo>
                <a:lnTo>
                  <a:pt x="0" y="0"/>
                </a:lnTo>
                <a:lnTo>
                  <a:pt x="1523" y="0"/>
                </a:lnTo>
                <a:lnTo>
                  <a:pt x="1523" y="1524"/>
                </a:lnTo>
                <a:close/>
              </a:path>
            </a:pathLst>
          </a:custGeom>
          <a:solidFill>
            <a:srgbClr val="000000"/>
          </a:solidFill>
        </p:spPr>
        <p:txBody>
          <a:bodyPr wrap="square" lIns="0" tIns="0" rIns="0" bIns="0" rtlCol="0"/>
          <a:lstStyle/>
          <a:p>
            <a:endParaRPr/>
          </a:p>
        </p:txBody>
      </p:sp>
      <p:sp>
        <p:nvSpPr>
          <p:cNvPr id="645" name="object 221">
            <a:extLst>
              <a:ext uri="{FF2B5EF4-FFF2-40B4-BE49-F238E27FC236}">
                <a16:creationId xmlns:a16="http://schemas.microsoft.com/office/drawing/2014/main" id="{FEA3FB81-103F-E9BF-02F8-F7AF2124BBE6}"/>
              </a:ext>
            </a:extLst>
          </p:cNvPr>
          <p:cNvSpPr/>
          <p:nvPr/>
        </p:nvSpPr>
        <p:spPr>
          <a:xfrm>
            <a:off x="6543791" y="6044158"/>
            <a:ext cx="1645006" cy="3425"/>
          </a:xfrm>
          <a:custGeom>
            <a:avLst/>
            <a:gdLst/>
            <a:ahLst/>
            <a:cxnLst/>
            <a:rect l="l" t="t" r="r" b="b"/>
            <a:pathLst>
              <a:path w="913129" h="1905">
                <a:moveTo>
                  <a:pt x="1524" y="0"/>
                </a:moveTo>
                <a:lnTo>
                  <a:pt x="0" y="0"/>
                </a:lnTo>
                <a:lnTo>
                  <a:pt x="0" y="1524"/>
                </a:lnTo>
                <a:lnTo>
                  <a:pt x="1524" y="1524"/>
                </a:lnTo>
                <a:lnTo>
                  <a:pt x="1524" y="0"/>
                </a:lnTo>
                <a:close/>
              </a:path>
              <a:path w="913129" h="1905">
                <a:moveTo>
                  <a:pt x="912876" y="0"/>
                </a:moveTo>
                <a:lnTo>
                  <a:pt x="911339" y="0"/>
                </a:lnTo>
                <a:lnTo>
                  <a:pt x="911339" y="1524"/>
                </a:lnTo>
                <a:lnTo>
                  <a:pt x="912876" y="1524"/>
                </a:lnTo>
                <a:lnTo>
                  <a:pt x="912876" y="0"/>
                </a:lnTo>
                <a:close/>
              </a:path>
            </a:pathLst>
          </a:custGeom>
          <a:solidFill>
            <a:srgbClr val="000000"/>
          </a:solidFill>
        </p:spPr>
        <p:txBody>
          <a:bodyPr wrap="square" lIns="0" tIns="0" rIns="0" bIns="0" rtlCol="0"/>
          <a:lstStyle/>
          <a:p>
            <a:endParaRPr/>
          </a:p>
        </p:txBody>
      </p:sp>
      <p:sp>
        <p:nvSpPr>
          <p:cNvPr id="646" name="object 222">
            <a:extLst>
              <a:ext uri="{FF2B5EF4-FFF2-40B4-BE49-F238E27FC236}">
                <a16:creationId xmlns:a16="http://schemas.microsoft.com/office/drawing/2014/main" id="{8617703F-5243-9BD5-FEE5-4181DADED1BE}"/>
              </a:ext>
            </a:extLst>
          </p:cNvPr>
          <p:cNvSpPr/>
          <p:nvPr/>
        </p:nvSpPr>
        <p:spPr>
          <a:xfrm>
            <a:off x="6916318" y="5732439"/>
            <a:ext cx="74357" cy="101623"/>
          </a:xfrm>
          <a:custGeom>
            <a:avLst/>
            <a:gdLst/>
            <a:ahLst/>
            <a:cxnLst/>
            <a:rect l="l" t="t" r="r" b="b"/>
            <a:pathLst>
              <a:path w="41275" h="56514">
                <a:moveTo>
                  <a:pt x="41243" y="56007"/>
                </a:moveTo>
                <a:lnTo>
                  <a:pt x="0" y="56007"/>
                </a:lnTo>
                <a:lnTo>
                  <a:pt x="20574" y="0"/>
                </a:lnTo>
                <a:lnTo>
                  <a:pt x="41243" y="56007"/>
                </a:lnTo>
                <a:close/>
              </a:path>
            </a:pathLst>
          </a:custGeom>
          <a:solidFill>
            <a:srgbClr val="FF0000"/>
          </a:solidFill>
        </p:spPr>
        <p:txBody>
          <a:bodyPr wrap="square" lIns="0" tIns="0" rIns="0" bIns="0" rtlCol="0"/>
          <a:lstStyle/>
          <a:p>
            <a:endParaRPr/>
          </a:p>
        </p:txBody>
      </p:sp>
      <p:sp>
        <p:nvSpPr>
          <p:cNvPr id="647" name="object 223">
            <a:extLst>
              <a:ext uri="{FF2B5EF4-FFF2-40B4-BE49-F238E27FC236}">
                <a16:creationId xmlns:a16="http://schemas.microsoft.com/office/drawing/2014/main" id="{42B0CC13-7475-47CE-63CC-FEA88A51118E}"/>
              </a:ext>
            </a:extLst>
          </p:cNvPr>
          <p:cNvSpPr/>
          <p:nvPr/>
        </p:nvSpPr>
        <p:spPr>
          <a:xfrm>
            <a:off x="6916318" y="5732439"/>
            <a:ext cx="74357" cy="101623"/>
          </a:xfrm>
          <a:custGeom>
            <a:avLst/>
            <a:gdLst/>
            <a:ahLst/>
            <a:cxnLst/>
            <a:rect l="l" t="t" r="r" b="b"/>
            <a:pathLst>
              <a:path w="41275" h="56514">
                <a:moveTo>
                  <a:pt x="41243" y="56007"/>
                </a:moveTo>
                <a:lnTo>
                  <a:pt x="20574" y="0"/>
                </a:lnTo>
                <a:lnTo>
                  <a:pt x="0" y="56007"/>
                </a:lnTo>
                <a:lnTo>
                  <a:pt x="41243" y="56007"/>
                </a:lnTo>
                <a:close/>
              </a:path>
            </a:pathLst>
          </a:custGeom>
          <a:ln w="4762">
            <a:solidFill>
              <a:srgbClr val="FF0000"/>
            </a:solidFill>
          </a:ln>
        </p:spPr>
        <p:txBody>
          <a:bodyPr wrap="square" lIns="0" tIns="0" rIns="0" bIns="0" rtlCol="0"/>
          <a:lstStyle/>
          <a:p>
            <a:endParaRPr/>
          </a:p>
        </p:txBody>
      </p:sp>
      <p:sp>
        <p:nvSpPr>
          <p:cNvPr id="648" name="object 224">
            <a:extLst>
              <a:ext uri="{FF2B5EF4-FFF2-40B4-BE49-F238E27FC236}">
                <a16:creationId xmlns:a16="http://schemas.microsoft.com/office/drawing/2014/main" id="{2C5A9EC9-8EE9-5108-F9F7-001CA98943DF}"/>
              </a:ext>
            </a:extLst>
          </p:cNvPr>
          <p:cNvSpPr/>
          <p:nvPr/>
        </p:nvSpPr>
        <p:spPr>
          <a:xfrm>
            <a:off x="6949940" y="5833148"/>
            <a:ext cx="8008" cy="210094"/>
          </a:xfrm>
          <a:custGeom>
            <a:avLst/>
            <a:gdLst/>
            <a:ahLst/>
            <a:cxnLst/>
            <a:rect l="l" t="t" r="r" b="b"/>
            <a:pathLst>
              <a:path w="4445" h="116839">
                <a:moveTo>
                  <a:pt x="3911" y="0"/>
                </a:moveTo>
                <a:lnTo>
                  <a:pt x="0" y="0"/>
                </a:lnTo>
                <a:lnTo>
                  <a:pt x="0" y="116776"/>
                </a:lnTo>
                <a:lnTo>
                  <a:pt x="3911" y="116776"/>
                </a:lnTo>
                <a:lnTo>
                  <a:pt x="3911" y="0"/>
                </a:lnTo>
                <a:close/>
              </a:path>
            </a:pathLst>
          </a:custGeom>
          <a:solidFill>
            <a:srgbClr val="FF0000"/>
          </a:solidFill>
        </p:spPr>
        <p:txBody>
          <a:bodyPr wrap="square" lIns="0" tIns="0" rIns="0" bIns="0" rtlCol="0"/>
          <a:lstStyle/>
          <a:p>
            <a:endParaRPr/>
          </a:p>
        </p:txBody>
      </p:sp>
      <p:sp>
        <p:nvSpPr>
          <p:cNvPr id="649" name="object 225">
            <a:extLst>
              <a:ext uri="{FF2B5EF4-FFF2-40B4-BE49-F238E27FC236}">
                <a16:creationId xmlns:a16="http://schemas.microsoft.com/office/drawing/2014/main" id="{C5AD3CC1-7F25-8FD5-4E08-17A98DE5A372}"/>
              </a:ext>
            </a:extLst>
          </p:cNvPr>
          <p:cNvSpPr/>
          <p:nvPr/>
        </p:nvSpPr>
        <p:spPr>
          <a:xfrm>
            <a:off x="6949951" y="5833148"/>
            <a:ext cx="8008" cy="210094"/>
          </a:xfrm>
          <a:custGeom>
            <a:avLst/>
            <a:gdLst/>
            <a:ahLst/>
            <a:cxnLst/>
            <a:rect l="l" t="t" r="r" b="b"/>
            <a:pathLst>
              <a:path w="4445" h="116839">
                <a:moveTo>
                  <a:pt x="3905" y="0"/>
                </a:moveTo>
                <a:lnTo>
                  <a:pt x="0" y="0"/>
                </a:lnTo>
                <a:lnTo>
                  <a:pt x="0" y="116776"/>
                </a:lnTo>
                <a:lnTo>
                  <a:pt x="3905" y="116776"/>
                </a:lnTo>
                <a:lnTo>
                  <a:pt x="3905" y="0"/>
                </a:lnTo>
                <a:close/>
              </a:path>
            </a:pathLst>
          </a:custGeom>
          <a:ln w="4762">
            <a:solidFill>
              <a:srgbClr val="FF0000"/>
            </a:solidFill>
          </a:ln>
        </p:spPr>
        <p:txBody>
          <a:bodyPr wrap="square" lIns="0" tIns="0" rIns="0" bIns="0" rtlCol="0"/>
          <a:lstStyle/>
          <a:p>
            <a:endParaRPr/>
          </a:p>
        </p:txBody>
      </p:sp>
      <p:sp>
        <p:nvSpPr>
          <p:cNvPr id="650" name="object 226">
            <a:extLst>
              <a:ext uri="{FF2B5EF4-FFF2-40B4-BE49-F238E27FC236}">
                <a16:creationId xmlns:a16="http://schemas.microsoft.com/office/drawing/2014/main" id="{DD13B798-C926-BF5A-0DEC-5CBC4065C5F2}"/>
              </a:ext>
            </a:extLst>
          </p:cNvPr>
          <p:cNvSpPr/>
          <p:nvPr/>
        </p:nvSpPr>
        <p:spPr>
          <a:xfrm>
            <a:off x="7326942" y="5732439"/>
            <a:ext cx="74357" cy="101623"/>
          </a:xfrm>
          <a:custGeom>
            <a:avLst/>
            <a:gdLst/>
            <a:ahLst/>
            <a:cxnLst/>
            <a:rect l="l" t="t" r="r" b="b"/>
            <a:pathLst>
              <a:path w="41275" h="56514">
                <a:moveTo>
                  <a:pt x="41148" y="56007"/>
                </a:moveTo>
                <a:lnTo>
                  <a:pt x="0" y="56007"/>
                </a:lnTo>
                <a:lnTo>
                  <a:pt x="20669" y="0"/>
                </a:lnTo>
                <a:lnTo>
                  <a:pt x="41148" y="56007"/>
                </a:lnTo>
                <a:close/>
              </a:path>
            </a:pathLst>
          </a:custGeom>
          <a:solidFill>
            <a:srgbClr val="FF0000"/>
          </a:solidFill>
        </p:spPr>
        <p:txBody>
          <a:bodyPr wrap="square" lIns="0" tIns="0" rIns="0" bIns="0" rtlCol="0"/>
          <a:lstStyle/>
          <a:p>
            <a:endParaRPr/>
          </a:p>
        </p:txBody>
      </p:sp>
      <p:sp>
        <p:nvSpPr>
          <p:cNvPr id="651" name="object 227">
            <a:extLst>
              <a:ext uri="{FF2B5EF4-FFF2-40B4-BE49-F238E27FC236}">
                <a16:creationId xmlns:a16="http://schemas.microsoft.com/office/drawing/2014/main" id="{1E51E357-E217-8D6C-B1F3-7B4809209E97}"/>
              </a:ext>
            </a:extLst>
          </p:cNvPr>
          <p:cNvSpPr/>
          <p:nvPr/>
        </p:nvSpPr>
        <p:spPr>
          <a:xfrm>
            <a:off x="7326942" y="5732439"/>
            <a:ext cx="74357" cy="101623"/>
          </a:xfrm>
          <a:custGeom>
            <a:avLst/>
            <a:gdLst/>
            <a:ahLst/>
            <a:cxnLst/>
            <a:rect l="l" t="t" r="r" b="b"/>
            <a:pathLst>
              <a:path w="41275" h="56514">
                <a:moveTo>
                  <a:pt x="41148" y="56007"/>
                </a:moveTo>
                <a:lnTo>
                  <a:pt x="20669" y="0"/>
                </a:lnTo>
                <a:lnTo>
                  <a:pt x="0" y="56007"/>
                </a:lnTo>
                <a:lnTo>
                  <a:pt x="41148" y="56007"/>
                </a:lnTo>
                <a:close/>
              </a:path>
            </a:pathLst>
          </a:custGeom>
          <a:ln w="4762">
            <a:solidFill>
              <a:srgbClr val="FF0000"/>
            </a:solidFill>
          </a:ln>
        </p:spPr>
        <p:txBody>
          <a:bodyPr wrap="square" lIns="0" tIns="0" rIns="0" bIns="0" rtlCol="0"/>
          <a:lstStyle/>
          <a:p>
            <a:endParaRPr/>
          </a:p>
        </p:txBody>
      </p:sp>
      <p:sp>
        <p:nvSpPr>
          <p:cNvPr id="652" name="object 228">
            <a:extLst>
              <a:ext uri="{FF2B5EF4-FFF2-40B4-BE49-F238E27FC236}">
                <a16:creationId xmlns:a16="http://schemas.microsoft.com/office/drawing/2014/main" id="{7EA0D902-DD37-2174-DD77-C5780B388CA4}"/>
              </a:ext>
            </a:extLst>
          </p:cNvPr>
          <p:cNvSpPr/>
          <p:nvPr/>
        </p:nvSpPr>
        <p:spPr>
          <a:xfrm>
            <a:off x="7360390" y="5833148"/>
            <a:ext cx="8008" cy="210094"/>
          </a:xfrm>
          <a:custGeom>
            <a:avLst/>
            <a:gdLst/>
            <a:ahLst/>
            <a:cxnLst/>
            <a:rect l="l" t="t" r="r" b="b"/>
            <a:pathLst>
              <a:path w="4445" h="116839">
                <a:moveTo>
                  <a:pt x="4000" y="0"/>
                </a:moveTo>
                <a:lnTo>
                  <a:pt x="0" y="0"/>
                </a:lnTo>
                <a:lnTo>
                  <a:pt x="0" y="116776"/>
                </a:lnTo>
                <a:lnTo>
                  <a:pt x="4000" y="116776"/>
                </a:lnTo>
                <a:lnTo>
                  <a:pt x="4000" y="0"/>
                </a:lnTo>
                <a:close/>
              </a:path>
            </a:pathLst>
          </a:custGeom>
          <a:solidFill>
            <a:srgbClr val="FF0000"/>
          </a:solidFill>
        </p:spPr>
        <p:txBody>
          <a:bodyPr wrap="square" lIns="0" tIns="0" rIns="0" bIns="0" rtlCol="0"/>
          <a:lstStyle/>
          <a:p>
            <a:endParaRPr/>
          </a:p>
        </p:txBody>
      </p:sp>
      <p:sp>
        <p:nvSpPr>
          <p:cNvPr id="653" name="object 229">
            <a:extLst>
              <a:ext uri="{FF2B5EF4-FFF2-40B4-BE49-F238E27FC236}">
                <a16:creationId xmlns:a16="http://schemas.microsoft.com/office/drawing/2014/main" id="{A3262B8B-5139-788A-74A4-87A582D2F944}"/>
              </a:ext>
            </a:extLst>
          </p:cNvPr>
          <p:cNvSpPr/>
          <p:nvPr/>
        </p:nvSpPr>
        <p:spPr>
          <a:xfrm>
            <a:off x="7360401" y="5833148"/>
            <a:ext cx="8008" cy="210094"/>
          </a:xfrm>
          <a:custGeom>
            <a:avLst/>
            <a:gdLst/>
            <a:ahLst/>
            <a:cxnLst/>
            <a:rect l="l" t="t" r="r" b="b"/>
            <a:pathLst>
              <a:path w="4445" h="116839">
                <a:moveTo>
                  <a:pt x="4000" y="0"/>
                </a:moveTo>
                <a:lnTo>
                  <a:pt x="0" y="0"/>
                </a:lnTo>
                <a:lnTo>
                  <a:pt x="0" y="116776"/>
                </a:lnTo>
                <a:lnTo>
                  <a:pt x="4000" y="116776"/>
                </a:lnTo>
                <a:lnTo>
                  <a:pt x="4000" y="0"/>
                </a:lnTo>
                <a:close/>
              </a:path>
            </a:pathLst>
          </a:custGeom>
          <a:ln w="4762">
            <a:solidFill>
              <a:srgbClr val="FF0000"/>
            </a:solidFill>
          </a:ln>
        </p:spPr>
        <p:txBody>
          <a:bodyPr wrap="square" lIns="0" tIns="0" rIns="0" bIns="0" rtlCol="0"/>
          <a:lstStyle/>
          <a:p>
            <a:endParaRPr/>
          </a:p>
        </p:txBody>
      </p:sp>
      <p:sp>
        <p:nvSpPr>
          <p:cNvPr id="654" name="object 230">
            <a:extLst>
              <a:ext uri="{FF2B5EF4-FFF2-40B4-BE49-F238E27FC236}">
                <a16:creationId xmlns:a16="http://schemas.microsoft.com/office/drawing/2014/main" id="{F8494993-65A1-BECA-CB65-97DF083957A1}"/>
              </a:ext>
            </a:extLst>
          </p:cNvPr>
          <p:cNvSpPr/>
          <p:nvPr/>
        </p:nvSpPr>
        <p:spPr>
          <a:xfrm>
            <a:off x="7737393" y="5732439"/>
            <a:ext cx="74357" cy="101623"/>
          </a:xfrm>
          <a:custGeom>
            <a:avLst/>
            <a:gdLst/>
            <a:ahLst/>
            <a:cxnLst/>
            <a:rect l="l" t="t" r="r" b="b"/>
            <a:pathLst>
              <a:path w="41275" h="56514">
                <a:moveTo>
                  <a:pt x="41243" y="56007"/>
                </a:moveTo>
                <a:lnTo>
                  <a:pt x="0" y="56007"/>
                </a:lnTo>
                <a:lnTo>
                  <a:pt x="20669" y="0"/>
                </a:lnTo>
                <a:lnTo>
                  <a:pt x="41243" y="56007"/>
                </a:lnTo>
                <a:close/>
              </a:path>
            </a:pathLst>
          </a:custGeom>
          <a:solidFill>
            <a:srgbClr val="FF0000"/>
          </a:solidFill>
        </p:spPr>
        <p:txBody>
          <a:bodyPr wrap="square" lIns="0" tIns="0" rIns="0" bIns="0" rtlCol="0"/>
          <a:lstStyle/>
          <a:p>
            <a:endParaRPr/>
          </a:p>
        </p:txBody>
      </p:sp>
      <p:sp>
        <p:nvSpPr>
          <p:cNvPr id="655" name="object 231">
            <a:extLst>
              <a:ext uri="{FF2B5EF4-FFF2-40B4-BE49-F238E27FC236}">
                <a16:creationId xmlns:a16="http://schemas.microsoft.com/office/drawing/2014/main" id="{24861B86-6473-4932-B6CD-2F9D617E7128}"/>
              </a:ext>
            </a:extLst>
          </p:cNvPr>
          <p:cNvSpPr/>
          <p:nvPr/>
        </p:nvSpPr>
        <p:spPr>
          <a:xfrm>
            <a:off x="7737393" y="5732439"/>
            <a:ext cx="74357" cy="101623"/>
          </a:xfrm>
          <a:custGeom>
            <a:avLst/>
            <a:gdLst/>
            <a:ahLst/>
            <a:cxnLst/>
            <a:rect l="l" t="t" r="r" b="b"/>
            <a:pathLst>
              <a:path w="41275" h="56514">
                <a:moveTo>
                  <a:pt x="41243" y="56007"/>
                </a:moveTo>
                <a:lnTo>
                  <a:pt x="20669" y="0"/>
                </a:lnTo>
                <a:lnTo>
                  <a:pt x="0" y="56007"/>
                </a:lnTo>
                <a:lnTo>
                  <a:pt x="41243" y="56007"/>
                </a:lnTo>
                <a:close/>
              </a:path>
            </a:pathLst>
          </a:custGeom>
          <a:ln w="4762">
            <a:solidFill>
              <a:srgbClr val="FF0000"/>
            </a:solidFill>
          </a:ln>
        </p:spPr>
        <p:txBody>
          <a:bodyPr wrap="square" lIns="0" tIns="0" rIns="0" bIns="0" rtlCol="0"/>
          <a:lstStyle/>
          <a:p>
            <a:endParaRPr/>
          </a:p>
        </p:txBody>
      </p:sp>
      <p:sp>
        <p:nvSpPr>
          <p:cNvPr id="656" name="object 232">
            <a:extLst>
              <a:ext uri="{FF2B5EF4-FFF2-40B4-BE49-F238E27FC236}">
                <a16:creationId xmlns:a16="http://schemas.microsoft.com/office/drawing/2014/main" id="{D2E9EF63-2AC7-B8E2-70F3-50FCF90DEBC3}"/>
              </a:ext>
            </a:extLst>
          </p:cNvPr>
          <p:cNvSpPr/>
          <p:nvPr/>
        </p:nvSpPr>
        <p:spPr>
          <a:xfrm>
            <a:off x="7771025" y="5833148"/>
            <a:ext cx="8008" cy="210094"/>
          </a:xfrm>
          <a:custGeom>
            <a:avLst/>
            <a:gdLst/>
            <a:ahLst/>
            <a:cxnLst/>
            <a:rect l="l" t="t" r="r" b="b"/>
            <a:pathLst>
              <a:path w="4445" h="116839">
                <a:moveTo>
                  <a:pt x="3987" y="0"/>
                </a:moveTo>
                <a:lnTo>
                  <a:pt x="0" y="0"/>
                </a:lnTo>
                <a:lnTo>
                  <a:pt x="0" y="116776"/>
                </a:lnTo>
                <a:lnTo>
                  <a:pt x="3987" y="116776"/>
                </a:lnTo>
                <a:lnTo>
                  <a:pt x="3987" y="0"/>
                </a:lnTo>
                <a:close/>
              </a:path>
            </a:pathLst>
          </a:custGeom>
          <a:solidFill>
            <a:srgbClr val="FF0000"/>
          </a:solidFill>
        </p:spPr>
        <p:txBody>
          <a:bodyPr wrap="square" lIns="0" tIns="0" rIns="0" bIns="0" rtlCol="0"/>
          <a:lstStyle/>
          <a:p>
            <a:endParaRPr/>
          </a:p>
        </p:txBody>
      </p:sp>
      <p:sp>
        <p:nvSpPr>
          <p:cNvPr id="657" name="object 233">
            <a:extLst>
              <a:ext uri="{FF2B5EF4-FFF2-40B4-BE49-F238E27FC236}">
                <a16:creationId xmlns:a16="http://schemas.microsoft.com/office/drawing/2014/main" id="{3E1FBDAC-C638-D6B8-117A-D493246FFE4B}"/>
              </a:ext>
            </a:extLst>
          </p:cNvPr>
          <p:cNvSpPr/>
          <p:nvPr/>
        </p:nvSpPr>
        <p:spPr>
          <a:xfrm>
            <a:off x="7771025" y="5833148"/>
            <a:ext cx="8008" cy="210094"/>
          </a:xfrm>
          <a:custGeom>
            <a:avLst/>
            <a:gdLst/>
            <a:ahLst/>
            <a:cxnLst/>
            <a:rect l="l" t="t" r="r" b="b"/>
            <a:pathLst>
              <a:path w="4445" h="116839">
                <a:moveTo>
                  <a:pt x="4000" y="0"/>
                </a:moveTo>
                <a:lnTo>
                  <a:pt x="0" y="0"/>
                </a:lnTo>
                <a:lnTo>
                  <a:pt x="0" y="116776"/>
                </a:lnTo>
                <a:lnTo>
                  <a:pt x="4000" y="116776"/>
                </a:lnTo>
                <a:lnTo>
                  <a:pt x="4000" y="0"/>
                </a:lnTo>
                <a:close/>
              </a:path>
            </a:pathLst>
          </a:custGeom>
          <a:ln w="4762">
            <a:solidFill>
              <a:srgbClr val="FF0000"/>
            </a:solidFill>
          </a:ln>
        </p:spPr>
        <p:txBody>
          <a:bodyPr wrap="square" lIns="0" tIns="0" rIns="0" bIns="0" rtlCol="0"/>
          <a:lstStyle/>
          <a:p>
            <a:endParaRPr/>
          </a:p>
        </p:txBody>
      </p:sp>
      <p:sp>
        <p:nvSpPr>
          <p:cNvPr id="658" name="object 234">
            <a:extLst>
              <a:ext uri="{FF2B5EF4-FFF2-40B4-BE49-F238E27FC236}">
                <a16:creationId xmlns:a16="http://schemas.microsoft.com/office/drawing/2014/main" id="{2E3D6AB0-DF03-27A1-8CE2-D25B278468EF}"/>
              </a:ext>
            </a:extLst>
          </p:cNvPr>
          <p:cNvSpPr txBox="1"/>
          <p:nvPr/>
        </p:nvSpPr>
        <p:spPr>
          <a:xfrm>
            <a:off x="6461430" y="3863894"/>
            <a:ext cx="1903539" cy="293670"/>
          </a:xfrm>
          <a:prstGeom prst="rect">
            <a:avLst/>
          </a:prstGeom>
        </p:spPr>
        <p:txBody>
          <a:bodyPr vert="horz" wrap="square" lIns="0" tIns="16510" rIns="0" bIns="0" rtlCol="0">
            <a:spAutoFit/>
          </a:bodyPr>
          <a:lstStyle/>
          <a:p>
            <a:pPr marL="12700">
              <a:lnSpc>
                <a:spcPct val="100000"/>
              </a:lnSpc>
              <a:spcBef>
                <a:spcPts val="130"/>
              </a:spcBef>
            </a:pPr>
            <a:r>
              <a:rPr dirty="0">
                <a:latin typeface="+mj-lt"/>
                <a:cs typeface="Microsoft Sans Serif"/>
              </a:rPr>
              <a:t>Bajo</a:t>
            </a:r>
            <a:r>
              <a:rPr spc="65" dirty="0">
                <a:latin typeface="+mj-lt"/>
                <a:cs typeface="Microsoft Sans Serif"/>
              </a:rPr>
              <a:t> </a:t>
            </a:r>
            <a:r>
              <a:rPr dirty="0">
                <a:latin typeface="+mj-lt"/>
                <a:cs typeface="Microsoft Sans Serif"/>
              </a:rPr>
              <a:t>columna</a:t>
            </a:r>
            <a:r>
              <a:rPr spc="70" dirty="0">
                <a:latin typeface="+mj-lt"/>
                <a:cs typeface="Microsoft Sans Serif"/>
              </a:rPr>
              <a:t> </a:t>
            </a:r>
            <a:r>
              <a:rPr spc="-50" dirty="0">
                <a:latin typeface="+mj-lt"/>
                <a:cs typeface="Microsoft Sans Serif"/>
              </a:rPr>
              <a:t>2</a:t>
            </a:r>
            <a:endParaRPr dirty="0">
              <a:latin typeface="+mj-lt"/>
              <a:cs typeface="Microsoft Sans Serif"/>
            </a:endParaRPr>
          </a:p>
        </p:txBody>
      </p:sp>
      <mc:AlternateContent xmlns:mc="http://schemas.openxmlformats.org/markup-compatibility/2006" xmlns:a14="http://schemas.microsoft.com/office/drawing/2010/main">
        <mc:Choice Requires="a14">
          <p:sp>
            <p:nvSpPr>
              <p:cNvPr id="670" name="CuadroTexto 669">
                <a:extLst>
                  <a:ext uri="{FF2B5EF4-FFF2-40B4-BE49-F238E27FC236}">
                    <a16:creationId xmlns:a16="http://schemas.microsoft.com/office/drawing/2014/main" id="{710D89F2-6143-9740-8E4C-E34E54E67AC7}"/>
                  </a:ext>
                </a:extLst>
              </p:cNvPr>
              <p:cNvSpPr txBox="1"/>
              <p:nvPr/>
            </p:nvSpPr>
            <p:spPr>
              <a:xfrm>
                <a:off x="4682355" y="5204499"/>
                <a:ext cx="859658" cy="472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latin typeface="Cambria Math" panose="02040503050406030204" pitchFamily="18" charset="0"/>
                            </a:rPr>
                          </m:ctrlPr>
                        </m:sSubPr>
                        <m:e>
                          <m:r>
                            <m:rPr>
                              <m:sty m:val="p"/>
                            </m:rPr>
                            <a:rPr lang="es-419" b="0" i="1" smtClean="0">
                              <a:latin typeface="Cambria Math" panose="02040503050406030204" pitchFamily="18" charset="0"/>
                            </a:rPr>
                            <m:t>w</m:t>
                          </m:r>
                        </m:e>
                        <m:sub>
                          <m:r>
                            <a:rPr lang="es-419" b="0" i="1" smtClean="0">
                              <a:latin typeface="Cambria Math" panose="02040503050406030204" pitchFamily="18" charset="0"/>
                            </a:rPr>
                            <m:t>1</m:t>
                          </m:r>
                        </m:sub>
                      </m:sSub>
                      <m:r>
                        <a:rPr lang="es-419" b="0" i="1" smtClean="0">
                          <a:latin typeface="Cambria Math" panose="02040503050406030204" pitchFamily="18" charset="0"/>
                        </a:rPr>
                        <m:t>=</m:t>
                      </m:r>
                      <m:f>
                        <m:fPr>
                          <m:ctrlPr>
                            <a:rPr lang="es-CO" i="1" smtClean="0">
                              <a:latin typeface="Cambria Math" panose="02040503050406030204" pitchFamily="18" charset="0"/>
                            </a:rPr>
                          </m:ctrlPr>
                        </m:fPr>
                        <m:num>
                          <m:sSub>
                            <m:sSubPr>
                              <m:ctrlPr>
                                <a:rPr lang="es-CO" i="1" smtClean="0">
                                  <a:latin typeface="Cambria Math" panose="02040503050406030204" pitchFamily="18" charset="0"/>
                                </a:rPr>
                              </m:ctrlPr>
                            </m:sSubPr>
                            <m:e>
                              <m:r>
                                <m:rPr>
                                  <m:sty m:val="p"/>
                                </m:rPr>
                                <a:rPr lang="es-419" b="0" i="1" smtClean="0">
                                  <a:latin typeface="Cambria Math" panose="02040503050406030204" pitchFamily="18" charset="0"/>
                                </a:rPr>
                                <m:t>p</m:t>
                              </m:r>
                            </m:e>
                            <m:sub>
                              <m:r>
                                <a:rPr lang="es-419" b="0" i="1" smtClean="0">
                                  <a:latin typeface="Cambria Math" panose="02040503050406030204" pitchFamily="18" charset="0"/>
                                </a:rPr>
                                <m:t>1</m:t>
                              </m:r>
                            </m:sub>
                          </m:sSub>
                        </m:num>
                        <m:den>
                          <m:r>
                            <m:rPr>
                              <m:sty m:val="p"/>
                            </m:rPr>
                            <a:rPr lang="es-419" b="0" i="1" smtClean="0">
                              <a:latin typeface="Cambria Math" panose="02040503050406030204" pitchFamily="18" charset="0"/>
                            </a:rPr>
                            <m:t>b</m:t>
                          </m:r>
                        </m:den>
                      </m:f>
                    </m:oMath>
                  </m:oMathPara>
                </a14:m>
                <a:endParaRPr lang="es-CO" dirty="0"/>
              </a:p>
            </p:txBody>
          </p:sp>
        </mc:Choice>
        <mc:Fallback xmlns="">
          <p:sp>
            <p:nvSpPr>
              <p:cNvPr id="670" name="CuadroTexto 669">
                <a:extLst>
                  <a:ext uri="{FF2B5EF4-FFF2-40B4-BE49-F238E27FC236}">
                    <a16:creationId xmlns:a16="http://schemas.microsoft.com/office/drawing/2014/main" id="{710D89F2-6143-9740-8E4C-E34E54E67AC7}"/>
                  </a:ext>
                </a:extLst>
              </p:cNvPr>
              <p:cNvSpPr txBox="1">
                <a:spLocks noRot="1" noChangeAspect="1" noMove="1" noResize="1" noEditPoints="1" noAdjustHandles="1" noChangeArrowheads="1" noChangeShapeType="1" noTextEdit="1"/>
              </p:cNvSpPr>
              <p:nvPr/>
            </p:nvSpPr>
            <p:spPr>
              <a:xfrm>
                <a:off x="4682355" y="5204499"/>
                <a:ext cx="859658" cy="472502"/>
              </a:xfrm>
              <a:prstGeom prst="rect">
                <a:avLst/>
              </a:prstGeom>
              <a:blipFill>
                <a:blip r:embed="rId8"/>
                <a:stretch>
                  <a:fillRect b="-129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71" name="CuadroTexto 670">
                <a:extLst>
                  <a:ext uri="{FF2B5EF4-FFF2-40B4-BE49-F238E27FC236}">
                    <a16:creationId xmlns:a16="http://schemas.microsoft.com/office/drawing/2014/main" id="{ACE8AFCA-96C1-B68F-C2CF-7F10CA55A10C}"/>
                  </a:ext>
                </a:extLst>
              </p:cNvPr>
              <p:cNvSpPr txBox="1"/>
              <p:nvPr/>
            </p:nvSpPr>
            <p:spPr>
              <a:xfrm>
                <a:off x="8464854" y="5171269"/>
                <a:ext cx="870303" cy="4743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latin typeface="Cambria Math" panose="02040503050406030204" pitchFamily="18" charset="0"/>
                            </a:rPr>
                          </m:ctrlPr>
                        </m:sSubPr>
                        <m:e>
                          <m:r>
                            <m:rPr>
                              <m:sty m:val="p"/>
                            </m:rPr>
                            <a:rPr lang="es-419" b="0" i="1" smtClean="0">
                              <a:latin typeface="Cambria Math" panose="02040503050406030204" pitchFamily="18" charset="0"/>
                            </a:rPr>
                            <m:t>w</m:t>
                          </m:r>
                        </m:e>
                        <m:sub>
                          <m:r>
                            <a:rPr lang="es-419" b="0" i="1" smtClean="0">
                              <a:latin typeface="Cambria Math" panose="02040503050406030204" pitchFamily="18" charset="0"/>
                            </a:rPr>
                            <m:t>2</m:t>
                          </m:r>
                        </m:sub>
                      </m:sSub>
                      <m:r>
                        <a:rPr lang="es-419" b="0" i="1" smtClean="0">
                          <a:latin typeface="Cambria Math" panose="02040503050406030204" pitchFamily="18" charset="0"/>
                        </a:rPr>
                        <m:t>=</m:t>
                      </m:r>
                      <m:f>
                        <m:fPr>
                          <m:ctrlPr>
                            <a:rPr lang="es-CO" i="1" smtClean="0">
                              <a:latin typeface="Cambria Math" panose="02040503050406030204" pitchFamily="18" charset="0"/>
                            </a:rPr>
                          </m:ctrlPr>
                        </m:fPr>
                        <m:num>
                          <m:sSub>
                            <m:sSubPr>
                              <m:ctrlPr>
                                <a:rPr lang="es-CO" i="1" smtClean="0">
                                  <a:latin typeface="Cambria Math" panose="02040503050406030204" pitchFamily="18" charset="0"/>
                                </a:rPr>
                              </m:ctrlPr>
                            </m:sSubPr>
                            <m:e>
                              <m:r>
                                <m:rPr>
                                  <m:sty m:val="p"/>
                                </m:rPr>
                                <a:rPr lang="es-419" b="0" i="1" smtClean="0">
                                  <a:latin typeface="Cambria Math" panose="02040503050406030204" pitchFamily="18" charset="0"/>
                                </a:rPr>
                                <m:t>p</m:t>
                              </m:r>
                            </m:e>
                            <m:sub>
                              <m:r>
                                <a:rPr lang="es-419" b="0" i="1" smtClean="0">
                                  <a:latin typeface="Cambria Math" panose="02040503050406030204" pitchFamily="18" charset="0"/>
                                </a:rPr>
                                <m:t>2</m:t>
                              </m:r>
                            </m:sub>
                          </m:sSub>
                        </m:num>
                        <m:den>
                          <m:r>
                            <m:rPr>
                              <m:sty m:val="p"/>
                            </m:rPr>
                            <a:rPr lang="es-419" b="0" i="1" smtClean="0">
                              <a:latin typeface="Cambria Math" panose="02040503050406030204" pitchFamily="18" charset="0"/>
                            </a:rPr>
                            <m:t>b</m:t>
                          </m:r>
                        </m:den>
                      </m:f>
                    </m:oMath>
                  </m:oMathPara>
                </a14:m>
                <a:endParaRPr lang="es-CO" dirty="0"/>
              </a:p>
            </p:txBody>
          </p:sp>
        </mc:Choice>
        <mc:Fallback xmlns="">
          <p:sp>
            <p:nvSpPr>
              <p:cNvPr id="671" name="CuadroTexto 670">
                <a:extLst>
                  <a:ext uri="{FF2B5EF4-FFF2-40B4-BE49-F238E27FC236}">
                    <a16:creationId xmlns:a16="http://schemas.microsoft.com/office/drawing/2014/main" id="{ACE8AFCA-96C1-B68F-C2CF-7F10CA55A10C}"/>
                  </a:ext>
                </a:extLst>
              </p:cNvPr>
              <p:cNvSpPr txBox="1">
                <a:spLocks noRot="1" noChangeAspect="1" noMove="1" noResize="1" noEditPoints="1" noAdjustHandles="1" noChangeArrowheads="1" noChangeShapeType="1" noTextEdit="1"/>
              </p:cNvSpPr>
              <p:nvPr/>
            </p:nvSpPr>
            <p:spPr>
              <a:xfrm>
                <a:off x="8464854" y="5171269"/>
                <a:ext cx="870303" cy="474361"/>
              </a:xfrm>
              <a:prstGeom prst="rect">
                <a:avLst/>
              </a:prstGeom>
              <a:blipFill>
                <a:blip r:embed="rId9"/>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468698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5F89A-87AD-77B9-65C0-A48F48A13BE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416C746-1E59-46A2-6BE1-4B6E7CDC7441}"/>
              </a:ext>
            </a:extLst>
          </p:cNvPr>
          <p:cNvSpPr txBox="1"/>
          <p:nvPr/>
        </p:nvSpPr>
        <p:spPr>
          <a:xfrm>
            <a:off x="0" y="111569"/>
            <a:ext cx="8778240" cy="584775"/>
          </a:xfrm>
          <a:prstGeom prst="rect">
            <a:avLst/>
          </a:prstGeom>
          <a:noFill/>
        </p:spPr>
        <p:txBody>
          <a:bodyPr wrap="square" rtlCol="0">
            <a:spAutoFit/>
          </a:bodyPr>
          <a:lstStyle/>
          <a:p>
            <a:r>
              <a:rPr lang="es-CO" sz="3200" b="1" dirty="0">
                <a:latin typeface="Calibri" panose="020F0502020204030204" pitchFamily="34" charset="0"/>
                <a:ea typeface="Calibri" panose="020F0502020204030204" pitchFamily="34" charset="0"/>
                <a:cs typeface="Calibri" panose="020F0502020204030204" pitchFamily="34" charset="0"/>
              </a:rPr>
              <a:t>ZAPATAS</a:t>
            </a:r>
          </a:p>
        </p:txBody>
      </p:sp>
      <p:pic>
        <p:nvPicPr>
          <p:cNvPr id="3" name="Picture 12" descr="Se conmemoran 150 años de la Universidad Nacional de Colombia">
            <a:extLst>
              <a:ext uri="{FF2B5EF4-FFF2-40B4-BE49-F238E27FC236}">
                <a16:creationId xmlns:a16="http://schemas.microsoft.com/office/drawing/2014/main" id="{6499CAAF-B5EF-5BC7-3BB4-6B5A6C92886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64578"/>
          <a:stretch>
            <a:fillRect/>
          </a:stretch>
        </p:blipFill>
        <p:spPr bwMode="auto">
          <a:xfrm>
            <a:off x="10863942" y="0"/>
            <a:ext cx="653475" cy="784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4">
            <a:extLst>
              <a:ext uri="{FF2B5EF4-FFF2-40B4-BE49-F238E27FC236}">
                <a16:creationId xmlns:a16="http://schemas.microsoft.com/office/drawing/2014/main" id="{0C7B66C9-A348-DF17-4DD7-472940ADFD69}"/>
              </a:ext>
            </a:extLst>
          </p:cNvPr>
          <p:cNvCxnSpPr>
            <a:cxnSpLocks/>
          </p:cNvCxnSpPr>
          <p:nvPr/>
        </p:nvCxnSpPr>
        <p:spPr>
          <a:xfrm>
            <a:off x="0" y="887291"/>
            <a:ext cx="12192000"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D81FEC8C-A1E3-1826-8CBF-9ABD16D40CA1}"/>
              </a:ext>
            </a:extLst>
          </p:cNvPr>
          <p:cNvSpPr txBox="1"/>
          <p:nvPr/>
        </p:nvSpPr>
        <p:spPr>
          <a:xfrm>
            <a:off x="74719" y="990531"/>
            <a:ext cx="4420631" cy="400110"/>
          </a:xfrm>
          <a:prstGeom prst="rect">
            <a:avLst/>
          </a:prstGeom>
          <a:noFill/>
        </p:spPr>
        <p:txBody>
          <a:bodyPr wrap="square" rtlCol="0">
            <a:spAutoFit/>
          </a:bodyPr>
          <a:lstStyle/>
          <a:p>
            <a:r>
              <a:rPr lang="es-CO" sz="2000" b="1" dirty="0">
                <a:solidFill>
                  <a:schemeClr val="accent1"/>
                </a:solidFill>
              </a:rPr>
              <a:t>Zapata combinada</a:t>
            </a:r>
          </a:p>
        </p:txBody>
      </p:sp>
      <p:grpSp>
        <p:nvGrpSpPr>
          <p:cNvPr id="380" name="Grupo 379">
            <a:extLst>
              <a:ext uri="{FF2B5EF4-FFF2-40B4-BE49-F238E27FC236}">
                <a16:creationId xmlns:a16="http://schemas.microsoft.com/office/drawing/2014/main" id="{48CA11BD-77B9-6BBA-3F26-4E120645E206}"/>
              </a:ext>
            </a:extLst>
          </p:cNvPr>
          <p:cNvGrpSpPr/>
          <p:nvPr/>
        </p:nvGrpSpPr>
        <p:grpSpPr>
          <a:xfrm>
            <a:off x="2970083" y="1493880"/>
            <a:ext cx="6833936" cy="4726294"/>
            <a:chOff x="3899440" y="3216222"/>
            <a:chExt cx="3708442" cy="2153037"/>
          </a:xfrm>
        </p:grpSpPr>
        <p:sp>
          <p:nvSpPr>
            <p:cNvPr id="468" name="object 8">
              <a:extLst>
                <a:ext uri="{FF2B5EF4-FFF2-40B4-BE49-F238E27FC236}">
                  <a16:creationId xmlns:a16="http://schemas.microsoft.com/office/drawing/2014/main" id="{3AC31012-255F-B31F-12C2-CCDA1D3CA2F7}"/>
                </a:ext>
              </a:extLst>
            </p:cNvPr>
            <p:cNvSpPr/>
            <p:nvPr/>
          </p:nvSpPr>
          <p:spPr>
            <a:xfrm>
              <a:off x="5869776" y="3332719"/>
              <a:ext cx="10795" cy="675640"/>
            </a:xfrm>
            <a:custGeom>
              <a:avLst/>
              <a:gdLst/>
              <a:ahLst/>
              <a:cxnLst/>
              <a:rect l="l" t="t" r="r" b="b"/>
              <a:pathLst>
                <a:path w="10794" h="675639">
                  <a:moveTo>
                    <a:pt x="10566" y="0"/>
                  </a:moveTo>
                  <a:lnTo>
                    <a:pt x="0" y="10477"/>
                  </a:lnTo>
                  <a:lnTo>
                    <a:pt x="0" y="664933"/>
                  </a:lnTo>
                  <a:lnTo>
                    <a:pt x="10566" y="675513"/>
                  </a:lnTo>
                  <a:lnTo>
                    <a:pt x="10566" y="0"/>
                  </a:lnTo>
                  <a:close/>
                </a:path>
              </a:pathLst>
            </a:custGeom>
            <a:solidFill>
              <a:srgbClr val="000000"/>
            </a:solidFill>
          </p:spPr>
          <p:txBody>
            <a:bodyPr wrap="square" lIns="0" tIns="0" rIns="0" bIns="0" rtlCol="0"/>
            <a:lstStyle/>
            <a:p>
              <a:endParaRPr/>
            </a:p>
          </p:txBody>
        </p:sp>
        <p:sp>
          <p:nvSpPr>
            <p:cNvPr id="469" name="object 9">
              <a:extLst>
                <a:ext uri="{FF2B5EF4-FFF2-40B4-BE49-F238E27FC236}">
                  <a16:creationId xmlns:a16="http://schemas.microsoft.com/office/drawing/2014/main" id="{691BB30C-28AC-36F0-B5E0-3A7AA8EFBB4F}"/>
                </a:ext>
              </a:extLst>
            </p:cNvPr>
            <p:cNvSpPr/>
            <p:nvPr/>
          </p:nvSpPr>
          <p:spPr>
            <a:xfrm>
              <a:off x="5869782" y="3332712"/>
              <a:ext cx="10795" cy="675640"/>
            </a:xfrm>
            <a:custGeom>
              <a:avLst/>
              <a:gdLst/>
              <a:ahLst/>
              <a:cxnLst/>
              <a:rect l="l" t="t" r="r" b="b"/>
              <a:pathLst>
                <a:path w="10794" h="675639">
                  <a:moveTo>
                    <a:pt x="0" y="664940"/>
                  </a:moveTo>
                  <a:lnTo>
                    <a:pt x="10572" y="675513"/>
                  </a:lnTo>
                  <a:lnTo>
                    <a:pt x="10572" y="0"/>
                  </a:lnTo>
                  <a:lnTo>
                    <a:pt x="0" y="10477"/>
                  </a:lnTo>
                  <a:lnTo>
                    <a:pt x="0" y="664940"/>
                  </a:lnTo>
                  <a:close/>
                </a:path>
              </a:pathLst>
            </a:custGeom>
            <a:ln w="4762">
              <a:solidFill>
                <a:srgbClr val="000000"/>
              </a:solidFill>
            </a:ln>
          </p:spPr>
          <p:txBody>
            <a:bodyPr wrap="square" lIns="0" tIns="0" rIns="0" bIns="0" rtlCol="0"/>
            <a:lstStyle/>
            <a:p>
              <a:endParaRPr/>
            </a:p>
          </p:txBody>
        </p:sp>
        <p:sp>
          <p:nvSpPr>
            <p:cNvPr id="470" name="object 10">
              <a:extLst>
                <a:ext uri="{FF2B5EF4-FFF2-40B4-BE49-F238E27FC236}">
                  <a16:creationId xmlns:a16="http://schemas.microsoft.com/office/drawing/2014/main" id="{03A4E83E-FD39-0B5B-69C2-678E7B10C1F9}"/>
                </a:ext>
              </a:extLst>
            </p:cNvPr>
            <p:cNvSpPr/>
            <p:nvPr/>
          </p:nvSpPr>
          <p:spPr>
            <a:xfrm>
              <a:off x="4044874" y="3332719"/>
              <a:ext cx="1835785" cy="10795"/>
            </a:xfrm>
            <a:custGeom>
              <a:avLst/>
              <a:gdLst/>
              <a:ahLst/>
              <a:cxnLst/>
              <a:rect l="l" t="t" r="r" b="b"/>
              <a:pathLst>
                <a:path w="1835785" h="10794">
                  <a:moveTo>
                    <a:pt x="1835467" y="0"/>
                  </a:moveTo>
                  <a:lnTo>
                    <a:pt x="0" y="0"/>
                  </a:lnTo>
                  <a:lnTo>
                    <a:pt x="10579" y="10477"/>
                  </a:lnTo>
                  <a:lnTo>
                    <a:pt x="1824901" y="10477"/>
                  </a:lnTo>
                  <a:lnTo>
                    <a:pt x="1835467" y="0"/>
                  </a:lnTo>
                  <a:close/>
                </a:path>
              </a:pathLst>
            </a:custGeom>
            <a:solidFill>
              <a:srgbClr val="000000"/>
            </a:solidFill>
          </p:spPr>
          <p:txBody>
            <a:bodyPr wrap="square" lIns="0" tIns="0" rIns="0" bIns="0" rtlCol="0"/>
            <a:lstStyle/>
            <a:p>
              <a:endParaRPr/>
            </a:p>
          </p:txBody>
        </p:sp>
        <p:sp>
          <p:nvSpPr>
            <p:cNvPr id="471" name="object 11">
              <a:extLst>
                <a:ext uri="{FF2B5EF4-FFF2-40B4-BE49-F238E27FC236}">
                  <a16:creationId xmlns:a16="http://schemas.microsoft.com/office/drawing/2014/main" id="{F919807A-1388-8308-E759-88A4B3AF71A0}"/>
                </a:ext>
              </a:extLst>
            </p:cNvPr>
            <p:cNvSpPr/>
            <p:nvPr/>
          </p:nvSpPr>
          <p:spPr>
            <a:xfrm>
              <a:off x="4044887" y="3332712"/>
              <a:ext cx="1835785" cy="10795"/>
            </a:xfrm>
            <a:custGeom>
              <a:avLst/>
              <a:gdLst/>
              <a:ahLst/>
              <a:cxnLst/>
              <a:rect l="l" t="t" r="r" b="b"/>
              <a:pathLst>
                <a:path w="1835785" h="10794">
                  <a:moveTo>
                    <a:pt x="1824894" y="10477"/>
                  </a:moveTo>
                  <a:lnTo>
                    <a:pt x="1835467" y="0"/>
                  </a:lnTo>
                  <a:lnTo>
                    <a:pt x="0" y="0"/>
                  </a:lnTo>
                  <a:lnTo>
                    <a:pt x="10572" y="10477"/>
                  </a:lnTo>
                  <a:lnTo>
                    <a:pt x="1824894" y="10477"/>
                  </a:lnTo>
                  <a:close/>
                </a:path>
              </a:pathLst>
            </a:custGeom>
            <a:ln w="4762">
              <a:solidFill>
                <a:srgbClr val="000000"/>
              </a:solidFill>
            </a:ln>
          </p:spPr>
          <p:txBody>
            <a:bodyPr wrap="square" lIns="0" tIns="0" rIns="0" bIns="0" rtlCol="0"/>
            <a:lstStyle/>
            <a:p>
              <a:endParaRPr/>
            </a:p>
          </p:txBody>
        </p:sp>
        <p:sp>
          <p:nvSpPr>
            <p:cNvPr id="472" name="object 12">
              <a:extLst>
                <a:ext uri="{FF2B5EF4-FFF2-40B4-BE49-F238E27FC236}">
                  <a16:creationId xmlns:a16="http://schemas.microsoft.com/office/drawing/2014/main" id="{1BF10117-9057-918E-ED79-3E1C6325D4FB}"/>
                </a:ext>
              </a:extLst>
            </p:cNvPr>
            <p:cNvSpPr/>
            <p:nvPr/>
          </p:nvSpPr>
          <p:spPr>
            <a:xfrm>
              <a:off x="4044874" y="3332719"/>
              <a:ext cx="10795" cy="675640"/>
            </a:xfrm>
            <a:custGeom>
              <a:avLst/>
              <a:gdLst/>
              <a:ahLst/>
              <a:cxnLst/>
              <a:rect l="l" t="t" r="r" b="b"/>
              <a:pathLst>
                <a:path w="10794" h="675639">
                  <a:moveTo>
                    <a:pt x="10579" y="10477"/>
                  </a:moveTo>
                  <a:lnTo>
                    <a:pt x="0" y="0"/>
                  </a:lnTo>
                  <a:lnTo>
                    <a:pt x="0" y="675513"/>
                  </a:lnTo>
                  <a:lnTo>
                    <a:pt x="10579" y="664933"/>
                  </a:lnTo>
                  <a:lnTo>
                    <a:pt x="10579" y="10477"/>
                  </a:lnTo>
                  <a:close/>
                </a:path>
              </a:pathLst>
            </a:custGeom>
            <a:solidFill>
              <a:srgbClr val="000000"/>
            </a:solidFill>
          </p:spPr>
          <p:txBody>
            <a:bodyPr wrap="square" lIns="0" tIns="0" rIns="0" bIns="0" rtlCol="0"/>
            <a:lstStyle/>
            <a:p>
              <a:endParaRPr/>
            </a:p>
          </p:txBody>
        </p:sp>
        <p:sp>
          <p:nvSpPr>
            <p:cNvPr id="473" name="object 13">
              <a:extLst>
                <a:ext uri="{FF2B5EF4-FFF2-40B4-BE49-F238E27FC236}">
                  <a16:creationId xmlns:a16="http://schemas.microsoft.com/office/drawing/2014/main" id="{98323A70-6571-BF5E-DE9B-B6EEBEFE09D5}"/>
                </a:ext>
              </a:extLst>
            </p:cNvPr>
            <p:cNvSpPr/>
            <p:nvPr/>
          </p:nvSpPr>
          <p:spPr>
            <a:xfrm>
              <a:off x="4044887" y="3332712"/>
              <a:ext cx="10795" cy="675640"/>
            </a:xfrm>
            <a:custGeom>
              <a:avLst/>
              <a:gdLst/>
              <a:ahLst/>
              <a:cxnLst/>
              <a:rect l="l" t="t" r="r" b="b"/>
              <a:pathLst>
                <a:path w="10794" h="675639">
                  <a:moveTo>
                    <a:pt x="10572" y="10477"/>
                  </a:moveTo>
                  <a:lnTo>
                    <a:pt x="0" y="0"/>
                  </a:lnTo>
                  <a:lnTo>
                    <a:pt x="0" y="675513"/>
                  </a:lnTo>
                  <a:lnTo>
                    <a:pt x="10572" y="664940"/>
                  </a:lnTo>
                  <a:lnTo>
                    <a:pt x="10572" y="10477"/>
                  </a:lnTo>
                  <a:close/>
                </a:path>
              </a:pathLst>
            </a:custGeom>
            <a:ln w="4762">
              <a:solidFill>
                <a:srgbClr val="000000"/>
              </a:solidFill>
            </a:ln>
          </p:spPr>
          <p:txBody>
            <a:bodyPr wrap="square" lIns="0" tIns="0" rIns="0" bIns="0" rtlCol="0"/>
            <a:lstStyle/>
            <a:p>
              <a:endParaRPr/>
            </a:p>
          </p:txBody>
        </p:sp>
        <p:sp>
          <p:nvSpPr>
            <p:cNvPr id="474" name="object 14">
              <a:extLst>
                <a:ext uri="{FF2B5EF4-FFF2-40B4-BE49-F238E27FC236}">
                  <a16:creationId xmlns:a16="http://schemas.microsoft.com/office/drawing/2014/main" id="{9D8694A1-B9B1-95B1-3041-3B58CD720978}"/>
                </a:ext>
              </a:extLst>
            </p:cNvPr>
            <p:cNvSpPr/>
            <p:nvPr/>
          </p:nvSpPr>
          <p:spPr>
            <a:xfrm>
              <a:off x="4044874" y="3997653"/>
              <a:ext cx="1835785" cy="10795"/>
            </a:xfrm>
            <a:custGeom>
              <a:avLst/>
              <a:gdLst/>
              <a:ahLst/>
              <a:cxnLst/>
              <a:rect l="l" t="t" r="r" b="b"/>
              <a:pathLst>
                <a:path w="1835785" h="10794">
                  <a:moveTo>
                    <a:pt x="1835467" y="10579"/>
                  </a:moveTo>
                  <a:lnTo>
                    <a:pt x="1824901" y="0"/>
                  </a:lnTo>
                  <a:lnTo>
                    <a:pt x="10579" y="0"/>
                  </a:lnTo>
                  <a:lnTo>
                    <a:pt x="0" y="10579"/>
                  </a:lnTo>
                  <a:lnTo>
                    <a:pt x="1835467" y="10579"/>
                  </a:lnTo>
                  <a:close/>
                </a:path>
              </a:pathLst>
            </a:custGeom>
            <a:solidFill>
              <a:srgbClr val="000000"/>
            </a:solidFill>
          </p:spPr>
          <p:txBody>
            <a:bodyPr wrap="square" lIns="0" tIns="0" rIns="0" bIns="0" rtlCol="0"/>
            <a:lstStyle/>
            <a:p>
              <a:endParaRPr/>
            </a:p>
          </p:txBody>
        </p:sp>
        <p:sp>
          <p:nvSpPr>
            <p:cNvPr id="475" name="object 15">
              <a:extLst>
                <a:ext uri="{FF2B5EF4-FFF2-40B4-BE49-F238E27FC236}">
                  <a16:creationId xmlns:a16="http://schemas.microsoft.com/office/drawing/2014/main" id="{6F5E5860-1E52-1C5C-80DF-B4E3A3EAEC85}"/>
                </a:ext>
              </a:extLst>
            </p:cNvPr>
            <p:cNvSpPr/>
            <p:nvPr/>
          </p:nvSpPr>
          <p:spPr>
            <a:xfrm>
              <a:off x="4044887" y="3997652"/>
              <a:ext cx="1835785" cy="10795"/>
            </a:xfrm>
            <a:custGeom>
              <a:avLst/>
              <a:gdLst/>
              <a:ahLst/>
              <a:cxnLst/>
              <a:rect l="l" t="t" r="r" b="b"/>
              <a:pathLst>
                <a:path w="1835785" h="10794">
                  <a:moveTo>
                    <a:pt x="10572" y="0"/>
                  </a:moveTo>
                  <a:lnTo>
                    <a:pt x="0" y="10572"/>
                  </a:lnTo>
                  <a:lnTo>
                    <a:pt x="1835467" y="10572"/>
                  </a:lnTo>
                  <a:lnTo>
                    <a:pt x="1824894" y="0"/>
                  </a:lnTo>
                  <a:lnTo>
                    <a:pt x="10572" y="0"/>
                  </a:lnTo>
                  <a:close/>
                </a:path>
              </a:pathLst>
            </a:custGeom>
            <a:ln w="4762">
              <a:solidFill>
                <a:srgbClr val="000000"/>
              </a:solidFill>
            </a:ln>
          </p:spPr>
          <p:txBody>
            <a:bodyPr wrap="square" lIns="0" tIns="0" rIns="0" bIns="0" rtlCol="0"/>
            <a:lstStyle/>
            <a:p>
              <a:endParaRPr/>
            </a:p>
          </p:txBody>
        </p:sp>
        <p:pic>
          <p:nvPicPr>
            <p:cNvPr id="476" name="object 16">
              <a:extLst>
                <a:ext uri="{FF2B5EF4-FFF2-40B4-BE49-F238E27FC236}">
                  <a16:creationId xmlns:a16="http://schemas.microsoft.com/office/drawing/2014/main" id="{231F0095-B2F7-9631-3D7E-E6E38B11DB17}"/>
                </a:ext>
              </a:extLst>
            </p:cNvPr>
            <p:cNvPicPr/>
            <p:nvPr/>
          </p:nvPicPr>
          <p:blipFill>
            <a:blip r:embed="rId4" cstate="print"/>
            <a:stretch>
              <a:fillRect/>
            </a:stretch>
          </p:blipFill>
          <p:spPr>
            <a:xfrm>
              <a:off x="4042506" y="3570075"/>
              <a:ext cx="133159" cy="200691"/>
            </a:xfrm>
            <a:prstGeom prst="rect">
              <a:avLst/>
            </a:prstGeom>
          </p:spPr>
        </p:pic>
        <p:pic>
          <p:nvPicPr>
            <p:cNvPr id="477" name="object 17">
              <a:extLst>
                <a:ext uri="{FF2B5EF4-FFF2-40B4-BE49-F238E27FC236}">
                  <a16:creationId xmlns:a16="http://schemas.microsoft.com/office/drawing/2014/main" id="{52D0AC83-D696-B78B-7882-46A922BB4246}"/>
                </a:ext>
              </a:extLst>
            </p:cNvPr>
            <p:cNvPicPr/>
            <p:nvPr/>
          </p:nvPicPr>
          <p:blipFill>
            <a:blip r:embed="rId5" cstate="print"/>
            <a:stretch>
              <a:fillRect/>
            </a:stretch>
          </p:blipFill>
          <p:spPr>
            <a:xfrm>
              <a:off x="5388960" y="3570075"/>
              <a:ext cx="133159" cy="200691"/>
            </a:xfrm>
            <a:prstGeom prst="rect">
              <a:avLst/>
            </a:prstGeom>
          </p:spPr>
        </p:pic>
        <p:sp>
          <p:nvSpPr>
            <p:cNvPr id="478" name="object 18">
              <a:extLst>
                <a:ext uri="{FF2B5EF4-FFF2-40B4-BE49-F238E27FC236}">
                  <a16:creationId xmlns:a16="http://schemas.microsoft.com/office/drawing/2014/main" id="{327D428F-868A-455F-0EF5-2615A487C3BD}"/>
                </a:ext>
              </a:extLst>
            </p:cNvPr>
            <p:cNvSpPr/>
            <p:nvPr/>
          </p:nvSpPr>
          <p:spPr>
            <a:xfrm>
              <a:off x="4168039" y="3736858"/>
              <a:ext cx="1228725" cy="7620"/>
            </a:xfrm>
            <a:custGeom>
              <a:avLst/>
              <a:gdLst/>
              <a:ahLst/>
              <a:cxnLst/>
              <a:rect l="l" t="t" r="r" b="b"/>
              <a:pathLst>
                <a:path w="1228725" h="7619">
                  <a:moveTo>
                    <a:pt x="1228534" y="0"/>
                  </a:moveTo>
                  <a:lnTo>
                    <a:pt x="0" y="0"/>
                  </a:lnTo>
                  <a:lnTo>
                    <a:pt x="0" y="7048"/>
                  </a:lnTo>
                  <a:lnTo>
                    <a:pt x="1228534" y="7048"/>
                  </a:lnTo>
                  <a:lnTo>
                    <a:pt x="1228534" y="0"/>
                  </a:lnTo>
                  <a:close/>
                </a:path>
              </a:pathLst>
            </a:custGeom>
            <a:solidFill>
              <a:srgbClr val="000000"/>
            </a:solidFill>
          </p:spPr>
          <p:txBody>
            <a:bodyPr wrap="square" lIns="0" tIns="0" rIns="0" bIns="0" rtlCol="0"/>
            <a:lstStyle/>
            <a:p>
              <a:endParaRPr/>
            </a:p>
          </p:txBody>
        </p:sp>
        <p:sp>
          <p:nvSpPr>
            <p:cNvPr id="479" name="object 19">
              <a:extLst>
                <a:ext uri="{FF2B5EF4-FFF2-40B4-BE49-F238E27FC236}">
                  <a16:creationId xmlns:a16="http://schemas.microsoft.com/office/drawing/2014/main" id="{C79A0097-FFDE-1F81-6C5D-0E03BA85F487}"/>
                </a:ext>
              </a:extLst>
            </p:cNvPr>
            <p:cNvSpPr/>
            <p:nvPr/>
          </p:nvSpPr>
          <p:spPr>
            <a:xfrm>
              <a:off x="4168045" y="3736858"/>
              <a:ext cx="1228725" cy="7620"/>
            </a:xfrm>
            <a:custGeom>
              <a:avLst/>
              <a:gdLst/>
              <a:ahLst/>
              <a:cxnLst/>
              <a:rect l="l" t="t" r="r" b="b"/>
              <a:pathLst>
                <a:path w="1228725" h="7619">
                  <a:moveTo>
                    <a:pt x="0" y="0"/>
                  </a:moveTo>
                  <a:lnTo>
                    <a:pt x="0" y="7048"/>
                  </a:lnTo>
                  <a:lnTo>
                    <a:pt x="1228534" y="7048"/>
                  </a:lnTo>
                  <a:lnTo>
                    <a:pt x="1228534" y="0"/>
                  </a:lnTo>
                  <a:lnTo>
                    <a:pt x="0" y="0"/>
                  </a:lnTo>
                  <a:close/>
                </a:path>
              </a:pathLst>
            </a:custGeom>
            <a:ln w="4762">
              <a:solidFill>
                <a:srgbClr val="000000"/>
              </a:solidFill>
            </a:ln>
          </p:spPr>
          <p:txBody>
            <a:bodyPr wrap="square" lIns="0" tIns="0" rIns="0" bIns="0" rtlCol="0"/>
            <a:lstStyle/>
            <a:p>
              <a:endParaRPr/>
            </a:p>
          </p:txBody>
        </p:sp>
        <p:sp>
          <p:nvSpPr>
            <p:cNvPr id="480" name="object 20">
              <a:extLst>
                <a:ext uri="{FF2B5EF4-FFF2-40B4-BE49-F238E27FC236}">
                  <a16:creationId xmlns:a16="http://schemas.microsoft.com/office/drawing/2014/main" id="{ACFC99AC-97D8-F9A7-5969-8E618571E673}"/>
                </a:ext>
              </a:extLst>
            </p:cNvPr>
            <p:cNvSpPr/>
            <p:nvPr/>
          </p:nvSpPr>
          <p:spPr>
            <a:xfrm>
              <a:off x="4168039" y="3596942"/>
              <a:ext cx="1228725" cy="7620"/>
            </a:xfrm>
            <a:custGeom>
              <a:avLst/>
              <a:gdLst/>
              <a:ahLst/>
              <a:cxnLst/>
              <a:rect l="l" t="t" r="r" b="b"/>
              <a:pathLst>
                <a:path w="1228725" h="7619">
                  <a:moveTo>
                    <a:pt x="1228534" y="0"/>
                  </a:moveTo>
                  <a:lnTo>
                    <a:pt x="0" y="0"/>
                  </a:lnTo>
                  <a:lnTo>
                    <a:pt x="0" y="7048"/>
                  </a:lnTo>
                  <a:lnTo>
                    <a:pt x="1228534" y="7048"/>
                  </a:lnTo>
                  <a:lnTo>
                    <a:pt x="1228534" y="0"/>
                  </a:lnTo>
                  <a:close/>
                </a:path>
              </a:pathLst>
            </a:custGeom>
            <a:solidFill>
              <a:srgbClr val="000000"/>
            </a:solidFill>
          </p:spPr>
          <p:txBody>
            <a:bodyPr wrap="square" lIns="0" tIns="0" rIns="0" bIns="0" rtlCol="0"/>
            <a:lstStyle/>
            <a:p>
              <a:endParaRPr/>
            </a:p>
          </p:txBody>
        </p:sp>
        <p:sp>
          <p:nvSpPr>
            <p:cNvPr id="481" name="object 21">
              <a:extLst>
                <a:ext uri="{FF2B5EF4-FFF2-40B4-BE49-F238E27FC236}">
                  <a16:creationId xmlns:a16="http://schemas.microsoft.com/office/drawing/2014/main" id="{919EF40F-F535-73CF-018F-276E6960D919}"/>
                </a:ext>
              </a:extLst>
            </p:cNvPr>
            <p:cNvSpPr/>
            <p:nvPr/>
          </p:nvSpPr>
          <p:spPr>
            <a:xfrm>
              <a:off x="4168045" y="3596936"/>
              <a:ext cx="1228725" cy="7620"/>
            </a:xfrm>
            <a:custGeom>
              <a:avLst/>
              <a:gdLst/>
              <a:ahLst/>
              <a:cxnLst/>
              <a:rect l="l" t="t" r="r" b="b"/>
              <a:pathLst>
                <a:path w="1228725" h="7619">
                  <a:moveTo>
                    <a:pt x="0" y="0"/>
                  </a:moveTo>
                  <a:lnTo>
                    <a:pt x="0" y="7048"/>
                  </a:lnTo>
                  <a:lnTo>
                    <a:pt x="1228534" y="7048"/>
                  </a:lnTo>
                  <a:lnTo>
                    <a:pt x="1228534" y="0"/>
                  </a:lnTo>
                  <a:lnTo>
                    <a:pt x="0" y="0"/>
                  </a:lnTo>
                  <a:close/>
                </a:path>
              </a:pathLst>
            </a:custGeom>
            <a:ln w="4762">
              <a:solidFill>
                <a:srgbClr val="000000"/>
              </a:solidFill>
            </a:ln>
          </p:spPr>
          <p:txBody>
            <a:bodyPr wrap="square" lIns="0" tIns="0" rIns="0" bIns="0" rtlCol="0"/>
            <a:lstStyle/>
            <a:p>
              <a:endParaRPr/>
            </a:p>
          </p:txBody>
        </p:sp>
        <p:sp>
          <p:nvSpPr>
            <p:cNvPr id="482" name="object 22">
              <a:extLst>
                <a:ext uri="{FF2B5EF4-FFF2-40B4-BE49-F238E27FC236}">
                  <a16:creationId xmlns:a16="http://schemas.microsoft.com/office/drawing/2014/main" id="{82142345-8075-6CFD-5B7F-7B5E6874456A}"/>
                </a:ext>
              </a:extLst>
            </p:cNvPr>
            <p:cNvSpPr/>
            <p:nvPr/>
          </p:nvSpPr>
          <p:spPr>
            <a:xfrm>
              <a:off x="5514404" y="3596942"/>
              <a:ext cx="361315" cy="7620"/>
            </a:xfrm>
            <a:custGeom>
              <a:avLst/>
              <a:gdLst/>
              <a:ahLst/>
              <a:cxnLst/>
              <a:rect l="l" t="t" r="r" b="b"/>
              <a:pathLst>
                <a:path w="361314" h="7619">
                  <a:moveTo>
                    <a:pt x="360705" y="0"/>
                  </a:moveTo>
                  <a:lnTo>
                    <a:pt x="0" y="0"/>
                  </a:lnTo>
                  <a:lnTo>
                    <a:pt x="0" y="7048"/>
                  </a:lnTo>
                  <a:lnTo>
                    <a:pt x="360705" y="7048"/>
                  </a:lnTo>
                  <a:lnTo>
                    <a:pt x="360705" y="0"/>
                  </a:lnTo>
                  <a:close/>
                </a:path>
              </a:pathLst>
            </a:custGeom>
            <a:solidFill>
              <a:srgbClr val="000000"/>
            </a:solidFill>
          </p:spPr>
          <p:txBody>
            <a:bodyPr wrap="square" lIns="0" tIns="0" rIns="0" bIns="0" rtlCol="0"/>
            <a:lstStyle/>
            <a:p>
              <a:endParaRPr/>
            </a:p>
          </p:txBody>
        </p:sp>
        <p:sp>
          <p:nvSpPr>
            <p:cNvPr id="483" name="object 23">
              <a:extLst>
                <a:ext uri="{FF2B5EF4-FFF2-40B4-BE49-F238E27FC236}">
                  <a16:creationId xmlns:a16="http://schemas.microsoft.com/office/drawing/2014/main" id="{2843079E-5313-28CE-04D3-80DCA69EC4AC}"/>
                </a:ext>
              </a:extLst>
            </p:cNvPr>
            <p:cNvSpPr/>
            <p:nvPr/>
          </p:nvSpPr>
          <p:spPr>
            <a:xfrm>
              <a:off x="5514404" y="3596936"/>
              <a:ext cx="361315" cy="7620"/>
            </a:xfrm>
            <a:custGeom>
              <a:avLst/>
              <a:gdLst/>
              <a:ahLst/>
              <a:cxnLst/>
              <a:rect l="l" t="t" r="r" b="b"/>
              <a:pathLst>
                <a:path w="361314" h="7619">
                  <a:moveTo>
                    <a:pt x="360711" y="7048"/>
                  </a:moveTo>
                  <a:lnTo>
                    <a:pt x="360711" y="0"/>
                  </a:lnTo>
                  <a:lnTo>
                    <a:pt x="0" y="0"/>
                  </a:lnTo>
                  <a:lnTo>
                    <a:pt x="0" y="7048"/>
                  </a:lnTo>
                  <a:lnTo>
                    <a:pt x="360711" y="7048"/>
                  </a:lnTo>
                  <a:close/>
                </a:path>
              </a:pathLst>
            </a:custGeom>
            <a:ln w="4762">
              <a:solidFill>
                <a:srgbClr val="000000"/>
              </a:solidFill>
            </a:ln>
          </p:spPr>
          <p:txBody>
            <a:bodyPr wrap="square" lIns="0" tIns="0" rIns="0" bIns="0" rtlCol="0"/>
            <a:lstStyle/>
            <a:p>
              <a:endParaRPr/>
            </a:p>
          </p:txBody>
        </p:sp>
        <p:sp>
          <p:nvSpPr>
            <p:cNvPr id="484" name="object 24">
              <a:extLst>
                <a:ext uri="{FF2B5EF4-FFF2-40B4-BE49-F238E27FC236}">
                  <a16:creationId xmlns:a16="http://schemas.microsoft.com/office/drawing/2014/main" id="{4857A853-C4A0-7094-D23F-CFD6EE0D52DA}"/>
                </a:ext>
              </a:extLst>
            </p:cNvPr>
            <p:cNvSpPr/>
            <p:nvPr/>
          </p:nvSpPr>
          <p:spPr>
            <a:xfrm>
              <a:off x="5514404" y="3736858"/>
              <a:ext cx="361315" cy="7620"/>
            </a:xfrm>
            <a:custGeom>
              <a:avLst/>
              <a:gdLst/>
              <a:ahLst/>
              <a:cxnLst/>
              <a:rect l="l" t="t" r="r" b="b"/>
              <a:pathLst>
                <a:path w="361314" h="7619">
                  <a:moveTo>
                    <a:pt x="360705" y="0"/>
                  </a:moveTo>
                  <a:lnTo>
                    <a:pt x="0" y="0"/>
                  </a:lnTo>
                  <a:lnTo>
                    <a:pt x="0" y="7048"/>
                  </a:lnTo>
                  <a:lnTo>
                    <a:pt x="360705" y="7048"/>
                  </a:lnTo>
                  <a:lnTo>
                    <a:pt x="360705" y="0"/>
                  </a:lnTo>
                  <a:close/>
                </a:path>
              </a:pathLst>
            </a:custGeom>
            <a:solidFill>
              <a:srgbClr val="000000"/>
            </a:solidFill>
          </p:spPr>
          <p:txBody>
            <a:bodyPr wrap="square" lIns="0" tIns="0" rIns="0" bIns="0" rtlCol="0"/>
            <a:lstStyle/>
            <a:p>
              <a:endParaRPr/>
            </a:p>
          </p:txBody>
        </p:sp>
        <p:sp>
          <p:nvSpPr>
            <p:cNvPr id="485" name="object 25">
              <a:extLst>
                <a:ext uri="{FF2B5EF4-FFF2-40B4-BE49-F238E27FC236}">
                  <a16:creationId xmlns:a16="http://schemas.microsoft.com/office/drawing/2014/main" id="{5253D7B0-CB6A-1A1D-F340-8CDCCCD97AA6}"/>
                </a:ext>
              </a:extLst>
            </p:cNvPr>
            <p:cNvSpPr/>
            <p:nvPr/>
          </p:nvSpPr>
          <p:spPr>
            <a:xfrm>
              <a:off x="5514404" y="3736858"/>
              <a:ext cx="361315" cy="7620"/>
            </a:xfrm>
            <a:custGeom>
              <a:avLst/>
              <a:gdLst/>
              <a:ahLst/>
              <a:cxnLst/>
              <a:rect l="l" t="t" r="r" b="b"/>
              <a:pathLst>
                <a:path w="361314" h="7619">
                  <a:moveTo>
                    <a:pt x="360711" y="7048"/>
                  </a:moveTo>
                  <a:lnTo>
                    <a:pt x="360711" y="0"/>
                  </a:lnTo>
                  <a:lnTo>
                    <a:pt x="0" y="0"/>
                  </a:lnTo>
                  <a:lnTo>
                    <a:pt x="0" y="7048"/>
                  </a:lnTo>
                  <a:lnTo>
                    <a:pt x="360711" y="7048"/>
                  </a:lnTo>
                  <a:close/>
                </a:path>
              </a:pathLst>
            </a:custGeom>
            <a:ln w="4762">
              <a:solidFill>
                <a:srgbClr val="000000"/>
              </a:solidFill>
            </a:ln>
          </p:spPr>
          <p:txBody>
            <a:bodyPr wrap="square" lIns="0" tIns="0" rIns="0" bIns="0" rtlCol="0"/>
            <a:lstStyle/>
            <a:p>
              <a:endParaRPr/>
            </a:p>
          </p:txBody>
        </p:sp>
        <p:sp>
          <p:nvSpPr>
            <p:cNvPr id="488" name="object 28">
              <a:extLst>
                <a:ext uri="{FF2B5EF4-FFF2-40B4-BE49-F238E27FC236}">
                  <a16:creationId xmlns:a16="http://schemas.microsoft.com/office/drawing/2014/main" id="{D87A8BCA-CBB0-E386-F234-CC924B2DF711}"/>
                </a:ext>
              </a:extLst>
            </p:cNvPr>
            <p:cNvSpPr/>
            <p:nvPr/>
          </p:nvSpPr>
          <p:spPr>
            <a:xfrm>
              <a:off x="4050780" y="3216222"/>
              <a:ext cx="1826260" cy="123825"/>
            </a:xfrm>
            <a:custGeom>
              <a:avLst/>
              <a:gdLst/>
              <a:ahLst/>
              <a:cxnLst/>
              <a:rect l="l" t="t" r="r" b="b"/>
              <a:pathLst>
                <a:path w="1826260" h="123825">
                  <a:moveTo>
                    <a:pt x="1536" y="121920"/>
                  </a:moveTo>
                  <a:lnTo>
                    <a:pt x="0" y="121920"/>
                  </a:lnTo>
                  <a:lnTo>
                    <a:pt x="0" y="123444"/>
                  </a:lnTo>
                  <a:lnTo>
                    <a:pt x="1536" y="123444"/>
                  </a:lnTo>
                  <a:lnTo>
                    <a:pt x="1536" y="121920"/>
                  </a:lnTo>
                  <a:close/>
                </a:path>
                <a:path w="1826260" h="123825">
                  <a:moveTo>
                    <a:pt x="1536" y="0"/>
                  </a:moveTo>
                  <a:lnTo>
                    <a:pt x="0" y="0"/>
                  </a:lnTo>
                  <a:lnTo>
                    <a:pt x="0" y="1524"/>
                  </a:lnTo>
                  <a:lnTo>
                    <a:pt x="1536" y="1524"/>
                  </a:lnTo>
                  <a:lnTo>
                    <a:pt x="1536" y="0"/>
                  </a:lnTo>
                  <a:close/>
                </a:path>
                <a:path w="1826260" h="123825">
                  <a:moveTo>
                    <a:pt x="1825764" y="121920"/>
                  </a:moveTo>
                  <a:lnTo>
                    <a:pt x="1824240" y="121920"/>
                  </a:lnTo>
                  <a:lnTo>
                    <a:pt x="1824240" y="123444"/>
                  </a:lnTo>
                  <a:lnTo>
                    <a:pt x="1825764" y="123444"/>
                  </a:lnTo>
                  <a:lnTo>
                    <a:pt x="1825764" y="121920"/>
                  </a:lnTo>
                  <a:close/>
                </a:path>
              </a:pathLst>
            </a:custGeom>
            <a:solidFill>
              <a:srgbClr val="000000"/>
            </a:solidFill>
          </p:spPr>
          <p:txBody>
            <a:bodyPr wrap="square" lIns="0" tIns="0" rIns="0" bIns="0" rtlCol="0"/>
            <a:lstStyle/>
            <a:p>
              <a:endParaRPr/>
            </a:p>
          </p:txBody>
        </p:sp>
        <p:pic>
          <p:nvPicPr>
            <p:cNvPr id="490" name="object 30">
              <a:extLst>
                <a:ext uri="{FF2B5EF4-FFF2-40B4-BE49-F238E27FC236}">
                  <a16:creationId xmlns:a16="http://schemas.microsoft.com/office/drawing/2014/main" id="{4712C922-5E16-4606-865F-344853D8767C}"/>
                </a:ext>
              </a:extLst>
            </p:cNvPr>
            <p:cNvPicPr/>
            <p:nvPr/>
          </p:nvPicPr>
          <p:blipFill>
            <a:blip r:embed="rId6" cstate="print"/>
            <a:stretch>
              <a:fillRect/>
            </a:stretch>
          </p:blipFill>
          <p:spPr>
            <a:xfrm>
              <a:off x="3899440" y="4480379"/>
              <a:ext cx="419004" cy="150399"/>
            </a:xfrm>
            <a:prstGeom prst="rect">
              <a:avLst/>
            </a:prstGeom>
          </p:spPr>
        </p:pic>
        <p:pic>
          <p:nvPicPr>
            <p:cNvPr id="491" name="object 31">
              <a:extLst>
                <a:ext uri="{FF2B5EF4-FFF2-40B4-BE49-F238E27FC236}">
                  <a16:creationId xmlns:a16="http://schemas.microsoft.com/office/drawing/2014/main" id="{4B4E91A6-90C6-ADA9-9D23-E4720732F807}"/>
                </a:ext>
              </a:extLst>
            </p:cNvPr>
            <p:cNvPicPr/>
            <p:nvPr/>
          </p:nvPicPr>
          <p:blipFill>
            <a:blip r:embed="rId7" cstate="print"/>
            <a:stretch>
              <a:fillRect/>
            </a:stretch>
          </p:blipFill>
          <p:spPr>
            <a:xfrm>
              <a:off x="5248942" y="4480379"/>
              <a:ext cx="419004" cy="150399"/>
            </a:xfrm>
            <a:prstGeom prst="rect">
              <a:avLst/>
            </a:prstGeom>
          </p:spPr>
        </p:pic>
        <p:sp>
          <p:nvSpPr>
            <p:cNvPr id="492" name="object 32">
              <a:extLst>
                <a:ext uri="{FF2B5EF4-FFF2-40B4-BE49-F238E27FC236}">
                  <a16:creationId xmlns:a16="http://schemas.microsoft.com/office/drawing/2014/main" id="{76D2C570-8E8B-3562-06FB-C062085CFB2D}"/>
                </a:ext>
              </a:extLst>
            </p:cNvPr>
            <p:cNvSpPr/>
            <p:nvPr/>
          </p:nvSpPr>
          <p:spPr>
            <a:xfrm>
              <a:off x="5509159" y="4555538"/>
              <a:ext cx="10795" cy="391160"/>
            </a:xfrm>
            <a:custGeom>
              <a:avLst/>
              <a:gdLst/>
              <a:ahLst/>
              <a:cxnLst/>
              <a:rect l="l" t="t" r="r" b="b"/>
              <a:pathLst>
                <a:path w="10794" h="391160">
                  <a:moveTo>
                    <a:pt x="10579" y="0"/>
                  </a:moveTo>
                  <a:lnTo>
                    <a:pt x="0" y="0"/>
                  </a:lnTo>
                  <a:lnTo>
                    <a:pt x="0" y="390906"/>
                  </a:lnTo>
                  <a:lnTo>
                    <a:pt x="10579" y="380517"/>
                  </a:lnTo>
                  <a:lnTo>
                    <a:pt x="10579" y="0"/>
                  </a:lnTo>
                  <a:close/>
                </a:path>
              </a:pathLst>
            </a:custGeom>
            <a:solidFill>
              <a:srgbClr val="000000"/>
            </a:solidFill>
          </p:spPr>
          <p:txBody>
            <a:bodyPr wrap="square" lIns="0" tIns="0" rIns="0" bIns="0" rtlCol="0"/>
            <a:lstStyle/>
            <a:p>
              <a:endParaRPr/>
            </a:p>
          </p:txBody>
        </p:sp>
        <p:sp>
          <p:nvSpPr>
            <p:cNvPr id="493" name="object 33">
              <a:extLst>
                <a:ext uri="{FF2B5EF4-FFF2-40B4-BE49-F238E27FC236}">
                  <a16:creationId xmlns:a16="http://schemas.microsoft.com/office/drawing/2014/main" id="{4CD30CDD-C097-F20E-D275-09A45E26F5CE}"/>
                </a:ext>
              </a:extLst>
            </p:cNvPr>
            <p:cNvSpPr/>
            <p:nvPr/>
          </p:nvSpPr>
          <p:spPr>
            <a:xfrm>
              <a:off x="5509165" y="4555531"/>
              <a:ext cx="10795" cy="391160"/>
            </a:xfrm>
            <a:custGeom>
              <a:avLst/>
              <a:gdLst/>
              <a:ahLst/>
              <a:cxnLst/>
              <a:rect l="l" t="t" r="r" b="b"/>
              <a:pathLst>
                <a:path w="10794" h="391160">
                  <a:moveTo>
                    <a:pt x="10572" y="0"/>
                  </a:moveTo>
                  <a:lnTo>
                    <a:pt x="0" y="0"/>
                  </a:lnTo>
                  <a:lnTo>
                    <a:pt x="0" y="390906"/>
                  </a:lnTo>
                  <a:lnTo>
                    <a:pt x="10572" y="380523"/>
                  </a:lnTo>
                  <a:lnTo>
                    <a:pt x="10572" y="0"/>
                  </a:lnTo>
                  <a:close/>
                </a:path>
              </a:pathLst>
            </a:custGeom>
            <a:ln w="4762">
              <a:solidFill>
                <a:srgbClr val="000000"/>
              </a:solidFill>
            </a:ln>
          </p:spPr>
          <p:txBody>
            <a:bodyPr wrap="square" lIns="0" tIns="0" rIns="0" bIns="0" rtlCol="0"/>
            <a:lstStyle/>
            <a:p>
              <a:endParaRPr/>
            </a:p>
          </p:txBody>
        </p:sp>
        <p:sp>
          <p:nvSpPr>
            <p:cNvPr id="494" name="object 34">
              <a:extLst>
                <a:ext uri="{FF2B5EF4-FFF2-40B4-BE49-F238E27FC236}">
                  <a16:creationId xmlns:a16="http://schemas.microsoft.com/office/drawing/2014/main" id="{985D16D1-6004-51BB-AF09-0EA13790ECC8}"/>
                </a:ext>
              </a:extLst>
            </p:cNvPr>
            <p:cNvSpPr/>
            <p:nvPr/>
          </p:nvSpPr>
          <p:spPr>
            <a:xfrm>
              <a:off x="5509159" y="4936056"/>
              <a:ext cx="371475" cy="10795"/>
            </a:xfrm>
            <a:custGeom>
              <a:avLst/>
              <a:gdLst/>
              <a:ahLst/>
              <a:cxnLst/>
              <a:rect l="l" t="t" r="r" b="b"/>
              <a:pathLst>
                <a:path w="371475" h="10794">
                  <a:moveTo>
                    <a:pt x="371182" y="0"/>
                  </a:moveTo>
                  <a:lnTo>
                    <a:pt x="10579" y="0"/>
                  </a:lnTo>
                  <a:lnTo>
                    <a:pt x="0" y="10388"/>
                  </a:lnTo>
                  <a:lnTo>
                    <a:pt x="360616" y="10388"/>
                  </a:lnTo>
                  <a:lnTo>
                    <a:pt x="371182" y="0"/>
                  </a:lnTo>
                  <a:close/>
                </a:path>
              </a:pathLst>
            </a:custGeom>
            <a:solidFill>
              <a:srgbClr val="000000"/>
            </a:solidFill>
          </p:spPr>
          <p:txBody>
            <a:bodyPr wrap="square" lIns="0" tIns="0" rIns="0" bIns="0" rtlCol="0"/>
            <a:lstStyle/>
            <a:p>
              <a:endParaRPr/>
            </a:p>
          </p:txBody>
        </p:sp>
        <p:sp>
          <p:nvSpPr>
            <p:cNvPr id="495" name="object 35">
              <a:extLst>
                <a:ext uri="{FF2B5EF4-FFF2-40B4-BE49-F238E27FC236}">
                  <a16:creationId xmlns:a16="http://schemas.microsoft.com/office/drawing/2014/main" id="{447DF3C0-8EB5-5816-497A-4DFB21EE23C3}"/>
                </a:ext>
              </a:extLst>
            </p:cNvPr>
            <p:cNvSpPr/>
            <p:nvPr/>
          </p:nvSpPr>
          <p:spPr>
            <a:xfrm>
              <a:off x="5509165" y="4936055"/>
              <a:ext cx="371475" cy="10795"/>
            </a:xfrm>
            <a:custGeom>
              <a:avLst/>
              <a:gdLst/>
              <a:ahLst/>
              <a:cxnLst/>
              <a:rect l="l" t="t" r="r" b="b"/>
              <a:pathLst>
                <a:path w="371475" h="10794">
                  <a:moveTo>
                    <a:pt x="10572" y="0"/>
                  </a:moveTo>
                  <a:lnTo>
                    <a:pt x="0" y="10382"/>
                  </a:lnTo>
                  <a:lnTo>
                    <a:pt x="360616" y="10382"/>
                  </a:lnTo>
                  <a:lnTo>
                    <a:pt x="371189" y="0"/>
                  </a:lnTo>
                  <a:lnTo>
                    <a:pt x="10572" y="0"/>
                  </a:lnTo>
                  <a:close/>
                </a:path>
              </a:pathLst>
            </a:custGeom>
            <a:ln w="4762">
              <a:solidFill>
                <a:srgbClr val="000000"/>
              </a:solidFill>
            </a:ln>
          </p:spPr>
          <p:txBody>
            <a:bodyPr wrap="square" lIns="0" tIns="0" rIns="0" bIns="0" rtlCol="0"/>
            <a:lstStyle/>
            <a:p>
              <a:endParaRPr/>
            </a:p>
          </p:txBody>
        </p:sp>
        <p:sp>
          <p:nvSpPr>
            <p:cNvPr id="496" name="object 36">
              <a:extLst>
                <a:ext uri="{FF2B5EF4-FFF2-40B4-BE49-F238E27FC236}">
                  <a16:creationId xmlns:a16="http://schemas.microsoft.com/office/drawing/2014/main" id="{F4418F63-3BF6-48DB-5562-60564509CD61}"/>
                </a:ext>
              </a:extLst>
            </p:cNvPr>
            <p:cNvSpPr/>
            <p:nvPr/>
          </p:nvSpPr>
          <p:spPr>
            <a:xfrm>
              <a:off x="5869776" y="4936056"/>
              <a:ext cx="10795" cy="255904"/>
            </a:xfrm>
            <a:custGeom>
              <a:avLst/>
              <a:gdLst/>
              <a:ahLst/>
              <a:cxnLst/>
              <a:rect l="l" t="t" r="r" b="b"/>
              <a:pathLst>
                <a:path w="10794" h="255905">
                  <a:moveTo>
                    <a:pt x="10566" y="0"/>
                  </a:moveTo>
                  <a:lnTo>
                    <a:pt x="0" y="10388"/>
                  </a:lnTo>
                  <a:lnTo>
                    <a:pt x="0" y="244894"/>
                  </a:lnTo>
                  <a:lnTo>
                    <a:pt x="10566" y="255460"/>
                  </a:lnTo>
                  <a:lnTo>
                    <a:pt x="10566" y="0"/>
                  </a:lnTo>
                  <a:close/>
                </a:path>
              </a:pathLst>
            </a:custGeom>
            <a:solidFill>
              <a:srgbClr val="000000"/>
            </a:solidFill>
          </p:spPr>
          <p:txBody>
            <a:bodyPr wrap="square" lIns="0" tIns="0" rIns="0" bIns="0" rtlCol="0"/>
            <a:lstStyle/>
            <a:p>
              <a:endParaRPr/>
            </a:p>
          </p:txBody>
        </p:sp>
        <p:sp>
          <p:nvSpPr>
            <p:cNvPr id="497" name="object 37">
              <a:extLst>
                <a:ext uri="{FF2B5EF4-FFF2-40B4-BE49-F238E27FC236}">
                  <a16:creationId xmlns:a16="http://schemas.microsoft.com/office/drawing/2014/main" id="{74D0506E-A55B-4C0A-56B3-F1F280FFF7A5}"/>
                </a:ext>
              </a:extLst>
            </p:cNvPr>
            <p:cNvSpPr/>
            <p:nvPr/>
          </p:nvSpPr>
          <p:spPr>
            <a:xfrm>
              <a:off x="5869782" y="4936055"/>
              <a:ext cx="10795" cy="255904"/>
            </a:xfrm>
            <a:custGeom>
              <a:avLst/>
              <a:gdLst/>
              <a:ahLst/>
              <a:cxnLst/>
              <a:rect l="l" t="t" r="r" b="b"/>
              <a:pathLst>
                <a:path w="10794" h="255905">
                  <a:moveTo>
                    <a:pt x="10572" y="0"/>
                  </a:moveTo>
                  <a:lnTo>
                    <a:pt x="0" y="10382"/>
                  </a:lnTo>
                  <a:lnTo>
                    <a:pt x="0" y="244887"/>
                  </a:lnTo>
                  <a:lnTo>
                    <a:pt x="10572" y="255460"/>
                  </a:lnTo>
                  <a:lnTo>
                    <a:pt x="10572" y="0"/>
                  </a:lnTo>
                  <a:close/>
                </a:path>
              </a:pathLst>
            </a:custGeom>
            <a:ln w="4762">
              <a:solidFill>
                <a:srgbClr val="000000"/>
              </a:solidFill>
            </a:ln>
          </p:spPr>
          <p:txBody>
            <a:bodyPr wrap="square" lIns="0" tIns="0" rIns="0" bIns="0" rtlCol="0"/>
            <a:lstStyle/>
            <a:p>
              <a:endParaRPr/>
            </a:p>
          </p:txBody>
        </p:sp>
        <p:sp>
          <p:nvSpPr>
            <p:cNvPr id="498" name="object 38">
              <a:extLst>
                <a:ext uri="{FF2B5EF4-FFF2-40B4-BE49-F238E27FC236}">
                  <a16:creationId xmlns:a16="http://schemas.microsoft.com/office/drawing/2014/main" id="{5F2BFE2C-B3F4-2914-D013-7E2080F4A26E}"/>
                </a:ext>
              </a:extLst>
            </p:cNvPr>
            <p:cNvSpPr/>
            <p:nvPr/>
          </p:nvSpPr>
          <p:spPr>
            <a:xfrm>
              <a:off x="4044874" y="5180950"/>
              <a:ext cx="1835785" cy="10795"/>
            </a:xfrm>
            <a:custGeom>
              <a:avLst/>
              <a:gdLst/>
              <a:ahLst/>
              <a:cxnLst/>
              <a:rect l="l" t="t" r="r" b="b"/>
              <a:pathLst>
                <a:path w="1835785" h="10794">
                  <a:moveTo>
                    <a:pt x="1835467" y="10566"/>
                  </a:moveTo>
                  <a:lnTo>
                    <a:pt x="1824901" y="0"/>
                  </a:lnTo>
                  <a:lnTo>
                    <a:pt x="10579" y="0"/>
                  </a:lnTo>
                  <a:lnTo>
                    <a:pt x="0" y="10566"/>
                  </a:lnTo>
                  <a:lnTo>
                    <a:pt x="1835467" y="10566"/>
                  </a:lnTo>
                  <a:close/>
                </a:path>
              </a:pathLst>
            </a:custGeom>
            <a:solidFill>
              <a:srgbClr val="000000"/>
            </a:solidFill>
          </p:spPr>
          <p:txBody>
            <a:bodyPr wrap="square" lIns="0" tIns="0" rIns="0" bIns="0" rtlCol="0"/>
            <a:lstStyle/>
            <a:p>
              <a:endParaRPr/>
            </a:p>
          </p:txBody>
        </p:sp>
        <p:sp>
          <p:nvSpPr>
            <p:cNvPr id="499" name="object 39">
              <a:extLst>
                <a:ext uri="{FF2B5EF4-FFF2-40B4-BE49-F238E27FC236}">
                  <a16:creationId xmlns:a16="http://schemas.microsoft.com/office/drawing/2014/main" id="{C8B8863A-E411-20F6-5B06-781ED4555168}"/>
                </a:ext>
              </a:extLst>
            </p:cNvPr>
            <p:cNvSpPr/>
            <p:nvPr/>
          </p:nvSpPr>
          <p:spPr>
            <a:xfrm>
              <a:off x="4044887" y="5180943"/>
              <a:ext cx="1835785" cy="10795"/>
            </a:xfrm>
            <a:custGeom>
              <a:avLst/>
              <a:gdLst/>
              <a:ahLst/>
              <a:cxnLst/>
              <a:rect l="l" t="t" r="r" b="b"/>
              <a:pathLst>
                <a:path w="1835785" h="10794">
                  <a:moveTo>
                    <a:pt x="1835467" y="10572"/>
                  </a:moveTo>
                  <a:lnTo>
                    <a:pt x="1824894" y="0"/>
                  </a:lnTo>
                  <a:lnTo>
                    <a:pt x="10572" y="0"/>
                  </a:lnTo>
                  <a:lnTo>
                    <a:pt x="0" y="10572"/>
                  </a:lnTo>
                  <a:lnTo>
                    <a:pt x="1835467" y="10572"/>
                  </a:lnTo>
                  <a:close/>
                </a:path>
              </a:pathLst>
            </a:custGeom>
            <a:ln w="4762">
              <a:solidFill>
                <a:srgbClr val="000000"/>
              </a:solidFill>
            </a:ln>
          </p:spPr>
          <p:txBody>
            <a:bodyPr wrap="square" lIns="0" tIns="0" rIns="0" bIns="0" rtlCol="0"/>
            <a:lstStyle/>
            <a:p>
              <a:endParaRPr/>
            </a:p>
          </p:txBody>
        </p:sp>
        <p:sp>
          <p:nvSpPr>
            <p:cNvPr id="500" name="object 40">
              <a:extLst>
                <a:ext uri="{FF2B5EF4-FFF2-40B4-BE49-F238E27FC236}">
                  <a16:creationId xmlns:a16="http://schemas.microsoft.com/office/drawing/2014/main" id="{8D6566C4-2E2E-4028-62D0-5A1FEF90DB2D}"/>
                </a:ext>
              </a:extLst>
            </p:cNvPr>
            <p:cNvSpPr/>
            <p:nvPr/>
          </p:nvSpPr>
          <p:spPr>
            <a:xfrm>
              <a:off x="4044874" y="4555538"/>
              <a:ext cx="10795" cy="636270"/>
            </a:xfrm>
            <a:custGeom>
              <a:avLst/>
              <a:gdLst/>
              <a:ahLst/>
              <a:cxnLst/>
              <a:rect l="l" t="t" r="r" b="b"/>
              <a:pathLst>
                <a:path w="10794" h="636269">
                  <a:moveTo>
                    <a:pt x="10579" y="0"/>
                  </a:moveTo>
                  <a:lnTo>
                    <a:pt x="0" y="0"/>
                  </a:lnTo>
                  <a:lnTo>
                    <a:pt x="0" y="635977"/>
                  </a:lnTo>
                  <a:lnTo>
                    <a:pt x="10579" y="625411"/>
                  </a:lnTo>
                  <a:lnTo>
                    <a:pt x="10579" y="0"/>
                  </a:lnTo>
                  <a:close/>
                </a:path>
              </a:pathLst>
            </a:custGeom>
            <a:solidFill>
              <a:srgbClr val="000000"/>
            </a:solidFill>
          </p:spPr>
          <p:txBody>
            <a:bodyPr wrap="square" lIns="0" tIns="0" rIns="0" bIns="0" rtlCol="0"/>
            <a:lstStyle/>
            <a:p>
              <a:endParaRPr/>
            </a:p>
          </p:txBody>
        </p:sp>
        <p:sp>
          <p:nvSpPr>
            <p:cNvPr id="501" name="object 41">
              <a:extLst>
                <a:ext uri="{FF2B5EF4-FFF2-40B4-BE49-F238E27FC236}">
                  <a16:creationId xmlns:a16="http://schemas.microsoft.com/office/drawing/2014/main" id="{B237143A-6CC8-BAFB-2D26-D6A9DCCB9288}"/>
                </a:ext>
              </a:extLst>
            </p:cNvPr>
            <p:cNvSpPr/>
            <p:nvPr/>
          </p:nvSpPr>
          <p:spPr>
            <a:xfrm>
              <a:off x="4044887" y="4555531"/>
              <a:ext cx="10795" cy="636270"/>
            </a:xfrm>
            <a:custGeom>
              <a:avLst/>
              <a:gdLst/>
              <a:ahLst/>
              <a:cxnLst/>
              <a:rect l="l" t="t" r="r" b="b"/>
              <a:pathLst>
                <a:path w="10794" h="636269">
                  <a:moveTo>
                    <a:pt x="0" y="635984"/>
                  </a:moveTo>
                  <a:lnTo>
                    <a:pt x="10572" y="625411"/>
                  </a:lnTo>
                  <a:lnTo>
                    <a:pt x="10572" y="0"/>
                  </a:lnTo>
                  <a:lnTo>
                    <a:pt x="0" y="0"/>
                  </a:lnTo>
                  <a:lnTo>
                    <a:pt x="0" y="635984"/>
                  </a:lnTo>
                  <a:close/>
                </a:path>
              </a:pathLst>
            </a:custGeom>
            <a:ln w="4762">
              <a:solidFill>
                <a:srgbClr val="000000"/>
              </a:solidFill>
            </a:ln>
          </p:spPr>
          <p:txBody>
            <a:bodyPr wrap="square" lIns="0" tIns="0" rIns="0" bIns="0" rtlCol="0"/>
            <a:lstStyle/>
            <a:p>
              <a:endParaRPr/>
            </a:p>
          </p:txBody>
        </p:sp>
        <p:sp>
          <p:nvSpPr>
            <p:cNvPr id="502" name="object 42">
              <a:extLst>
                <a:ext uri="{FF2B5EF4-FFF2-40B4-BE49-F238E27FC236}">
                  <a16:creationId xmlns:a16="http://schemas.microsoft.com/office/drawing/2014/main" id="{7D706A5A-7362-8D7A-C423-F4045F619CCD}"/>
                </a:ext>
              </a:extLst>
            </p:cNvPr>
            <p:cNvSpPr/>
            <p:nvPr/>
          </p:nvSpPr>
          <p:spPr>
            <a:xfrm>
              <a:off x="4162705" y="4555538"/>
              <a:ext cx="10795" cy="391160"/>
            </a:xfrm>
            <a:custGeom>
              <a:avLst/>
              <a:gdLst/>
              <a:ahLst/>
              <a:cxnLst/>
              <a:rect l="l" t="t" r="r" b="b"/>
              <a:pathLst>
                <a:path w="10794" h="391160">
                  <a:moveTo>
                    <a:pt x="10566" y="0"/>
                  </a:moveTo>
                  <a:lnTo>
                    <a:pt x="0" y="0"/>
                  </a:lnTo>
                  <a:lnTo>
                    <a:pt x="0" y="390906"/>
                  </a:lnTo>
                  <a:lnTo>
                    <a:pt x="10566" y="380517"/>
                  </a:lnTo>
                  <a:lnTo>
                    <a:pt x="10566" y="0"/>
                  </a:lnTo>
                  <a:close/>
                </a:path>
              </a:pathLst>
            </a:custGeom>
            <a:solidFill>
              <a:srgbClr val="000000"/>
            </a:solidFill>
          </p:spPr>
          <p:txBody>
            <a:bodyPr wrap="square" lIns="0" tIns="0" rIns="0" bIns="0" rtlCol="0"/>
            <a:lstStyle/>
            <a:p>
              <a:endParaRPr/>
            </a:p>
          </p:txBody>
        </p:sp>
        <p:sp>
          <p:nvSpPr>
            <p:cNvPr id="503" name="object 43">
              <a:extLst>
                <a:ext uri="{FF2B5EF4-FFF2-40B4-BE49-F238E27FC236}">
                  <a16:creationId xmlns:a16="http://schemas.microsoft.com/office/drawing/2014/main" id="{FB1256ED-55DA-3585-E344-97C2B86EBE73}"/>
                </a:ext>
              </a:extLst>
            </p:cNvPr>
            <p:cNvSpPr/>
            <p:nvPr/>
          </p:nvSpPr>
          <p:spPr>
            <a:xfrm>
              <a:off x="4162711" y="4555531"/>
              <a:ext cx="10795" cy="391160"/>
            </a:xfrm>
            <a:custGeom>
              <a:avLst/>
              <a:gdLst/>
              <a:ahLst/>
              <a:cxnLst/>
              <a:rect l="l" t="t" r="r" b="b"/>
              <a:pathLst>
                <a:path w="10794" h="391160">
                  <a:moveTo>
                    <a:pt x="10572" y="0"/>
                  </a:moveTo>
                  <a:lnTo>
                    <a:pt x="0" y="0"/>
                  </a:lnTo>
                  <a:lnTo>
                    <a:pt x="0" y="390906"/>
                  </a:lnTo>
                  <a:lnTo>
                    <a:pt x="10572" y="380523"/>
                  </a:lnTo>
                  <a:lnTo>
                    <a:pt x="10572" y="0"/>
                  </a:lnTo>
                  <a:close/>
                </a:path>
              </a:pathLst>
            </a:custGeom>
            <a:ln w="4762">
              <a:solidFill>
                <a:srgbClr val="000000"/>
              </a:solidFill>
            </a:ln>
          </p:spPr>
          <p:txBody>
            <a:bodyPr wrap="square" lIns="0" tIns="0" rIns="0" bIns="0" rtlCol="0"/>
            <a:lstStyle/>
            <a:p>
              <a:endParaRPr/>
            </a:p>
          </p:txBody>
        </p:sp>
        <p:sp>
          <p:nvSpPr>
            <p:cNvPr id="504" name="object 44">
              <a:extLst>
                <a:ext uri="{FF2B5EF4-FFF2-40B4-BE49-F238E27FC236}">
                  <a16:creationId xmlns:a16="http://schemas.microsoft.com/office/drawing/2014/main" id="{D60C6063-81B6-2381-1D93-D683DC583EFC}"/>
                </a:ext>
              </a:extLst>
            </p:cNvPr>
            <p:cNvSpPr/>
            <p:nvPr/>
          </p:nvSpPr>
          <p:spPr>
            <a:xfrm>
              <a:off x="4162705" y="4936056"/>
              <a:ext cx="1239520" cy="10795"/>
            </a:xfrm>
            <a:custGeom>
              <a:avLst/>
              <a:gdLst/>
              <a:ahLst/>
              <a:cxnLst/>
              <a:rect l="l" t="t" r="r" b="b"/>
              <a:pathLst>
                <a:path w="1239520" h="10794">
                  <a:moveTo>
                    <a:pt x="1239113" y="10388"/>
                  </a:moveTo>
                  <a:lnTo>
                    <a:pt x="1228623" y="0"/>
                  </a:lnTo>
                  <a:lnTo>
                    <a:pt x="10566" y="0"/>
                  </a:lnTo>
                  <a:lnTo>
                    <a:pt x="0" y="10388"/>
                  </a:lnTo>
                  <a:lnTo>
                    <a:pt x="1239113" y="10388"/>
                  </a:lnTo>
                  <a:close/>
                </a:path>
              </a:pathLst>
            </a:custGeom>
            <a:solidFill>
              <a:srgbClr val="000000"/>
            </a:solidFill>
          </p:spPr>
          <p:txBody>
            <a:bodyPr wrap="square" lIns="0" tIns="0" rIns="0" bIns="0" rtlCol="0"/>
            <a:lstStyle/>
            <a:p>
              <a:endParaRPr/>
            </a:p>
          </p:txBody>
        </p:sp>
        <p:sp>
          <p:nvSpPr>
            <p:cNvPr id="505" name="object 45">
              <a:extLst>
                <a:ext uri="{FF2B5EF4-FFF2-40B4-BE49-F238E27FC236}">
                  <a16:creationId xmlns:a16="http://schemas.microsoft.com/office/drawing/2014/main" id="{490E2284-7CF2-375F-30E0-0334E4E2890D}"/>
                </a:ext>
              </a:extLst>
            </p:cNvPr>
            <p:cNvSpPr/>
            <p:nvPr/>
          </p:nvSpPr>
          <p:spPr>
            <a:xfrm>
              <a:off x="4162711" y="4936055"/>
              <a:ext cx="1239520" cy="10795"/>
            </a:xfrm>
            <a:custGeom>
              <a:avLst/>
              <a:gdLst/>
              <a:ahLst/>
              <a:cxnLst/>
              <a:rect l="l" t="t" r="r" b="b"/>
              <a:pathLst>
                <a:path w="1239520" h="10794">
                  <a:moveTo>
                    <a:pt x="10572" y="0"/>
                  </a:moveTo>
                  <a:lnTo>
                    <a:pt x="0" y="10382"/>
                  </a:lnTo>
                  <a:lnTo>
                    <a:pt x="1239107" y="10382"/>
                  </a:lnTo>
                  <a:lnTo>
                    <a:pt x="1228629" y="0"/>
                  </a:lnTo>
                  <a:lnTo>
                    <a:pt x="10572" y="0"/>
                  </a:lnTo>
                  <a:close/>
                </a:path>
              </a:pathLst>
            </a:custGeom>
            <a:ln w="4762">
              <a:solidFill>
                <a:srgbClr val="000000"/>
              </a:solidFill>
            </a:ln>
          </p:spPr>
          <p:txBody>
            <a:bodyPr wrap="square" lIns="0" tIns="0" rIns="0" bIns="0" rtlCol="0"/>
            <a:lstStyle/>
            <a:p>
              <a:endParaRPr/>
            </a:p>
          </p:txBody>
        </p:sp>
        <p:sp>
          <p:nvSpPr>
            <p:cNvPr id="506" name="object 46">
              <a:extLst>
                <a:ext uri="{FF2B5EF4-FFF2-40B4-BE49-F238E27FC236}">
                  <a16:creationId xmlns:a16="http://schemas.microsoft.com/office/drawing/2014/main" id="{2F0BCAAA-4A33-AB97-1A24-958B5FA2254E}"/>
                </a:ext>
              </a:extLst>
            </p:cNvPr>
            <p:cNvSpPr/>
            <p:nvPr/>
          </p:nvSpPr>
          <p:spPr>
            <a:xfrm>
              <a:off x="5391329" y="4555538"/>
              <a:ext cx="10795" cy="391160"/>
            </a:xfrm>
            <a:custGeom>
              <a:avLst/>
              <a:gdLst/>
              <a:ahLst/>
              <a:cxnLst/>
              <a:rect l="l" t="t" r="r" b="b"/>
              <a:pathLst>
                <a:path w="10794" h="391160">
                  <a:moveTo>
                    <a:pt x="10490" y="0"/>
                  </a:moveTo>
                  <a:lnTo>
                    <a:pt x="0" y="0"/>
                  </a:lnTo>
                  <a:lnTo>
                    <a:pt x="0" y="380517"/>
                  </a:lnTo>
                  <a:lnTo>
                    <a:pt x="10490" y="390906"/>
                  </a:lnTo>
                  <a:lnTo>
                    <a:pt x="10490" y="0"/>
                  </a:lnTo>
                  <a:close/>
                </a:path>
              </a:pathLst>
            </a:custGeom>
            <a:solidFill>
              <a:srgbClr val="000000"/>
            </a:solidFill>
          </p:spPr>
          <p:txBody>
            <a:bodyPr wrap="square" lIns="0" tIns="0" rIns="0" bIns="0" rtlCol="0"/>
            <a:lstStyle/>
            <a:p>
              <a:endParaRPr/>
            </a:p>
          </p:txBody>
        </p:sp>
        <p:sp>
          <p:nvSpPr>
            <p:cNvPr id="507" name="object 47">
              <a:extLst>
                <a:ext uri="{FF2B5EF4-FFF2-40B4-BE49-F238E27FC236}">
                  <a16:creationId xmlns:a16="http://schemas.microsoft.com/office/drawing/2014/main" id="{74B59AB6-5D67-8B5F-0416-652C53300133}"/>
                </a:ext>
              </a:extLst>
            </p:cNvPr>
            <p:cNvSpPr/>
            <p:nvPr/>
          </p:nvSpPr>
          <p:spPr>
            <a:xfrm>
              <a:off x="5391341" y="4555531"/>
              <a:ext cx="10795" cy="391160"/>
            </a:xfrm>
            <a:custGeom>
              <a:avLst/>
              <a:gdLst/>
              <a:ahLst/>
              <a:cxnLst/>
              <a:rect l="l" t="t" r="r" b="b"/>
              <a:pathLst>
                <a:path w="10794" h="391160">
                  <a:moveTo>
                    <a:pt x="0" y="380523"/>
                  </a:moveTo>
                  <a:lnTo>
                    <a:pt x="10477" y="390906"/>
                  </a:lnTo>
                  <a:lnTo>
                    <a:pt x="10477" y="0"/>
                  </a:lnTo>
                  <a:lnTo>
                    <a:pt x="0" y="0"/>
                  </a:lnTo>
                  <a:lnTo>
                    <a:pt x="0" y="380523"/>
                  </a:lnTo>
                  <a:close/>
                </a:path>
              </a:pathLst>
            </a:custGeom>
            <a:ln w="4762">
              <a:solidFill>
                <a:srgbClr val="000000"/>
              </a:solidFill>
            </a:ln>
          </p:spPr>
          <p:txBody>
            <a:bodyPr wrap="square" lIns="0" tIns="0" rIns="0" bIns="0" rtlCol="0"/>
            <a:lstStyle/>
            <a:p>
              <a:endParaRPr/>
            </a:p>
          </p:txBody>
        </p:sp>
        <p:sp>
          <p:nvSpPr>
            <p:cNvPr id="508" name="object 48">
              <a:extLst>
                <a:ext uri="{FF2B5EF4-FFF2-40B4-BE49-F238E27FC236}">
                  <a16:creationId xmlns:a16="http://schemas.microsoft.com/office/drawing/2014/main" id="{AAC35B98-D405-1910-5F50-B6649F22E65C}"/>
                </a:ext>
              </a:extLst>
            </p:cNvPr>
            <p:cNvSpPr/>
            <p:nvPr/>
          </p:nvSpPr>
          <p:spPr>
            <a:xfrm>
              <a:off x="4093083" y="4819850"/>
              <a:ext cx="36830" cy="72390"/>
            </a:xfrm>
            <a:custGeom>
              <a:avLst/>
              <a:gdLst/>
              <a:ahLst/>
              <a:cxnLst/>
              <a:rect l="l" t="t" r="r" b="b"/>
              <a:pathLst>
                <a:path w="36830" h="72389">
                  <a:moveTo>
                    <a:pt x="18192" y="72008"/>
                  </a:moveTo>
                  <a:lnTo>
                    <a:pt x="0" y="0"/>
                  </a:lnTo>
                  <a:lnTo>
                    <a:pt x="36385" y="0"/>
                  </a:lnTo>
                  <a:lnTo>
                    <a:pt x="18192" y="72008"/>
                  </a:lnTo>
                  <a:close/>
                </a:path>
              </a:pathLst>
            </a:custGeom>
            <a:solidFill>
              <a:srgbClr val="000000"/>
            </a:solidFill>
          </p:spPr>
          <p:txBody>
            <a:bodyPr wrap="square" lIns="0" tIns="0" rIns="0" bIns="0" rtlCol="0"/>
            <a:lstStyle/>
            <a:p>
              <a:endParaRPr/>
            </a:p>
          </p:txBody>
        </p:sp>
        <p:sp>
          <p:nvSpPr>
            <p:cNvPr id="509" name="object 49">
              <a:extLst>
                <a:ext uri="{FF2B5EF4-FFF2-40B4-BE49-F238E27FC236}">
                  <a16:creationId xmlns:a16="http://schemas.microsoft.com/office/drawing/2014/main" id="{E699300B-1BB8-B67C-B2CB-1D391FFA9CFC}"/>
                </a:ext>
              </a:extLst>
            </p:cNvPr>
            <p:cNvSpPr/>
            <p:nvPr/>
          </p:nvSpPr>
          <p:spPr>
            <a:xfrm>
              <a:off x="4093083" y="4819850"/>
              <a:ext cx="36830" cy="72390"/>
            </a:xfrm>
            <a:custGeom>
              <a:avLst/>
              <a:gdLst/>
              <a:ahLst/>
              <a:cxnLst/>
              <a:rect l="l" t="t" r="r" b="b"/>
              <a:pathLst>
                <a:path w="36830" h="72389">
                  <a:moveTo>
                    <a:pt x="36385" y="0"/>
                  </a:moveTo>
                  <a:lnTo>
                    <a:pt x="18192" y="72008"/>
                  </a:lnTo>
                  <a:lnTo>
                    <a:pt x="0" y="0"/>
                  </a:lnTo>
                  <a:lnTo>
                    <a:pt x="36385" y="0"/>
                  </a:lnTo>
                  <a:close/>
                </a:path>
              </a:pathLst>
            </a:custGeom>
            <a:ln w="4762">
              <a:solidFill>
                <a:srgbClr val="000000"/>
              </a:solidFill>
            </a:ln>
          </p:spPr>
          <p:txBody>
            <a:bodyPr wrap="square" lIns="0" tIns="0" rIns="0" bIns="0" rtlCol="0"/>
            <a:lstStyle/>
            <a:p>
              <a:endParaRPr/>
            </a:p>
          </p:txBody>
        </p:sp>
        <p:sp>
          <p:nvSpPr>
            <p:cNvPr id="510" name="object 50">
              <a:extLst>
                <a:ext uri="{FF2B5EF4-FFF2-40B4-BE49-F238E27FC236}">
                  <a16:creationId xmlns:a16="http://schemas.microsoft.com/office/drawing/2014/main" id="{E30A62DB-FE73-FB2C-DEB6-69759ABC0297}"/>
                </a:ext>
              </a:extLst>
            </p:cNvPr>
            <p:cNvSpPr/>
            <p:nvPr/>
          </p:nvSpPr>
          <p:spPr>
            <a:xfrm>
              <a:off x="4108514" y="4653074"/>
              <a:ext cx="5715" cy="167005"/>
            </a:xfrm>
            <a:custGeom>
              <a:avLst/>
              <a:gdLst/>
              <a:ahLst/>
              <a:cxnLst/>
              <a:rect l="l" t="t" r="r" b="b"/>
              <a:pathLst>
                <a:path w="5715" h="167005">
                  <a:moveTo>
                    <a:pt x="5511" y="0"/>
                  </a:moveTo>
                  <a:lnTo>
                    <a:pt x="0" y="0"/>
                  </a:lnTo>
                  <a:lnTo>
                    <a:pt x="0" y="166776"/>
                  </a:lnTo>
                  <a:lnTo>
                    <a:pt x="5511" y="166776"/>
                  </a:lnTo>
                  <a:lnTo>
                    <a:pt x="5511" y="0"/>
                  </a:lnTo>
                  <a:close/>
                </a:path>
              </a:pathLst>
            </a:custGeom>
            <a:solidFill>
              <a:srgbClr val="000000"/>
            </a:solidFill>
          </p:spPr>
          <p:txBody>
            <a:bodyPr wrap="square" lIns="0" tIns="0" rIns="0" bIns="0" rtlCol="0"/>
            <a:lstStyle/>
            <a:p>
              <a:endParaRPr/>
            </a:p>
          </p:txBody>
        </p:sp>
        <p:sp>
          <p:nvSpPr>
            <p:cNvPr id="516" name="object 51">
              <a:extLst>
                <a:ext uri="{FF2B5EF4-FFF2-40B4-BE49-F238E27FC236}">
                  <a16:creationId xmlns:a16="http://schemas.microsoft.com/office/drawing/2014/main" id="{D12B0885-143F-58FD-0B92-C57FCC87E526}"/>
                </a:ext>
              </a:extLst>
            </p:cNvPr>
            <p:cNvSpPr txBox="1"/>
            <p:nvPr/>
          </p:nvSpPr>
          <p:spPr>
            <a:xfrm>
              <a:off x="4236450" y="4614871"/>
              <a:ext cx="175260" cy="184785"/>
            </a:xfrm>
            <a:prstGeom prst="rect">
              <a:avLst/>
            </a:prstGeom>
          </p:spPr>
          <p:txBody>
            <a:bodyPr vert="horz" wrap="square" lIns="0" tIns="11430" rIns="0" bIns="0" rtlCol="0">
              <a:spAutoFit/>
            </a:bodyPr>
            <a:lstStyle/>
            <a:p>
              <a:pPr>
                <a:lnSpc>
                  <a:spcPct val="100000"/>
                </a:lnSpc>
                <a:spcBef>
                  <a:spcPts val="90"/>
                </a:spcBef>
              </a:pPr>
              <a:r>
                <a:rPr sz="1050" spc="-25" dirty="0">
                  <a:latin typeface="Microsoft Sans Serif"/>
                  <a:cs typeface="Microsoft Sans Serif"/>
                </a:rPr>
                <a:t>P1</a:t>
              </a:r>
              <a:endParaRPr sz="1050">
                <a:latin typeface="Microsoft Sans Serif"/>
                <a:cs typeface="Microsoft Sans Serif"/>
              </a:endParaRPr>
            </a:p>
          </p:txBody>
        </p:sp>
        <p:sp>
          <p:nvSpPr>
            <p:cNvPr id="517" name="object 52">
              <a:extLst>
                <a:ext uri="{FF2B5EF4-FFF2-40B4-BE49-F238E27FC236}">
                  <a16:creationId xmlns:a16="http://schemas.microsoft.com/office/drawing/2014/main" id="{269E8CF6-33AA-E4C4-F99E-22ADF53E3D49}"/>
                </a:ext>
              </a:extLst>
            </p:cNvPr>
            <p:cNvSpPr/>
            <p:nvPr/>
          </p:nvSpPr>
          <p:spPr>
            <a:xfrm>
              <a:off x="4108514" y="4653068"/>
              <a:ext cx="5715" cy="167005"/>
            </a:xfrm>
            <a:custGeom>
              <a:avLst/>
              <a:gdLst/>
              <a:ahLst/>
              <a:cxnLst/>
              <a:rect l="l" t="t" r="r" b="b"/>
              <a:pathLst>
                <a:path w="5715" h="167005">
                  <a:moveTo>
                    <a:pt x="0" y="166782"/>
                  </a:moveTo>
                  <a:lnTo>
                    <a:pt x="5524" y="166782"/>
                  </a:lnTo>
                  <a:lnTo>
                    <a:pt x="5524" y="0"/>
                  </a:lnTo>
                  <a:lnTo>
                    <a:pt x="0" y="0"/>
                  </a:lnTo>
                  <a:lnTo>
                    <a:pt x="0" y="166782"/>
                  </a:lnTo>
                  <a:close/>
                </a:path>
              </a:pathLst>
            </a:custGeom>
            <a:ln w="4762">
              <a:solidFill>
                <a:srgbClr val="000000"/>
              </a:solidFill>
            </a:ln>
          </p:spPr>
          <p:txBody>
            <a:bodyPr wrap="square" lIns="0" tIns="0" rIns="0" bIns="0" rtlCol="0"/>
            <a:lstStyle/>
            <a:p>
              <a:endParaRPr/>
            </a:p>
          </p:txBody>
        </p:sp>
        <p:sp>
          <p:nvSpPr>
            <p:cNvPr id="603" name="object 55">
              <a:extLst>
                <a:ext uri="{FF2B5EF4-FFF2-40B4-BE49-F238E27FC236}">
                  <a16:creationId xmlns:a16="http://schemas.microsoft.com/office/drawing/2014/main" id="{D519052B-9E6B-2D43-BA82-518908E49606}"/>
                </a:ext>
              </a:extLst>
            </p:cNvPr>
            <p:cNvSpPr/>
            <p:nvPr/>
          </p:nvSpPr>
          <p:spPr>
            <a:xfrm>
              <a:off x="5875021" y="3338142"/>
              <a:ext cx="177165" cy="666115"/>
            </a:xfrm>
            <a:custGeom>
              <a:avLst/>
              <a:gdLst/>
              <a:ahLst/>
              <a:cxnLst/>
              <a:rect l="l" t="t" r="r" b="b"/>
              <a:pathLst>
                <a:path w="177164" h="666114">
                  <a:moveTo>
                    <a:pt x="1524" y="664464"/>
                  </a:moveTo>
                  <a:lnTo>
                    <a:pt x="0" y="664464"/>
                  </a:lnTo>
                  <a:lnTo>
                    <a:pt x="0" y="665988"/>
                  </a:lnTo>
                  <a:lnTo>
                    <a:pt x="1524" y="665988"/>
                  </a:lnTo>
                  <a:lnTo>
                    <a:pt x="1524" y="664464"/>
                  </a:lnTo>
                  <a:close/>
                </a:path>
                <a:path w="177164" h="666114">
                  <a:moveTo>
                    <a:pt x="1524" y="0"/>
                  </a:moveTo>
                  <a:lnTo>
                    <a:pt x="0" y="0"/>
                  </a:lnTo>
                  <a:lnTo>
                    <a:pt x="0" y="1524"/>
                  </a:lnTo>
                  <a:lnTo>
                    <a:pt x="1524" y="1524"/>
                  </a:lnTo>
                  <a:lnTo>
                    <a:pt x="1524" y="0"/>
                  </a:lnTo>
                  <a:close/>
                </a:path>
                <a:path w="177164" h="666114">
                  <a:moveTo>
                    <a:pt x="176784" y="664464"/>
                  </a:moveTo>
                  <a:lnTo>
                    <a:pt x="175260" y="664464"/>
                  </a:lnTo>
                  <a:lnTo>
                    <a:pt x="175260" y="665988"/>
                  </a:lnTo>
                  <a:lnTo>
                    <a:pt x="176784" y="665988"/>
                  </a:lnTo>
                  <a:lnTo>
                    <a:pt x="176784" y="664464"/>
                  </a:lnTo>
                  <a:close/>
                </a:path>
              </a:pathLst>
            </a:custGeom>
            <a:solidFill>
              <a:srgbClr val="000000"/>
            </a:solidFill>
          </p:spPr>
          <p:txBody>
            <a:bodyPr wrap="square" lIns="0" tIns="0" rIns="0" bIns="0" rtlCol="0"/>
            <a:lstStyle/>
            <a:p>
              <a:endParaRPr/>
            </a:p>
          </p:txBody>
        </p:sp>
        <p:sp>
          <p:nvSpPr>
            <p:cNvPr id="606" name="object 57">
              <a:extLst>
                <a:ext uri="{FF2B5EF4-FFF2-40B4-BE49-F238E27FC236}">
                  <a16:creationId xmlns:a16="http://schemas.microsoft.com/office/drawing/2014/main" id="{32849CBB-E2AE-EA93-3B3E-5374C524A472}"/>
                </a:ext>
              </a:extLst>
            </p:cNvPr>
            <p:cNvSpPr/>
            <p:nvPr/>
          </p:nvSpPr>
          <p:spPr>
            <a:xfrm>
              <a:off x="5439442" y="4819850"/>
              <a:ext cx="36830" cy="72390"/>
            </a:xfrm>
            <a:custGeom>
              <a:avLst/>
              <a:gdLst/>
              <a:ahLst/>
              <a:cxnLst/>
              <a:rect l="l" t="t" r="r" b="b"/>
              <a:pathLst>
                <a:path w="36830" h="72389">
                  <a:moveTo>
                    <a:pt x="18192" y="72008"/>
                  </a:moveTo>
                  <a:lnTo>
                    <a:pt x="0" y="0"/>
                  </a:lnTo>
                  <a:lnTo>
                    <a:pt x="36480" y="0"/>
                  </a:lnTo>
                  <a:lnTo>
                    <a:pt x="18192" y="72008"/>
                  </a:lnTo>
                  <a:close/>
                </a:path>
              </a:pathLst>
            </a:custGeom>
            <a:solidFill>
              <a:srgbClr val="000000"/>
            </a:solidFill>
          </p:spPr>
          <p:txBody>
            <a:bodyPr wrap="square" lIns="0" tIns="0" rIns="0" bIns="0" rtlCol="0"/>
            <a:lstStyle/>
            <a:p>
              <a:endParaRPr/>
            </a:p>
          </p:txBody>
        </p:sp>
        <p:sp>
          <p:nvSpPr>
            <p:cNvPr id="628" name="object 58">
              <a:extLst>
                <a:ext uri="{FF2B5EF4-FFF2-40B4-BE49-F238E27FC236}">
                  <a16:creationId xmlns:a16="http://schemas.microsoft.com/office/drawing/2014/main" id="{B977C37F-CA5E-3BF0-B33C-276ED2C8B53A}"/>
                </a:ext>
              </a:extLst>
            </p:cNvPr>
            <p:cNvSpPr/>
            <p:nvPr/>
          </p:nvSpPr>
          <p:spPr>
            <a:xfrm>
              <a:off x="5439442" y="4819850"/>
              <a:ext cx="36830" cy="72390"/>
            </a:xfrm>
            <a:custGeom>
              <a:avLst/>
              <a:gdLst/>
              <a:ahLst/>
              <a:cxnLst/>
              <a:rect l="l" t="t" r="r" b="b"/>
              <a:pathLst>
                <a:path w="36830" h="72389">
                  <a:moveTo>
                    <a:pt x="36480" y="0"/>
                  </a:moveTo>
                  <a:lnTo>
                    <a:pt x="18192" y="72008"/>
                  </a:lnTo>
                  <a:lnTo>
                    <a:pt x="0" y="0"/>
                  </a:lnTo>
                  <a:lnTo>
                    <a:pt x="36480" y="0"/>
                  </a:lnTo>
                  <a:close/>
                </a:path>
              </a:pathLst>
            </a:custGeom>
            <a:ln w="4762">
              <a:solidFill>
                <a:srgbClr val="000000"/>
              </a:solidFill>
            </a:ln>
          </p:spPr>
          <p:txBody>
            <a:bodyPr wrap="square" lIns="0" tIns="0" rIns="0" bIns="0" rtlCol="0"/>
            <a:lstStyle/>
            <a:p>
              <a:endParaRPr/>
            </a:p>
          </p:txBody>
        </p:sp>
        <p:sp>
          <p:nvSpPr>
            <p:cNvPr id="641" name="object 59">
              <a:extLst>
                <a:ext uri="{FF2B5EF4-FFF2-40B4-BE49-F238E27FC236}">
                  <a16:creationId xmlns:a16="http://schemas.microsoft.com/office/drawing/2014/main" id="{0644A3E6-B76A-0928-5ADD-D13D1522A5A6}"/>
                </a:ext>
              </a:extLst>
            </p:cNvPr>
            <p:cNvSpPr/>
            <p:nvPr/>
          </p:nvSpPr>
          <p:spPr>
            <a:xfrm>
              <a:off x="5454778" y="4653074"/>
              <a:ext cx="5715" cy="167005"/>
            </a:xfrm>
            <a:custGeom>
              <a:avLst/>
              <a:gdLst/>
              <a:ahLst/>
              <a:cxnLst/>
              <a:rect l="l" t="t" r="r" b="b"/>
              <a:pathLst>
                <a:path w="5714" h="167005">
                  <a:moveTo>
                    <a:pt x="5715" y="0"/>
                  </a:moveTo>
                  <a:lnTo>
                    <a:pt x="0" y="0"/>
                  </a:lnTo>
                  <a:lnTo>
                    <a:pt x="0" y="166776"/>
                  </a:lnTo>
                  <a:lnTo>
                    <a:pt x="5715" y="166776"/>
                  </a:lnTo>
                  <a:lnTo>
                    <a:pt x="5715" y="0"/>
                  </a:lnTo>
                  <a:close/>
                </a:path>
              </a:pathLst>
            </a:custGeom>
            <a:solidFill>
              <a:srgbClr val="000000"/>
            </a:solidFill>
          </p:spPr>
          <p:txBody>
            <a:bodyPr wrap="square" lIns="0" tIns="0" rIns="0" bIns="0" rtlCol="0"/>
            <a:lstStyle/>
            <a:p>
              <a:endParaRPr/>
            </a:p>
          </p:txBody>
        </p:sp>
        <p:sp>
          <p:nvSpPr>
            <p:cNvPr id="643" name="object 60">
              <a:extLst>
                <a:ext uri="{FF2B5EF4-FFF2-40B4-BE49-F238E27FC236}">
                  <a16:creationId xmlns:a16="http://schemas.microsoft.com/office/drawing/2014/main" id="{6DD50008-C485-540D-0B2A-38EDFEA9E12E}"/>
                </a:ext>
              </a:extLst>
            </p:cNvPr>
            <p:cNvSpPr txBox="1"/>
            <p:nvPr/>
          </p:nvSpPr>
          <p:spPr>
            <a:xfrm>
              <a:off x="5561821" y="4614871"/>
              <a:ext cx="186690" cy="184785"/>
            </a:xfrm>
            <a:prstGeom prst="rect">
              <a:avLst/>
            </a:prstGeom>
          </p:spPr>
          <p:txBody>
            <a:bodyPr vert="horz" wrap="square" lIns="0" tIns="11430" rIns="0" bIns="0" rtlCol="0">
              <a:spAutoFit/>
            </a:bodyPr>
            <a:lstStyle/>
            <a:p>
              <a:pPr marL="12700">
                <a:lnSpc>
                  <a:spcPct val="100000"/>
                </a:lnSpc>
                <a:spcBef>
                  <a:spcPts val="90"/>
                </a:spcBef>
              </a:pPr>
              <a:r>
                <a:rPr sz="1050" spc="-25" dirty="0">
                  <a:latin typeface="Microsoft Sans Serif"/>
                  <a:cs typeface="Microsoft Sans Serif"/>
                </a:rPr>
                <a:t>P2</a:t>
              </a:r>
              <a:endParaRPr sz="1050">
                <a:latin typeface="Microsoft Sans Serif"/>
                <a:cs typeface="Microsoft Sans Serif"/>
              </a:endParaRPr>
            </a:p>
          </p:txBody>
        </p:sp>
        <p:sp>
          <p:nvSpPr>
            <p:cNvPr id="659" name="object 62">
              <a:extLst>
                <a:ext uri="{FF2B5EF4-FFF2-40B4-BE49-F238E27FC236}">
                  <a16:creationId xmlns:a16="http://schemas.microsoft.com/office/drawing/2014/main" id="{46FFE435-CA74-2ED1-2E37-D4E176D0D55F}"/>
                </a:ext>
              </a:extLst>
            </p:cNvPr>
            <p:cNvSpPr/>
            <p:nvPr/>
          </p:nvSpPr>
          <p:spPr>
            <a:xfrm>
              <a:off x="5454777" y="4653068"/>
              <a:ext cx="5715" cy="167005"/>
            </a:xfrm>
            <a:custGeom>
              <a:avLst/>
              <a:gdLst/>
              <a:ahLst/>
              <a:cxnLst/>
              <a:rect l="l" t="t" r="r" b="b"/>
              <a:pathLst>
                <a:path w="5714" h="167005">
                  <a:moveTo>
                    <a:pt x="0" y="166782"/>
                  </a:moveTo>
                  <a:lnTo>
                    <a:pt x="5715" y="166782"/>
                  </a:lnTo>
                  <a:lnTo>
                    <a:pt x="5715" y="0"/>
                  </a:lnTo>
                  <a:lnTo>
                    <a:pt x="0" y="0"/>
                  </a:lnTo>
                  <a:lnTo>
                    <a:pt x="0" y="166782"/>
                  </a:lnTo>
                  <a:close/>
                </a:path>
              </a:pathLst>
            </a:custGeom>
            <a:ln w="4762">
              <a:solidFill>
                <a:srgbClr val="000000"/>
              </a:solidFill>
            </a:ln>
          </p:spPr>
          <p:txBody>
            <a:bodyPr wrap="square" lIns="0" tIns="0" rIns="0" bIns="0" rtlCol="0"/>
            <a:lstStyle/>
            <a:p>
              <a:endParaRPr/>
            </a:p>
          </p:txBody>
        </p:sp>
        <p:sp>
          <p:nvSpPr>
            <p:cNvPr id="660" name="object 63">
              <a:extLst>
                <a:ext uri="{FF2B5EF4-FFF2-40B4-BE49-F238E27FC236}">
                  <a16:creationId xmlns:a16="http://schemas.microsoft.com/office/drawing/2014/main" id="{4C3DF68E-F870-190B-707B-964829B48480}"/>
                </a:ext>
              </a:extLst>
            </p:cNvPr>
            <p:cNvSpPr/>
            <p:nvPr/>
          </p:nvSpPr>
          <p:spPr>
            <a:xfrm>
              <a:off x="4835081" y="4808515"/>
              <a:ext cx="55244" cy="100330"/>
            </a:xfrm>
            <a:custGeom>
              <a:avLst/>
              <a:gdLst/>
              <a:ahLst/>
              <a:cxnLst/>
              <a:rect l="l" t="t" r="r" b="b"/>
              <a:pathLst>
                <a:path w="55244" h="100330">
                  <a:moveTo>
                    <a:pt x="27432" y="99917"/>
                  </a:moveTo>
                  <a:lnTo>
                    <a:pt x="0" y="0"/>
                  </a:lnTo>
                  <a:lnTo>
                    <a:pt x="54768" y="0"/>
                  </a:lnTo>
                  <a:lnTo>
                    <a:pt x="27432" y="99917"/>
                  </a:lnTo>
                  <a:close/>
                </a:path>
              </a:pathLst>
            </a:custGeom>
            <a:solidFill>
              <a:srgbClr val="FF0000"/>
            </a:solidFill>
          </p:spPr>
          <p:txBody>
            <a:bodyPr wrap="square" lIns="0" tIns="0" rIns="0" bIns="0" rtlCol="0"/>
            <a:lstStyle/>
            <a:p>
              <a:endParaRPr/>
            </a:p>
          </p:txBody>
        </p:sp>
        <p:sp>
          <p:nvSpPr>
            <p:cNvPr id="661" name="object 64">
              <a:extLst>
                <a:ext uri="{FF2B5EF4-FFF2-40B4-BE49-F238E27FC236}">
                  <a16:creationId xmlns:a16="http://schemas.microsoft.com/office/drawing/2014/main" id="{02F52880-BFCF-355F-6A1F-B132D5003E4B}"/>
                </a:ext>
              </a:extLst>
            </p:cNvPr>
            <p:cNvSpPr/>
            <p:nvPr/>
          </p:nvSpPr>
          <p:spPr>
            <a:xfrm>
              <a:off x="4835081" y="4808515"/>
              <a:ext cx="55244" cy="100330"/>
            </a:xfrm>
            <a:custGeom>
              <a:avLst/>
              <a:gdLst/>
              <a:ahLst/>
              <a:cxnLst/>
              <a:rect l="l" t="t" r="r" b="b"/>
              <a:pathLst>
                <a:path w="55244" h="100330">
                  <a:moveTo>
                    <a:pt x="54768" y="0"/>
                  </a:moveTo>
                  <a:lnTo>
                    <a:pt x="27432" y="99917"/>
                  </a:lnTo>
                  <a:lnTo>
                    <a:pt x="0" y="0"/>
                  </a:lnTo>
                  <a:lnTo>
                    <a:pt x="54768" y="0"/>
                  </a:lnTo>
                  <a:close/>
                </a:path>
              </a:pathLst>
            </a:custGeom>
            <a:ln w="4762">
              <a:solidFill>
                <a:srgbClr val="FF0000"/>
              </a:solidFill>
            </a:ln>
          </p:spPr>
          <p:txBody>
            <a:bodyPr wrap="square" lIns="0" tIns="0" rIns="0" bIns="0" rtlCol="0"/>
            <a:lstStyle/>
            <a:p>
              <a:endParaRPr/>
            </a:p>
          </p:txBody>
        </p:sp>
        <p:sp>
          <p:nvSpPr>
            <p:cNvPr id="662" name="object 65">
              <a:extLst>
                <a:ext uri="{FF2B5EF4-FFF2-40B4-BE49-F238E27FC236}">
                  <a16:creationId xmlns:a16="http://schemas.microsoft.com/office/drawing/2014/main" id="{17E05FAC-FA4B-496E-3656-4D48A8C4D0EB}"/>
                </a:ext>
              </a:extLst>
            </p:cNvPr>
            <p:cNvSpPr/>
            <p:nvPr/>
          </p:nvSpPr>
          <p:spPr>
            <a:xfrm>
              <a:off x="4859846" y="4545632"/>
              <a:ext cx="5715" cy="262890"/>
            </a:xfrm>
            <a:custGeom>
              <a:avLst/>
              <a:gdLst/>
              <a:ahLst/>
              <a:cxnLst/>
              <a:rect l="l" t="t" r="r" b="b"/>
              <a:pathLst>
                <a:path w="5714" h="262889">
                  <a:moveTo>
                    <a:pt x="5232" y="0"/>
                  </a:moveTo>
                  <a:lnTo>
                    <a:pt x="0" y="0"/>
                  </a:lnTo>
                  <a:lnTo>
                    <a:pt x="0" y="262890"/>
                  </a:lnTo>
                  <a:lnTo>
                    <a:pt x="5232" y="262890"/>
                  </a:lnTo>
                  <a:lnTo>
                    <a:pt x="5232" y="0"/>
                  </a:lnTo>
                  <a:close/>
                </a:path>
              </a:pathLst>
            </a:custGeom>
            <a:solidFill>
              <a:srgbClr val="FF0000"/>
            </a:solidFill>
          </p:spPr>
          <p:txBody>
            <a:bodyPr wrap="square" lIns="0" tIns="0" rIns="0" bIns="0" rtlCol="0"/>
            <a:lstStyle/>
            <a:p>
              <a:endParaRPr/>
            </a:p>
          </p:txBody>
        </p:sp>
        <p:sp>
          <p:nvSpPr>
            <p:cNvPr id="663" name="object 66">
              <a:extLst>
                <a:ext uri="{FF2B5EF4-FFF2-40B4-BE49-F238E27FC236}">
                  <a16:creationId xmlns:a16="http://schemas.microsoft.com/office/drawing/2014/main" id="{26CCCF38-5B0B-6414-7825-AF357F9F5596}"/>
                </a:ext>
              </a:extLst>
            </p:cNvPr>
            <p:cNvSpPr txBox="1"/>
            <p:nvPr/>
          </p:nvSpPr>
          <p:spPr>
            <a:xfrm>
              <a:off x="4899076" y="4538671"/>
              <a:ext cx="108585" cy="184785"/>
            </a:xfrm>
            <a:prstGeom prst="rect">
              <a:avLst/>
            </a:prstGeom>
          </p:spPr>
          <p:txBody>
            <a:bodyPr vert="horz" wrap="square" lIns="0" tIns="11430" rIns="0" bIns="0" rtlCol="0">
              <a:spAutoFit/>
            </a:bodyPr>
            <a:lstStyle/>
            <a:p>
              <a:pPr>
                <a:lnSpc>
                  <a:spcPct val="100000"/>
                </a:lnSpc>
                <a:spcBef>
                  <a:spcPts val="90"/>
                </a:spcBef>
              </a:pPr>
              <a:r>
                <a:rPr sz="1050" spc="-50" dirty="0">
                  <a:solidFill>
                    <a:srgbClr val="FF0000"/>
                  </a:solidFill>
                  <a:latin typeface="Microsoft Sans Serif"/>
                  <a:cs typeface="Microsoft Sans Serif"/>
                </a:rPr>
                <a:t>R</a:t>
              </a:r>
              <a:endParaRPr sz="1050">
                <a:latin typeface="Microsoft Sans Serif"/>
                <a:cs typeface="Microsoft Sans Serif"/>
              </a:endParaRPr>
            </a:p>
          </p:txBody>
        </p:sp>
        <p:sp>
          <p:nvSpPr>
            <p:cNvPr id="665" name="object 68">
              <a:extLst>
                <a:ext uri="{FF2B5EF4-FFF2-40B4-BE49-F238E27FC236}">
                  <a16:creationId xmlns:a16="http://schemas.microsoft.com/office/drawing/2014/main" id="{8769DB58-D3F0-65C7-C625-25C88DA3026D}"/>
                </a:ext>
              </a:extLst>
            </p:cNvPr>
            <p:cNvSpPr/>
            <p:nvPr/>
          </p:nvSpPr>
          <p:spPr>
            <a:xfrm>
              <a:off x="4859846" y="4545625"/>
              <a:ext cx="5715" cy="262890"/>
            </a:xfrm>
            <a:custGeom>
              <a:avLst/>
              <a:gdLst/>
              <a:ahLst/>
              <a:cxnLst/>
              <a:rect l="l" t="t" r="r" b="b"/>
              <a:pathLst>
                <a:path w="5714" h="262889">
                  <a:moveTo>
                    <a:pt x="0" y="262889"/>
                  </a:moveTo>
                  <a:lnTo>
                    <a:pt x="5238" y="262889"/>
                  </a:lnTo>
                  <a:lnTo>
                    <a:pt x="5238" y="0"/>
                  </a:lnTo>
                  <a:lnTo>
                    <a:pt x="0" y="0"/>
                  </a:lnTo>
                  <a:lnTo>
                    <a:pt x="0" y="262889"/>
                  </a:lnTo>
                  <a:close/>
                </a:path>
              </a:pathLst>
            </a:custGeom>
            <a:ln w="4762">
              <a:solidFill>
                <a:srgbClr val="FF0000"/>
              </a:solidFill>
            </a:ln>
          </p:spPr>
          <p:txBody>
            <a:bodyPr wrap="square" lIns="0" tIns="0" rIns="0" bIns="0" rtlCol="0"/>
            <a:lstStyle/>
            <a:p>
              <a:endParaRPr/>
            </a:p>
          </p:txBody>
        </p:sp>
        <p:sp>
          <p:nvSpPr>
            <p:cNvPr id="666" name="object 69">
              <a:extLst>
                <a:ext uri="{FF2B5EF4-FFF2-40B4-BE49-F238E27FC236}">
                  <a16:creationId xmlns:a16="http://schemas.microsoft.com/office/drawing/2014/main" id="{01107BE7-3E78-71D2-8F5B-8C0DA667C049}"/>
                </a:ext>
              </a:extLst>
            </p:cNvPr>
            <p:cNvSpPr/>
            <p:nvPr/>
          </p:nvSpPr>
          <p:spPr>
            <a:xfrm>
              <a:off x="4031933" y="5186277"/>
              <a:ext cx="36830" cy="49530"/>
            </a:xfrm>
            <a:custGeom>
              <a:avLst/>
              <a:gdLst/>
              <a:ahLst/>
              <a:cxnLst/>
              <a:rect l="l" t="t" r="r" b="b"/>
              <a:pathLst>
                <a:path w="36830" h="49530">
                  <a:moveTo>
                    <a:pt x="36480" y="49339"/>
                  </a:moveTo>
                  <a:lnTo>
                    <a:pt x="0" y="49339"/>
                  </a:lnTo>
                  <a:lnTo>
                    <a:pt x="18192" y="0"/>
                  </a:lnTo>
                  <a:lnTo>
                    <a:pt x="36480" y="49339"/>
                  </a:lnTo>
                  <a:close/>
                </a:path>
              </a:pathLst>
            </a:custGeom>
            <a:solidFill>
              <a:srgbClr val="FF0000"/>
            </a:solidFill>
          </p:spPr>
          <p:txBody>
            <a:bodyPr wrap="square" lIns="0" tIns="0" rIns="0" bIns="0" rtlCol="0"/>
            <a:lstStyle/>
            <a:p>
              <a:endParaRPr/>
            </a:p>
          </p:txBody>
        </p:sp>
        <p:sp>
          <p:nvSpPr>
            <p:cNvPr id="667" name="object 70">
              <a:extLst>
                <a:ext uri="{FF2B5EF4-FFF2-40B4-BE49-F238E27FC236}">
                  <a16:creationId xmlns:a16="http://schemas.microsoft.com/office/drawing/2014/main" id="{0D797B37-237A-A7E3-C12E-C1E5625FAC34}"/>
                </a:ext>
              </a:extLst>
            </p:cNvPr>
            <p:cNvSpPr/>
            <p:nvPr/>
          </p:nvSpPr>
          <p:spPr>
            <a:xfrm>
              <a:off x="4031933" y="5186277"/>
              <a:ext cx="36830" cy="49530"/>
            </a:xfrm>
            <a:custGeom>
              <a:avLst/>
              <a:gdLst/>
              <a:ahLst/>
              <a:cxnLst/>
              <a:rect l="l" t="t" r="r" b="b"/>
              <a:pathLst>
                <a:path w="36830" h="49530">
                  <a:moveTo>
                    <a:pt x="36480" y="49339"/>
                  </a:moveTo>
                  <a:lnTo>
                    <a:pt x="18192" y="0"/>
                  </a:lnTo>
                  <a:lnTo>
                    <a:pt x="0" y="49339"/>
                  </a:lnTo>
                  <a:lnTo>
                    <a:pt x="36480" y="49339"/>
                  </a:lnTo>
                  <a:close/>
                </a:path>
              </a:pathLst>
            </a:custGeom>
            <a:ln w="4762">
              <a:solidFill>
                <a:srgbClr val="FF0000"/>
              </a:solidFill>
            </a:ln>
          </p:spPr>
          <p:txBody>
            <a:bodyPr wrap="square" lIns="0" tIns="0" rIns="0" bIns="0" rtlCol="0"/>
            <a:lstStyle/>
            <a:p>
              <a:endParaRPr/>
            </a:p>
          </p:txBody>
        </p:sp>
        <p:sp>
          <p:nvSpPr>
            <p:cNvPr id="668" name="object 71">
              <a:extLst>
                <a:ext uri="{FF2B5EF4-FFF2-40B4-BE49-F238E27FC236}">
                  <a16:creationId xmlns:a16="http://schemas.microsoft.com/office/drawing/2014/main" id="{E29D5339-55A5-B5BB-D421-9B2212DBB81A}"/>
                </a:ext>
              </a:extLst>
            </p:cNvPr>
            <p:cNvSpPr/>
            <p:nvPr/>
          </p:nvSpPr>
          <p:spPr>
            <a:xfrm>
              <a:off x="4048405" y="5235623"/>
              <a:ext cx="3810" cy="105410"/>
            </a:xfrm>
            <a:custGeom>
              <a:avLst/>
              <a:gdLst/>
              <a:ahLst/>
              <a:cxnLst/>
              <a:rect l="l" t="t" r="r" b="b"/>
              <a:pathLst>
                <a:path w="3809" h="105410">
                  <a:moveTo>
                    <a:pt x="3530" y="0"/>
                  </a:moveTo>
                  <a:lnTo>
                    <a:pt x="0" y="0"/>
                  </a:lnTo>
                  <a:lnTo>
                    <a:pt x="0" y="105156"/>
                  </a:lnTo>
                  <a:lnTo>
                    <a:pt x="3530" y="101727"/>
                  </a:lnTo>
                  <a:lnTo>
                    <a:pt x="3530" y="0"/>
                  </a:lnTo>
                  <a:close/>
                </a:path>
              </a:pathLst>
            </a:custGeom>
            <a:solidFill>
              <a:srgbClr val="FF0000"/>
            </a:solidFill>
          </p:spPr>
          <p:txBody>
            <a:bodyPr wrap="square" lIns="0" tIns="0" rIns="0" bIns="0" rtlCol="0"/>
            <a:lstStyle/>
            <a:p>
              <a:endParaRPr/>
            </a:p>
          </p:txBody>
        </p:sp>
        <p:sp>
          <p:nvSpPr>
            <p:cNvPr id="669" name="object 72">
              <a:extLst>
                <a:ext uri="{FF2B5EF4-FFF2-40B4-BE49-F238E27FC236}">
                  <a16:creationId xmlns:a16="http://schemas.microsoft.com/office/drawing/2014/main" id="{EBD838C3-CB82-5F8B-7574-36C6EBAED14B}"/>
                </a:ext>
              </a:extLst>
            </p:cNvPr>
            <p:cNvSpPr/>
            <p:nvPr/>
          </p:nvSpPr>
          <p:spPr>
            <a:xfrm>
              <a:off x="4048411" y="5235616"/>
              <a:ext cx="3810" cy="105410"/>
            </a:xfrm>
            <a:custGeom>
              <a:avLst/>
              <a:gdLst/>
              <a:ahLst/>
              <a:cxnLst/>
              <a:rect l="l" t="t" r="r" b="b"/>
              <a:pathLst>
                <a:path w="3809" h="105410">
                  <a:moveTo>
                    <a:pt x="3524" y="0"/>
                  </a:moveTo>
                  <a:lnTo>
                    <a:pt x="0" y="0"/>
                  </a:lnTo>
                  <a:lnTo>
                    <a:pt x="0" y="105155"/>
                  </a:lnTo>
                  <a:lnTo>
                    <a:pt x="3524" y="101726"/>
                  </a:lnTo>
                  <a:lnTo>
                    <a:pt x="3524" y="0"/>
                  </a:lnTo>
                  <a:close/>
                </a:path>
              </a:pathLst>
            </a:custGeom>
            <a:ln w="4762">
              <a:solidFill>
                <a:srgbClr val="FF0000"/>
              </a:solidFill>
            </a:ln>
          </p:spPr>
          <p:txBody>
            <a:bodyPr wrap="square" lIns="0" tIns="0" rIns="0" bIns="0" rtlCol="0"/>
            <a:lstStyle/>
            <a:p>
              <a:endParaRPr/>
            </a:p>
          </p:txBody>
        </p:sp>
        <p:sp>
          <p:nvSpPr>
            <p:cNvPr id="672" name="object 73">
              <a:extLst>
                <a:ext uri="{FF2B5EF4-FFF2-40B4-BE49-F238E27FC236}">
                  <a16:creationId xmlns:a16="http://schemas.microsoft.com/office/drawing/2014/main" id="{EB3C3ADC-E1E0-74D7-BAA9-F96242DC9E23}"/>
                </a:ext>
              </a:extLst>
            </p:cNvPr>
            <p:cNvSpPr/>
            <p:nvPr/>
          </p:nvSpPr>
          <p:spPr>
            <a:xfrm>
              <a:off x="4048405" y="5337350"/>
              <a:ext cx="1828800" cy="3810"/>
            </a:xfrm>
            <a:custGeom>
              <a:avLst/>
              <a:gdLst/>
              <a:ahLst/>
              <a:cxnLst/>
              <a:rect l="l" t="t" r="r" b="b"/>
              <a:pathLst>
                <a:path w="1828800" h="3810">
                  <a:moveTo>
                    <a:pt x="1828419" y="3429"/>
                  </a:moveTo>
                  <a:lnTo>
                    <a:pt x="1824901" y="0"/>
                  </a:lnTo>
                  <a:lnTo>
                    <a:pt x="3530" y="0"/>
                  </a:lnTo>
                  <a:lnTo>
                    <a:pt x="0" y="3429"/>
                  </a:lnTo>
                  <a:lnTo>
                    <a:pt x="1828419" y="3429"/>
                  </a:lnTo>
                  <a:close/>
                </a:path>
              </a:pathLst>
            </a:custGeom>
            <a:solidFill>
              <a:srgbClr val="FF0000"/>
            </a:solidFill>
          </p:spPr>
          <p:txBody>
            <a:bodyPr wrap="square" lIns="0" tIns="0" rIns="0" bIns="0" rtlCol="0"/>
            <a:lstStyle/>
            <a:p>
              <a:endParaRPr/>
            </a:p>
          </p:txBody>
        </p:sp>
        <p:sp>
          <p:nvSpPr>
            <p:cNvPr id="673" name="object 74">
              <a:extLst>
                <a:ext uri="{FF2B5EF4-FFF2-40B4-BE49-F238E27FC236}">
                  <a16:creationId xmlns:a16="http://schemas.microsoft.com/office/drawing/2014/main" id="{C4DAEDFE-5222-9284-0788-189A6EB18453}"/>
                </a:ext>
              </a:extLst>
            </p:cNvPr>
            <p:cNvSpPr/>
            <p:nvPr/>
          </p:nvSpPr>
          <p:spPr>
            <a:xfrm>
              <a:off x="4048411" y="5337343"/>
              <a:ext cx="1828800" cy="3810"/>
            </a:xfrm>
            <a:custGeom>
              <a:avLst/>
              <a:gdLst/>
              <a:ahLst/>
              <a:cxnLst/>
              <a:rect l="l" t="t" r="r" b="b"/>
              <a:pathLst>
                <a:path w="1828800" h="3810">
                  <a:moveTo>
                    <a:pt x="3524" y="0"/>
                  </a:moveTo>
                  <a:lnTo>
                    <a:pt x="0" y="3428"/>
                  </a:lnTo>
                  <a:lnTo>
                    <a:pt x="1828419" y="3428"/>
                  </a:lnTo>
                  <a:lnTo>
                    <a:pt x="1824894" y="0"/>
                  </a:lnTo>
                  <a:lnTo>
                    <a:pt x="3524" y="0"/>
                  </a:lnTo>
                  <a:close/>
                </a:path>
              </a:pathLst>
            </a:custGeom>
            <a:ln w="4762">
              <a:solidFill>
                <a:srgbClr val="FF0000"/>
              </a:solidFill>
            </a:ln>
          </p:spPr>
          <p:txBody>
            <a:bodyPr wrap="square" lIns="0" tIns="0" rIns="0" bIns="0" rtlCol="0"/>
            <a:lstStyle/>
            <a:p>
              <a:endParaRPr/>
            </a:p>
          </p:txBody>
        </p:sp>
        <p:sp>
          <p:nvSpPr>
            <p:cNvPr id="674" name="object 75">
              <a:extLst>
                <a:ext uri="{FF2B5EF4-FFF2-40B4-BE49-F238E27FC236}">
                  <a16:creationId xmlns:a16="http://schemas.microsoft.com/office/drawing/2014/main" id="{2295020F-5BDA-F341-AB02-2C3E411F71F0}"/>
                </a:ext>
              </a:extLst>
            </p:cNvPr>
            <p:cNvSpPr/>
            <p:nvPr/>
          </p:nvSpPr>
          <p:spPr>
            <a:xfrm>
              <a:off x="5873306" y="5235623"/>
              <a:ext cx="3810" cy="105410"/>
            </a:xfrm>
            <a:custGeom>
              <a:avLst/>
              <a:gdLst/>
              <a:ahLst/>
              <a:cxnLst/>
              <a:rect l="l" t="t" r="r" b="b"/>
              <a:pathLst>
                <a:path w="3810" h="105410">
                  <a:moveTo>
                    <a:pt x="3517" y="0"/>
                  </a:moveTo>
                  <a:lnTo>
                    <a:pt x="0" y="0"/>
                  </a:lnTo>
                  <a:lnTo>
                    <a:pt x="0" y="101727"/>
                  </a:lnTo>
                  <a:lnTo>
                    <a:pt x="3517" y="105156"/>
                  </a:lnTo>
                  <a:lnTo>
                    <a:pt x="3517" y="0"/>
                  </a:lnTo>
                  <a:close/>
                </a:path>
              </a:pathLst>
            </a:custGeom>
            <a:solidFill>
              <a:srgbClr val="FF0000"/>
            </a:solidFill>
          </p:spPr>
          <p:txBody>
            <a:bodyPr wrap="square" lIns="0" tIns="0" rIns="0" bIns="0" rtlCol="0"/>
            <a:lstStyle/>
            <a:p>
              <a:endParaRPr/>
            </a:p>
          </p:txBody>
        </p:sp>
        <p:sp>
          <p:nvSpPr>
            <p:cNvPr id="675" name="object 76">
              <a:extLst>
                <a:ext uri="{FF2B5EF4-FFF2-40B4-BE49-F238E27FC236}">
                  <a16:creationId xmlns:a16="http://schemas.microsoft.com/office/drawing/2014/main" id="{003902D6-5618-0EB0-A9F9-F362E80C81EC}"/>
                </a:ext>
              </a:extLst>
            </p:cNvPr>
            <p:cNvSpPr/>
            <p:nvPr/>
          </p:nvSpPr>
          <p:spPr>
            <a:xfrm>
              <a:off x="5873306" y="5235616"/>
              <a:ext cx="3810" cy="105410"/>
            </a:xfrm>
            <a:custGeom>
              <a:avLst/>
              <a:gdLst/>
              <a:ahLst/>
              <a:cxnLst/>
              <a:rect l="l" t="t" r="r" b="b"/>
              <a:pathLst>
                <a:path w="3810" h="105410">
                  <a:moveTo>
                    <a:pt x="0" y="101726"/>
                  </a:moveTo>
                  <a:lnTo>
                    <a:pt x="3524" y="105155"/>
                  </a:lnTo>
                  <a:lnTo>
                    <a:pt x="3524" y="0"/>
                  </a:lnTo>
                  <a:lnTo>
                    <a:pt x="0" y="0"/>
                  </a:lnTo>
                  <a:lnTo>
                    <a:pt x="0" y="101726"/>
                  </a:lnTo>
                  <a:close/>
                </a:path>
              </a:pathLst>
            </a:custGeom>
            <a:ln w="4762">
              <a:solidFill>
                <a:srgbClr val="FF0000"/>
              </a:solidFill>
            </a:ln>
          </p:spPr>
          <p:txBody>
            <a:bodyPr wrap="square" lIns="0" tIns="0" rIns="0" bIns="0" rtlCol="0"/>
            <a:lstStyle/>
            <a:p>
              <a:endParaRPr/>
            </a:p>
          </p:txBody>
        </p:sp>
        <p:sp>
          <p:nvSpPr>
            <p:cNvPr id="676" name="object 77">
              <a:extLst>
                <a:ext uri="{FF2B5EF4-FFF2-40B4-BE49-F238E27FC236}">
                  <a16:creationId xmlns:a16="http://schemas.microsoft.com/office/drawing/2014/main" id="{8FBEA73D-78C8-0CA5-E588-6A3B095CFF58}"/>
                </a:ext>
              </a:extLst>
            </p:cNvPr>
            <p:cNvSpPr/>
            <p:nvPr/>
          </p:nvSpPr>
          <p:spPr>
            <a:xfrm>
              <a:off x="5856733" y="5186277"/>
              <a:ext cx="36830" cy="49530"/>
            </a:xfrm>
            <a:custGeom>
              <a:avLst/>
              <a:gdLst/>
              <a:ahLst/>
              <a:cxnLst/>
              <a:rect l="l" t="t" r="r" b="b"/>
              <a:pathLst>
                <a:path w="36830" h="49530">
                  <a:moveTo>
                    <a:pt x="36575" y="49339"/>
                  </a:moveTo>
                  <a:lnTo>
                    <a:pt x="0" y="49339"/>
                  </a:lnTo>
                  <a:lnTo>
                    <a:pt x="18383" y="0"/>
                  </a:lnTo>
                  <a:lnTo>
                    <a:pt x="36575" y="49339"/>
                  </a:lnTo>
                  <a:close/>
                </a:path>
              </a:pathLst>
            </a:custGeom>
            <a:solidFill>
              <a:srgbClr val="FF0000"/>
            </a:solidFill>
          </p:spPr>
          <p:txBody>
            <a:bodyPr wrap="square" lIns="0" tIns="0" rIns="0" bIns="0" rtlCol="0"/>
            <a:lstStyle/>
            <a:p>
              <a:endParaRPr/>
            </a:p>
          </p:txBody>
        </p:sp>
        <p:sp>
          <p:nvSpPr>
            <p:cNvPr id="677" name="object 78">
              <a:extLst>
                <a:ext uri="{FF2B5EF4-FFF2-40B4-BE49-F238E27FC236}">
                  <a16:creationId xmlns:a16="http://schemas.microsoft.com/office/drawing/2014/main" id="{02A7369E-7AA5-19C5-5CC2-564C42126778}"/>
                </a:ext>
              </a:extLst>
            </p:cNvPr>
            <p:cNvSpPr/>
            <p:nvPr/>
          </p:nvSpPr>
          <p:spPr>
            <a:xfrm>
              <a:off x="5856733" y="5186277"/>
              <a:ext cx="36830" cy="49530"/>
            </a:xfrm>
            <a:custGeom>
              <a:avLst/>
              <a:gdLst/>
              <a:ahLst/>
              <a:cxnLst/>
              <a:rect l="l" t="t" r="r" b="b"/>
              <a:pathLst>
                <a:path w="36830" h="49530">
                  <a:moveTo>
                    <a:pt x="36575" y="49339"/>
                  </a:moveTo>
                  <a:lnTo>
                    <a:pt x="18383" y="0"/>
                  </a:lnTo>
                  <a:lnTo>
                    <a:pt x="0" y="49339"/>
                  </a:lnTo>
                  <a:lnTo>
                    <a:pt x="36575" y="49339"/>
                  </a:lnTo>
                  <a:close/>
                </a:path>
              </a:pathLst>
            </a:custGeom>
            <a:ln w="4762">
              <a:solidFill>
                <a:srgbClr val="FF0000"/>
              </a:solidFill>
            </a:ln>
          </p:spPr>
          <p:txBody>
            <a:bodyPr wrap="square" lIns="0" tIns="0" rIns="0" bIns="0" rtlCol="0"/>
            <a:lstStyle/>
            <a:p>
              <a:endParaRPr/>
            </a:p>
          </p:txBody>
        </p:sp>
        <p:sp>
          <p:nvSpPr>
            <p:cNvPr id="678" name="object 79">
              <a:extLst>
                <a:ext uri="{FF2B5EF4-FFF2-40B4-BE49-F238E27FC236}">
                  <a16:creationId xmlns:a16="http://schemas.microsoft.com/office/drawing/2014/main" id="{C5E6A9DA-4686-3B37-9E7A-F9D0924810CD}"/>
                </a:ext>
              </a:extLst>
            </p:cNvPr>
            <p:cNvSpPr/>
            <p:nvPr/>
          </p:nvSpPr>
          <p:spPr>
            <a:xfrm>
              <a:off x="4275297"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679" name="object 80">
              <a:extLst>
                <a:ext uri="{FF2B5EF4-FFF2-40B4-BE49-F238E27FC236}">
                  <a16:creationId xmlns:a16="http://schemas.microsoft.com/office/drawing/2014/main" id="{479A0FFD-A1FD-D933-AD10-03DE8951BF7F}"/>
                </a:ext>
              </a:extLst>
            </p:cNvPr>
            <p:cNvSpPr/>
            <p:nvPr/>
          </p:nvSpPr>
          <p:spPr>
            <a:xfrm>
              <a:off x="4275297"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680" name="object 81">
              <a:extLst>
                <a:ext uri="{FF2B5EF4-FFF2-40B4-BE49-F238E27FC236}">
                  <a16:creationId xmlns:a16="http://schemas.microsoft.com/office/drawing/2014/main" id="{821CE90F-3B45-DBC5-91D7-DC1CA7A9ABBD}"/>
                </a:ext>
              </a:extLst>
            </p:cNvPr>
            <p:cNvSpPr/>
            <p:nvPr/>
          </p:nvSpPr>
          <p:spPr>
            <a:xfrm>
              <a:off x="4291762" y="5235623"/>
              <a:ext cx="3810" cy="103505"/>
            </a:xfrm>
            <a:custGeom>
              <a:avLst/>
              <a:gdLst/>
              <a:ahLst/>
              <a:cxnLst/>
              <a:rect l="l" t="t" r="r" b="b"/>
              <a:pathLst>
                <a:path w="3809" h="103505">
                  <a:moveTo>
                    <a:pt x="3429" y="0"/>
                  </a:moveTo>
                  <a:lnTo>
                    <a:pt x="0" y="0"/>
                  </a:lnTo>
                  <a:lnTo>
                    <a:pt x="0" y="103339"/>
                  </a:lnTo>
                  <a:lnTo>
                    <a:pt x="3429" y="103339"/>
                  </a:lnTo>
                  <a:lnTo>
                    <a:pt x="3429" y="0"/>
                  </a:lnTo>
                  <a:close/>
                </a:path>
              </a:pathLst>
            </a:custGeom>
            <a:solidFill>
              <a:srgbClr val="FF0000"/>
            </a:solidFill>
          </p:spPr>
          <p:txBody>
            <a:bodyPr wrap="square" lIns="0" tIns="0" rIns="0" bIns="0" rtlCol="0"/>
            <a:lstStyle/>
            <a:p>
              <a:endParaRPr/>
            </a:p>
          </p:txBody>
        </p:sp>
        <p:sp>
          <p:nvSpPr>
            <p:cNvPr id="681" name="object 82">
              <a:extLst>
                <a:ext uri="{FF2B5EF4-FFF2-40B4-BE49-F238E27FC236}">
                  <a16:creationId xmlns:a16="http://schemas.microsoft.com/office/drawing/2014/main" id="{C3F0CDF8-D25C-309A-9CDB-D4A89ECC1219}"/>
                </a:ext>
              </a:extLst>
            </p:cNvPr>
            <p:cNvSpPr/>
            <p:nvPr/>
          </p:nvSpPr>
          <p:spPr>
            <a:xfrm>
              <a:off x="4291775" y="5235616"/>
              <a:ext cx="3810" cy="103505"/>
            </a:xfrm>
            <a:custGeom>
              <a:avLst/>
              <a:gdLst/>
              <a:ahLst/>
              <a:cxnLst/>
              <a:rect l="l" t="t" r="r" b="b"/>
              <a:pathLst>
                <a:path w="3809" h="103505">
                  <a:moveTo>
                    <a:pt x="3429" y="0"/>
                  </a:moveTo>
                  <a:lnTo>
                    <a:pt x="0" y="0"/>
                  </a:lnTo>
                  <a:lnTo>
                    <a:pt x="0" y="103346"/>
                  </a:lnTo>
                  <a:lnTo>
                    <a:pt x="3429" y="103346"/>
                  </a:lnTo>
                  <a:lnTo>
                    <a:pt x="3429" y="0"/>
                  </a:lnTo>
                  <a:close/>
                </a:path>
              </a:pathLst>
            </a:custGeom>
            <a:ln w="4762">
              <a:solidFill>
                <a:srgbClr val="FF0000"/>
              </a:solidFill>
            </a:ln>
          </p:spPr>
          <p:txBody>
            <a:bodyPr wrap="square" lIns="0" tIns="0" rIns="0" bIns="0" rtlCol="0"/>
            <a:lstStyle/>
            <a:p>
              <a:endParaRPr/>
            </a:p>
          </p:txBody>
        </p:sp>
        <p:sp>
          <p:nvSpPr>
            <p:cNvPr id="682" name="object 83">
              <a:extLst>
                <a:ext uri="{FF2B5EF4-FFF2-40B4-BE49-F238E27FC236}">
                  <a16:creationId xmlns:a16="http://schemas.microsoft.com/office/drawing/2014/main" id="{83DE377C-C2F2-C847-A74C-153AD0AF6367}"/>
                </a:ext>
              </a:extLst>
            </p:cNvPr>
            <p:cNvSpPr/>
            <p:nvPr/>
          </p:nvSpPr>
          <p:spPr>
            <a:xfrm>
              <a:off x="4153567"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683" name="object 84">
              <a:extLst>
                <a:ext uri="{FF2B5EF4-FFF2-40B4-BE49-F238E27FC236}">
                  <a16:creationId xmlns:a16="http://schemas.microsoft.com/office/drawing/2014/main" id="{AE477E5C-A830-9366-7AAF-97B117F2A202}"/>
                </a:ext>
              </a:extLst>
            </p:cNvPr>
            <p:cNvSpPr/>
            <p:nvPr/>
          </p:nvSpPr>
          <p:spPr>
            <a:xfrm>
              <a:off x="4153567"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684" name="object 85">
              <a:extLst>
                <a:ext uri="{FF2B5EF4-FFF2-40B4-BE49-F238E27FC236}">
                  <a16:creationId xmlns:a16="http://schemas.microsoft.com/office/drawing/2014/main" id="{78376E0D-2A3F-A07F-5350-049B776BAA63}"/>
                </a:ext>
              </a:extLst>
            </p:cNvPr>
            <p:cNvSpPr/>
            <p:nvPr/>
          </p:nvSpPr>
          <p:spPr>
            <a:xfrm>
              <a:off x="4170134" y="5235623"/>
              <a:ext cx="3810" cy="103505"/>
            </a:xfrm>
            <a:custGeom>
              <a:avLst/>
              <a:gdLst/>
              <a:ahLst/>
              <a:cxnLst/>
              <a:rect l="l" t="t" r="r" b="b"/>
              <a:pathLst>
                <a:path w="3809" h="103505">
                  <a:moveTo>
                    <a:pt x="3530" y="0"/>
                  </a:moveTo>
                  <a:lnTo>
                    <a:pt x="0" y="0"/>
                  </a:lnTo>
                  <a:lnTo>
                    <a:pt x="0" y="103339"/>
                  </a:lnTo>
                  <a:lnTo>
                    <a:pt x="3530" y="103339"/>
                  </a:lnTo>
                  <a:lnTo>
                    <a:pt x="3530" y="0"/>
                  </a:lnTo>
                  <a:close/>
                </a:path>
              </a:pathLst>
            </a:custGeom>
            <a:solidFill>
              <a:srgbClr val="FF0000"/>
            </a:solidFill>
          </p:spPr>
          <p:txBody>
            <a:bodyPr wrap="square" lIns="0" tIns="0" rIns="0" bIns="0" rtlCol="0"/>
            <a:lstStyle/>
            <a:p>
              <a:endParaRPr/>
            </a:p>
          </p:txBody>
        </p:sp>
        <p:sp>
          <p:nvSpPr>
            <p:cNvPr id="685" name="object 86">
              <a:extLst>
                <a:ext uri="{FF2B5EF4-FFF2-40B4-BE49-F238E27FC236}">
                  <a16:creationId xmlns:a16="http://schemas.microsoft.com/office/drawing/2014/main" id="{16C39ABF-BEC8-A7DC-E807-36EB1C500DBD}"/>
                </a:ext>
              </a:extLst>
            </p:cNvPr>
            <p:cNvSpPr/>
            <p:nvPr/>
          </p:nvSpPr>
          <p:spPr>
            <a:xfrm>
              <a:off x="4170141" y="5235616"/>
              <a:ext cx="3810" cy="103505"/>
            </a:xfrm>
            <a:custGeom>
              <a:avLst/>
              <a:gdLst/>
              <a:ahLst/>
              <a:cxnLst/>
              <a:rect l="l" t="t" r="r" b="b"/>
              <a:pathLst>
                <a:path w="3809"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686" name="object 87">
              <a:extLst>
                <a:ext uri="{FF2B5EF4-FFF2-40B4-BE49-F238E27FC236}">
                  <a16:creationId xmlns:a16="http://schemas.microsoft.com/office/drawing/2014/main" id="{E0010881-1108-B4BF-658E-FC186E7E064D}"/>
                </a:ext>
              </a:extLst>
            </p:cNvPr>
            <p:cNvSpPr/>
            <p:nvPr/>
          </p:nvSpPr>
          <p:spPr>
            <a:xfrm>
              <a:off x="4397026"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687" name="object 88">
              <a:extLst>
                <a:ext uri="{FF2B5EF4-FFF2-40B4-BE49-F238E27FC236}">
                  <a16:creationId xmlns:a16="http://schemas.microsoft.com/office/drawing/2014/main" id="{F66F6BD7-1BF1-5C3C-A310-DCE981850E74}"/>
                </a:ext>
              </a:extLst>
            </p:cNvPr>
            <p:cNvSpPr/>
            <p:nvPr/>
          </p:nvSpPr>
          <p:spPr>
            <a:xfrm>
              <a:off x="4397026"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688" name="object 89">
              <a:extLst>
                <a:ext uri="{FF2B5EF4-FFF2-40B4-BE49-F238E27FC236}">
                  <a16:creationId xmlns:a16="http://schemas.microsoft.com/office/drawing/2014/main" id="{40DB8F82-FDA3-7CF1-D62E-09DB2171B875}"/>
                </a:ext>
              </a:extLst>
            </p:cNvPr>
            <p:cNvSpPr/>
            <p:nvPr/>
          </p:nvSpPr>
          <p:spPr>
            <a:xfrm>
              <a:off x="4413314" y="5235623"/>
              <a:ext cx="3810" cy="103505"/>
            </a:xfrm>
            <a:custGeom>
              <a:avLst/>
              <a:gdLst/>
              <a:ahLst/>
              <a:cxnLst/>
              <a:rect l="l" t="t" r="r" b="b"/>
              <a:pathLst>
                <a:path w="3809" h="103505">
                  <a:moveTo>
                    <a:pt x="3517" y="0"/>
                  </a:moveTo>
                  <a:lnTo>
                    <a:pt x="0" y="0"/>
                  </a:lnTo>
                  <a:lnTo>
                    <a:pt x="0" y="103339"/>
                  </a:lnTo>
                  <a:lnTo>
                    <a:pt x="3517" y="103339"/>
                  </a:lnTo>
                  <a:lnTo>
                    <a:pt x="3517" y="0"/>
                  </a:lnTo>
                  <a:close/>
                </a:path>
              </a:pathLst>
            </a:custGeom>
            <a:solidFill>
              <a:srgbClr val="FF0000"/>
            </a:solidFill>
          </p:spPr>
          <p:txBody>
            <a:bodyPr wrap="square" lIns="0" tIns="0" rIns="0" bIns="0" rtlCol="0"/>
            <a:lstStyle/>
            <a:p>
              <a:endParaRPr/>
            </a:p>
          </p:txBody>
        </p:sp>
        <p:sp>
          <p:nvSpPr>
            <p:cNvPr id="689" name="object 90">
              <a:extLst>
                <a:ext uri="{FF2B5EF4-FFF2-40B4-BE49-F238E27FC236}">
                  <a16:creationId xmlns:a16="http://schemas.microsoft.com/office/drawing/2014/main" id="{6AC247E1-82AF-C2B1-9510-867AEA6C7B98}"/>
                </a:ext>
              </a:extLst>
            </p:cNvPr>
            <p:cNvSpPr/>
            <p:nvPr/>
          </p:nvSpPr>
          <p:spPr>
            <a:xfrm>
              <a:off x="4413314" y="5235616"/>
              <a:ext cx="3810" cy="103505"/>
            </a:xfrm>
            <a:custGeom>
              <a:avLst/>
              <a:gdLst/>
              <a:ahLst/>
              <a:cxnLst/>
              <a:rect l="l" t="t" r="r" b="b"/>
              <a:pathLst>
                <a:path w="3809"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690" name="object 91">
              <a:extLst>
                <a:ext uri="{FF2B5EF4-FFF2-40B4-BE49-F238E27FC236}">
                  <a16:creationId xmlns:a16="http://schemas.microsoft.com/office/drawing/2014/main" id="{13883EEF-C5A2-DC2B-0136-EB7F66EF1C2E}"/>
                </a:ext>
              </a:extLst>
            </p:cNvPr>
            <p:cNvSpPr/>
            <p:nvPr/>
          </p:nvSpPr>
          <p:spPr>
            <a:xfrm>
              <a:off x="4518565" y="5186277"/>
              <a:ext cx="36830" cy="49530"/>
            </a:xfrm>
            <a:custGeom>
              <a:avLst/>
              <a:gdLst/>
              <a:ahLst/>
              <a:cxnLst/>
              <a:rect l="l" t="t" r="r" b="b"/>
              <a:pathLst>
                <a:path w="36830" h="49530">
                  <a:moveTo>
                    <a:pt x="36480" y="49339"/>
                  </a:moveTo>
                  <a:lnTo>
                    <a:pt x="0" y="49339"/>
                  </a:lnTo>
                  <a:lnTo>
                    <a:pt x="18192" y="0"/>
                  </a:lnTo>
                  <a:lnTo>
                    <a:pt x="36480" y="49339"/>
                  </a:lnTo>
                  <a:close/>
                </a:path>
              </a:pathLst>
            </a:custGeom>
            <a:solidFill>
              <a:srgbClr val="FF0000"/>
            </a:solidFill>
          </p:spPr>
          <p:txBody>
            <a:bodyPr wrap="square" lIns="0" tIns="0" rIns="0" bIns="0" rtlCol="0"/>
            <a:lstStyle/>
            <a:p>
              <a:endParaRPr/>
            </a:p>
          </p:txBody>
        </p:sp>
        <p:sp>
          <p:nvSpPr>
            <p:cNvPr id="691" name="object 92">
              <a:extLst>
                <a:ext uri="{FF2B5EF4-FFF2-40B4-BE49-F238E27FC236}">
                  <a16:creationId xmlns:a16="http://schemas.microsoft.com/office/drawing/2014/main" id="{DD1DBF6F-A354-4110-F8AC-191B29C3F630}"/>
                </a:ext>
              </a:extLst>
            </p:cNvPr>
            <p:cNvSpPr/>
            <p:nvPr/>
          </p:nvSpPr>
          <p:spPr>
            <a:xfrm>
              <a:off x="4518565" y="5186277"/>
              <a:ext cx="36830" cy="49530"/>
            </a:xfrm>
            <a:custGeom>
              <a:avLst/>
              <a:gdLst/>
              <a:ahLst/>
              <a:cxnLst/>
              <a:rect l="l" t="t" r="r" b="b"/>
              <a:pathLst>
                <a:path w="36830" h="49530">
                  <a:moveTo>
                    <a:pt x="36480" y="49339"/>
                  </a:moveTo>
                  <a:lnTo>
                    <a:pt x="18192" y="0"/>
                  </a:lnTo>
                  <a:lnTo>
                    <a:pt x="0" y="49339"/>
                  </a:lnTo>
                  <a:lnTo>
                    <a:pt x="36480" y="49339"/>
                  </a:lnTo>
                  <a:close/>
                </a:path>
              </a:pathLst>
            </a:custGeom>
            <a:ln w="4762">
              <a:solidFill>
                <a:srgbClr val="FF0000"/>
              </a:solidFill>
            </a:ln>
          </p:spPr>
          <p:txBody>
            <a:bodyPr wrap="square" lIns="0" tIns="0" rIns="0" bIns="0" rtlCol="0"/>
            <a:lstStyle/>
            <a:p>
              <a:endParaRPr/>
            </a:p>
          </p:txBody>
        </p:sp>
        <p:sp>
          <p:nvSpPr>
            <p:cNvPr id="692" name="object 93">
              <a:extLst>
                <a:ext uri="{FF2B5EF4-FFF2-40B4-BE49-F238E27FC236}">
                  <a16:creationId xmlns:a16="http://schemas.microsoft.com/office/drawing/2014/main" id="{F4560562-4FA2-EA88-AD50-C495EF4CD2A6}"/>
                </a:ext>
              </a:extLst>
            </p:cNvPr>
            <p:cNvSpPr/>
            <p:nvPr/>
          </p:nvSpPr>
          <p:spPr>
            <a:xfrm>
              <a:off x="4535044" y="5235623"/>
              <a:ext cx="3810" cy="103505"/>
            </a:xfrm>
            <a:custGeom>
              <a:avLst/>
              <a:gdLst/>
              <a:ahLst/>
              <a:cxnLst/>
              <a:rect l="l" t="t" r="r" b="b"/>
              <a:pathLst>
                <a:path w="3810" h="103505">
                  <a:moveTo>
                    <a:pt x="3517" y="0"/>
                  </a:moveTo>
                  <a:lnTo>
                    <a:pt x="0" y="0"/>
                  </a:lnTo>
                  <a:lnTo>
                    <a:pt x="0" y="103339"/>
                  </a:lnTo>
                  <a:lnTo>
                    <a:pt x="3517" y="103339"/>
                  </a:lnTo>
                  <a:lnTo>
                    <a:pt x="3517" y="0"/>
                  </a:lnTo>
                  <a:close/>
                </a:path>
              </a:pathLst>
            </a:custGeom>
            <a:solidFill>
              <a:srgbClr val="FF0000"/>
            </a:solidFill>
          </p:spPr>
          <p:txBody>
            <a:bodyPr wrap="square" lIns="0" tIns="0" rIns="0" bIns="0" rtlCol="0"/>
            <a:lstStyle/>
            <a:p>
              <a:endParaRPr/>
            </a:p>
          </p:txBody>
        </p:sp>
        <p:sp>
          <p:nvSpPr>
            <p:cNvPr id="693" name="object 94">
              <a:extLst>
                <a:ext uri="{FF2B5EF4-FFF2-40B4-BE49-F238E27FC236}">
                  <a16:creationId xmlns:a16="http://schemas.microsoft.com/office/drawing/2014/main" id="{87EE883B-0045-2ED3-B1A4-B17B6275046F}"/>
                </a:ext>
              </a:extLst>
            </p:cNvPr>
            <p:cNvSpPr/>
            <p:nvPr/>
          </p:nvSpPr>
          <p:spPr>
            <a:xfrm>
              <a:off x="4535044"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694" name="object 95">
              <a:extLst>
                <a:ext uri="{FF2B5EF4-FFF2-40B4-BE49-F238E27FC236}">
                  <a16:creationId xmlns:a16="http://schemas.microsoft.com/office/drawing/2014/main" id="{8071538E-69F3-6298-1EDE-9E4E6313461A}"/>
                </a:ext>
              </a:extLst>
            </p:cNvPr>
            <p:cNvSpPr/>
            <p:nvPr/>
          </p:nvSpPr>
          <p:spPr>
            <a:xfrm>
              <a:off x="4640200" y="5186277"/>
              <a:ext cx="36830" cy="49530"/>
            </a:xfrm>
            <a:custGeom>
              <a:avLst/>
              <a:gdLst/>
              <a:ahLst/>
              <a:cxnLst/>
              <a:rect l="l" t="t" r="r" b="b"/>
              <a:pathLst>
                <a:path w="36830" h="49530">
                  <a:moveTo>
                    <a:pt x="36480" y="49339"/>
                  </a:moveTo>
                  <a:lnTo>
                    <a:pt x="0" y="49339"/>
                  </a:lnTo>
                  <a:lnTo>
                    <a:pt x="18192" y="0"/>
                  </a:lnTo>
                  <a:lnTo>
                    <a:pt x="36480" y="49339"/>
                  </a:lnTo>
                  <a:close/>
                </a:path>
              </a:pathLst>
            </a:custGeom>
            <a:solidFill>
              <a:srgbClr val="FF0000"/>
            </a:solidFill>
          </p:spPr>
          <p:txBody>
            <a:bodyPr wrap="square" lIns="0" tIns="0" rIns="0" bIns="0" rtlCol="0"/>
            <a:lstStyle/>
            <a:p>
              <a:endParaRPr/>
            </a:p>
          </p:txBody>
        </p:sp>
        <p:sp>
          <p:nvSpPr>
            <p:cNvPr id="695" name="object 96">
              <a:extLst>
                <a:ext uri="{FF2B5EF4-FFF2-40B4-BE49-F238E27FC236}">
                  <a16:creationId xmlns:a16="http://schemas.microsoft.com/office/drawing/2014/main" id="{351123E4-7750-B78A-C393-6AE9C6991C59}"/>
                </a:ext>
              </a:extLst>
            </p:cNvPr>
            <p:cNvSpPr/>
            <p:nvPr/>
          </p:nvSpPr>
          <p:spPr>
            <a:xfrm>
              <a:off x="4640200" y="5186277"/>
              <a:ext cx="36830" cy="49530"/>
            </a:xfrm>
            <a:custGeom>
              <a:avLst/>
              <a:gdLst/>
              <a:ahLst/>
              <a:cxnLst/>
              <a:rect l="l" t="t" r="r" b="b"/>
              <a:pathLst>
                <a:path w="36830" h="49530">
                  <a:moveTo>
                    <a:pt x="36480" y="49339"/>
                  </a:moveTo>
                  <a:lnTo>
                    <a:pt x="18192" y="0"/>
                  </a:lnTo>
                  <a:lnTo>
                    <a:pt x="0" y="49339"/>
                  </a:lnTo>
                  <a:lnTo>
                    <a:pt x="36480" y="49339"/>
                  </a:lnTo>
                  <a:close/>
                </a:path>
              </a:pathLst>
            </a:custGeom>
            <a:ln w="4762">
              <a:solidFill>
                <a:srgbClr val="FF0000"/>
              </a:solidFill>
            </a:ln>
          </p:spPr>
          <p:txBody>
            <a:bodyPr wrap="square" lIns="0" tIns="0" rIns="0" bIns="0" rtlCol="0"/>
            <a:lstStyle/>
            <a:p>
              <a:endParaRPr/>
            </a:p>
          </p:txBody>
        </p:sp>
        <p:sp>
          <p:nvSpPr>
            <p:cNvPr id="696" name="object 97">
              <a:extLst>
                <a:ext uri="{FF2B5EF4-FFF2-40B4-BE49-F238E27FC236}">
                  <a16:creationId xmlns:a16="http://schemas.microsoft.com/office/drawing/2014/main" id="{A2FCDEB9-F889-23E1-04F6-192873137D29}"/>
                </a:ext>
              </a:extLst>
            </p:cNvPr>
            <p:cNvSpPr/>
            <p:nvPr/>
          </p:nvSpPr>
          <p:spPr>
            <a:xfrm>
              <a:off x="4656773" y="5235623"/>
              <a:ext cx="3810" cy="103505"/>
            </a:xfrm>
            <a:custGeom>
              <a:avLst/>
              <a:gdLst/>
              <a:ahLst/>
              <a:cxnLst/>
              <a:rect l="l" t="t" r="r" b="b"/>
              <a:pathLst>
                <a:path w="3810" h="103505">
                  <a:moveTo>
                    <a:pt x="3517" y="0"/>
                  </a:moveTo>
                  <a:lnTo>
                    <a:pt x="0" y="0"/>
                  </a:lnTo>
                  <a:lnTo>
                    <a:pt x="0" y="103339"/>
                  </a:lnTo>
                  <a:lnTo>
                    <a:pt x="3517" y="103339"/>
                  </a:lnTo>
                  <a:lnTo>
                    <a:pt x="3517" y="0"/>
                  </a:lnTo>
                  <a:close/>
                </a:path>
              </a:pathLst>
            </a:custGeom>
            <a:solidFill>
              <a:srgbClr val="FF0000"/>
            </a:solidFill>
          </p:spPr>
          <p:txBody>
            <a:bodyPr wrap="square" lIns="0" tIns="0" rIns="0" bIns="0" rtlCol="0"/>
            <a:lstStyle/>
            <a:p>
              <a:endParaRPr/>
            </a:p>
          </p:txBody>
        </p:sp>
        <p:sp>
          <p:nvSpPr>
            <p:cNvPr id="697" name="object 98">
              <a:extLst>
                <a:ext uri="{FF2B5EF4-FFF2-40B4-BE49-F238E27FC236}">
                  <a16:creationId xmlns:a16="http://schemas.microsoft.com/office/drawing/2014/main" id="{5FF5AA08-64D1-E2EF-165A-518123102A15}"/>
                </a:ext>
              </a:extLst>
            </p:cNvPr>
            <p:cNvSpPr/>
            <p:nvPr/>
          </p:nvSpPr>
          <p:spPr>
            <a:xfrm>
              <a:off x="4656773"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698" name="object 99">
              <a:extLst>
                <a:ext uri="{FF2B5EF4-FFF2-40B4-BE49-F238E27FC236}">
                  <a16:creationId xmlns:a16="http://schemas.microsoft.com/office/drawing/2014/main" id="{BD74603D-63E1-D0AF-1803-03469E5BD15B}"/>
                </a:ext>
              </a:extLst>
            </p:cNvPr>
            <p:cNvSpPr/>
            <p:nvPr/>
          </p:nvSpPr>
          <p:spPr>
            <a:xfrm>
              <a:off x="4761929"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699" name="object 100">
              <a:extLst>
                <a:ext uri="{FF2B5EF4-FFF2-40B4-BE49-F238E27FC236}">
                  <a16:creationId xmlns:a16="http://schemas.microsoft.com/office/drawing/2014/main" id="{657956B4-F1D8-400C-1CEF-DAD5B9C9054F}"/>
                </a:ext>
              </a:extLst>
            </p:cNvPr>
            <p:cNvSpPr/>
            <p:nvPr/>
          </p:nvSpPr>
          <p:spPr>
            <a:xfrm>
              <a:off x="4761929"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700" name="object 101">
              <a:extLst>
                <a:ext uri="{FF2B5EF4-FFF2-40B4-BE49-F238E27FC236}">
                  <a16:creationId xmlns:a16="http://schemas.microsoft.com/office/drawing/2014/main" id="{AB18FEA3-0C98-B5F2-0803-1F99002D3C54}"/>
                </a:ext>
              </a:extLst>
            </p:cNvPr>
            <p:cNvSpPr/>
            <p:nvPr/>
          </p:nvSpPr>
          <p:spPr>
            <a:xfrm>
              <a:off x="4778312" y="5235623"/>
              <a:ext cx="3810" cy="103505"/>
            </a:xfrm>
            <a:custGeom>
              <a:avLst/>
              <a:gdLst/>
              <a:ahLst/>
              <a:cxnLst/>
              <a:rect l="l" t="t" r="r" b="b"/>
              <a:pathLst>
                <a:path w="3810" h="103505">
                  <a:moveTo>
                    <a:pt x="3517" y="0"/>
                  </a:moveTo>
                  <a:lnTo>
                    <a:pt x="0" y="0"/>
                  </a:lnTo>
                  <a:lnTo>
                    <a:pt x="0" y="103339"/>
                  </a:lnTo>
                  <a:lnTo>
                    <a:pt x="3517" y="103339"/>
                  </a:lnTo>
                  <a:lnTo>
                    <a:pt x="3517" y="0"/>
                  </a:lnTo>
                  <a:close/>
                </a:path>
              </a:pathLst>
            </a:custGeom>
            <a:solidFill>
              <a:srgbClr val="FF0000"/>
            </a:solidFill>
          </p:spPr>
          <p:txBody>
            <a:bodyPr wrap="square" lIns="0" tIns="0" rIns="0" bIns="0" rtlCol="0"/>
            <a:lstStyle/>
            <a:p>
              <a:endParaRPr/>
            </a:p>
          </p:txBody>
        </p:sp>
        <p:sp>
          <p:nvSpPr>
            <p:cNvPr id="701" name="object 102">
              <a:extLst>
                <a:ext uri="{FF2B5EF4-FFF2-40B4-BE49-F238E27FC236}">
                  <a16:creationId xmlns:a16="http://schemas.microsoft.com/office/drawing/2014/main" id="{A78ED0C2-B69E-56C8-C1EA-6425AD944759}"/>
                </a:ext>
              </a:extLst>
            </p:cNvPr>
            <p:cNvSpPr/>
            <p:nvPr/>
          </p:nvSpPr>
          <p:spPr>
            <a:xfrm>
              <a:off x="4778312"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702" name="object 103">
              <a:extLst>
                <a:ext uri="{FF2B5EF4-FFF2-40B4-BE49-F238E27FC236}">
                  <a16:creationId xmlns:a16="http://schemas.microsoft.com/office/drawing/2014/main" id="{0509AFB5-0D70-8949-8535-C929FE35DE96}"/>
                </a:ext>
              </a:extLst>
            </p:cNvPr>
            <p:cNvSpPr/>
            <p:nvPr/>
          </p:nvSpPr>
          <p:spPr>
            <a:xfrm>
              <a:off x="4883659"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703" name="object 104">
              <a:extLst>
                <a:ext uri="{FF2B5EF4-FFF2-40B4-BE49-F238E27FC236}">
                  <a16:creationId xmlns:a16="http://schemas.microsoft.com/office/drawing/2014/main" id="{ACDA314F-3644-46F9-B49C-C1307F93555E}"/>
                </a:ext>
              </a:extLst>
            </p:cNvPr>
            <p:cNvSpPr/>
            <p:nvPr/>
          </p:nvSpPr>
          <p:spPr>
            <a:xfrm>
              <a:off x="4883659"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284" name="object 105">
              <a:extLst>
                <a:ext uri="{FF2B5EF4-FFF2-40B4-BE49-F238E27FC236}">
                  <a16:creationId xmlns:a16="http://schemas.microsoft.com/office/drawing/2014/main" id="{541383F0-E013-1B6A-10FA-7CFB41A9440D}"/>
                </a:ext>
              </a:extLst>
            </p:cNvPr>
            <p:cNvSpPr/>
            <p:nvPr/>
          </p:nvSpPr>
          <p:spPr>
            <a:xfrm>
              <a:off x="4900042" y="5235623"/>
              <a:ext cx="3810" cy="103505"/>
            </a:xfrm>
            <a:custGeom>
              <a:avLst/>
              <a:gdLst/>
              <a:ahLst/>
              <a:cxnLst/>
              <a:rect l="l" t="t" r="r" b="b"/>
              <a:pathLst>
                <a:path w="3810" h="103505">
                  <a:moveTo>
                    <a:pt x="3416" y="0"/>
                  </a:moveTo>
                  <a:lnTo>
                    <a:pt x="0" y="0"/>
                  </a:lnTo>
                  <a:lnTo>
                    <a:pt x="0" y="103339"/>
                  </a:lnTo>
                  <a:lnTo>
                    <a:pt x="3416" y="103339"/>
                  </a:lnTo>
                  <a:lnTo>
                    <a:pt x="3416" y="0"/>
                  </a:lnTo>
                  <a:close/>
                </a:path>
              </a:pathLst>
            </a:custGeom>
            <a:solidFill>
              <a:srgbClr val="FF0000"/>
            </a:solidFill>
          </p:spPr>
          <p:txBody>
            <a:bodyPr wrap="square" lIns="0" tIns="0" rIns="0" bIns="0" rtlCol="0"/>
            <a:lstStyle/>
            <a:p>
              <a:endParaRPr/>
            </a:p>
          </p:txBody>
        </p:sp>
        <p:sp>
          <p:nvSpPr>
            <p:cNvPr id="285" name="object 106">
              <a:extLst>
                <a:ext uri="{FF2B5EF4-FFF2-40B4-BE49-F238E27FC236}">
                  <a16:creationId xmlns:a16="http://schemas.microsoft.com/office/drawing/2014/main" id="{515F5A38-7350-EF1B-686F-19BDFE4EB923}"/>
                </a:ext>
              </a:extLst>
            </p:cNvPr>
            <p:cNvSpPr/>
            <p:nvPr/>
          </p:nvSpPr>
          <p:spPr>
            <a:xfrm>
              <a:off x="4900042" y="5235616"/>
              <a:ext cx="3810" cy="103505"/>
            </a:xfrm>
            <a:custGeom>
              <a:avLst/>
              <a:gdLst/>
              <a:ahLst/>
              <a:cxnLst/>
              <a:rect l="l" t="t" r="r" b="b"/>
              <a:pathLst>
                <a:path w="3810" h="103505">
                  <a:moveTo>
                    <a:pt x="3428" y="0"/>
                  </a:moveTo>
                  <a:lnTo>
                    <a:pt x="0" y="0"/>
                  </a:lnTo>
                  <a:lnTo>
                    <a:pt x="0" y="103346"/>
                  </a:lnTo>
                  <a:lnTo>
                    <a:pt x="3428" y="103346"/>
                  </a:lnTo>
                  <a:lnTo>
                    <a:pt x="3428" y="0"/>
                  </a:lnTo>
                  <a:close/>
                </a:path>
              </a:pathLst>
            </a:custGeom>
            <a:ln w="4762">
              <a:solidFill>
                <a:srgbClr val="FF0000"/>
              </a:solidFill>
            </a:ln>
          </p:spPr>
          <p:txBody>
            <a:bodyPr wrap="square" lIns="0" tIns="0" rIns="0" bIns="0" rtlCol="0"/>
            <a:lstStyle/>
            <a:p>
              <a:endParaRPr/>
            </a:p>
          </p:txBody>
        </p:sp>
        <p:sp>
          <p:nvSpPr>
            <p:cNvPr id="286" name="object 107">
              <a:extLst>
                <a:ext uri="{FF2B5EF4-FFF2-40B4-BE49-F238E27FC236}">
                  <a16:creationId xmlns:a16="http://schemas.microsoft.com/office/drawing/2014/main" id="{CF392262-E31C-D428-6F33-F847F82B14D5}"/>
                </a:ext>
              </a:extLst>
            </p:cNvPr>
            <p:cNvSpPr/>
            <p:nvPr/>
          </p:nvSpPr>
          <p:spPr>
            <a:xfrm>
              <a:off x="5005197"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287" name="object 108">
              <a:extLst>
                <a:ext uri="{FF2B5EF4-FFF2-40B4-BE49-F238E27FC236}">
                  <a16:creationId xmlns:a16="http://schemas.microsoft.com/office/drawing/2014/main" id="{6BC5ED05-4DAF-8FC6-E62B-20EB80E17AC3}"/>
                </a:ext>
              </a:extLst>
            </p:cNvPr>
            <p:cNvSpPr/>
            <p:nvPr/>
          </p:nvSpPr>
          <p:spPr>
            <a:xfrm>
              <a:off x="5005197"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288" name="object 109">
              <a:extLst>
                <a:ext uri="{FF2B5EF4-FFF2-40B4-BE49-F238E27FC236}">
                  <a16:creationId xmlns:a16="http://schemas.microsoft.com/office/drawing/2014/main" id="{7AF9E93F-72E3-B1D5-4DFA-9A0BAD6FEC43}"/>
                </a:ext>
              </a:extLst>
            </p:cNvPr>
            <p:cNvSpPr/>
            <p:nvPr/>
          </p:nvSpPr>
          <p:spPr>
            <a:xfrm>
              <a:off x="5021669" y="5235623"/>
              <a:ext cx="3810" cy="103505"/>
            </a:xfrm>
            <a:custGeom>
              <a:avLst/>
              <a:gdLst/>
              <a:ahLst/>
              <a:cxnLst/>
              <a:rect l="l" t="t" r="r" b="b"/>
              <a:pathLst>
                <a:path w="3810" h="103505">
                  <a:moveTo>
                    <a:pt x="3517" y="0"/>
                  </a:moveTo>
                  <a:lnTo>
                    <a:pt x="0" y="0"/>
                  </a:lnTo>
                  <a:lnTo>
                    <a:pt x="0" y="103339"/>
                  </a:lnTo>
                  <a:lnTo>
                    <a:pt x="3517" y="103339"/>
                  </a:lnTo>
                  <a:lnTo>
                    <a:pt x="3517" y="0"/>
                  </a:lnTo>
                  <a:close/>
                </a:path>
              </a:pathLst>
            </a:custGeom>
            <a:solidFill>
              <a:srgbClr val="FF0000"/>
            </a:solidFill>
          </p:spPr>
          <p:txBody>
            <a:bodyPr wrap="square" lIns="0" tIns="0" rIns="0" bIns="0" rtlCol="0"/>
            <a:lstStyle/>
            <a:p>
              <a:endParaRPr/>
            </a:p>
          </p:txBody>
        </p:sp>
        <p:sp>
          <p:nvSpPr>
            <p:cNvPr id="289" name="object 110">
              <a:extLst>
                <a:ext uri="{FF2B5EF4-FFF2-40B4-BE49-F238E27FC236}">
                  <a16:creationId xmlns:a16="http://schemas.microsoft.com/office/drawing/2014/main" id="{927EBD31-122C-C506-6A1C-52617062EEF1}"/>
                </a:ext>
              </a:extLst>
            </p:cNvPr>
            <p:cNvSpPr/>
            <p:nvPr/>
          </p:nvSpPr>
          <p:spPr>
            <a:xfrm>
              <a:off x="5021676"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290" name="object 111">
              <a:extLst>
                <a:ext uri="{FF2B5EF4-FFF2-40B4-BE49-F238E27FC236}">
                  <a16:creationId xmlns:a16="http://schemas.microsoft.com/office/drawing/2014/main" id="{C5291389-C0BF-B98F-9153-D7620C779B0E}"/>
                </a:ext>
              </a:extLst>
            </p:cNvPr>
            <p:cNvSpPr/>
            <p:nvPr/>
          </p:nvSpPr>
          <p:spPr>
            <a:xfrm>
              <a:off x="5248561"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291" name="object 112">
              <a:extLst>
                <a:ext uri="{FF2B5EF4-FFF2-40B4-BE49-F238E27FC236}">
                  <a16:creationId xmlns:a16="http://schemas.microsoft.com/office/drawing/2014/main" id="{FB370ABA-D8D2-E29D-AC0F-D6BA17DF631F}"/>
                </a:ext>
              </a:extLst>
            </p:cNvPr>
            <p:cNvSpPr/>
            <p:nvPr/>
          </p:nvSpPr>
          <p:spPr>
            <a:xfrm>
              <a:off x="5248561"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292" name="object 113">
              <a:extLst>
                <a:ext uri="{FF2B5EF4-FFF2-40B4-BE49-F238E27FC236}">
                  <a16:creationId xmlns:a16="http://schemas.microsoft.com/office/drawing/2014/main" id="{584F194C-12C8-D0B8-1523-67D774E52E7B}"/>
                </a:ext>
              </a:extLst>
            </p:cNvPr>
            <p:cNvSpPr/>
            <p:nvPr/>
          </p:nvSpPr>
          <p:spPr>
            <a:xfrm>
              <a:off x="5264938" y="5235623"/>
              <a:ext cx="3810" cy="103505"/>
            </a:xfrm>
            <a:custGeom>
              <a:avLst/>
              <a:gdLst/>
              <a:ahLst/>
              <a:cxnLst/>
              <a:rect l="l" t="t" r="r" b="b"/>
              <a:pathLst>
                <a:path w="3810" h="103505">
                  <a:moveTo>
                    <a:pt x="3530" y="0"/>
                  </a:moveTo>
                  <a:lnTo>
                    <a:pt x="0" y="0"/>
                  </a:lnTo>
                  <a:lnTo>
                    <a:pt x="0" y="103339"/>
                  </a:lnTo>
                  <a:lnTo>
                    <a:pt x="3530" y="103339"/>
                  </a:lnTo>
                  <a:lnTo>
                    <a:pt x="3530" y="0"/>
                  </a:lnTo>
                  <a:close/>
                </a:path>
              </a:pathLst>
            </a:custGeom>
            <a:solidFill>
              <a:srgbClr val="FF0000"/>
            </a:solidFill>
          </p:spPr>
          <p:txBody>
            <a:bodyPr wrap="square" lIns="0" tIns="0" rIns="0" bIns="0" rtlCol="0"/>
            <a:lstStyle/>
            <a:p>
              <a:endParaRPr/>
            </a:p>
          </p:txBody>
        </p:sp>
        <p:sp>
          <p:nvSpPr>
            <p:cNvPr id="293" name="object 114">
              <a:extLst>
                <a:ext uri="{FF2B5EF4-FFF2-40B4-BE49-F238E27FC236}">
                  <a16:creationId xmlns:a16="http://schemas.microsoft.com/office/drawing/2014/main" id="{5472E7E9-23A0-2468-B23A-4E9B0B7F3951}"/>
                </a:ext>
              </a:extLst>
            </p:cNvPr>
            <p:cNvSpPr/>
            <p:nvPr/>
          </p:nvSpPr>
          <p:spPr>
            <a:xfrm>
              <a:off x="5264944"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294" name="object 115">
              <a:extLst>
                <a:ext uri="{FF2B5EF4-FFF2-40B4-BE49-F238E27FC236}">
                  <a16:creationId xmlns:a16="http://schemas.microsoft.com/office/drawing/2014/main" id="{51858565-415D-CC05-927A-83681A1F9EC7}"/>
                </a:ext>
              </a:extLst>
            </p:cNvPr>
            <p:cNvSpPr/>
            <p:nvPr/>
          </p:nvSpPr>
          <p:spPr>
            <a:xfrm>
              <a:off x="5126832" y="5186277"/>
              <a:ext cx="36830" cy="49530"/>
            </a:xfrm>
            <a:custGeom>
              <a:avLst/>
              <a:gdLst/>
              <a:ahLst/>
              <a:cxnLst/>
              <a:rect l="l" t="t" r="r" b="b"/>
              <a:pathLst>
                <a:path w="36830" h="49530">
                  <a:moveTo>
                    <a:pt x="36480" y="49339"/>
                  </a:moveTo>
                  <a:lnTo>
                    <a:pt x="0" y="49339"/>
                  </a:lnTo>
                  <a:lnTo>
                    <a:pt x="18287" y="0"/>
                  </a:lnTo>
                  <a:lnTo>
                    <a:pt x="36480" y="49339"/>
                  </a:lnTo>
                  <a:close/>
                </a:path>
              </a:pathLst>
            </a:custGeom>
            <a:solidFill>
              <a:srgbClr val="FF0000"/>
            </a:solidFill>
          </p:spPr>
          <p:txBody>
            <a:bodyPr wrap="square" lIns="0" tIns="0" rIns="0" bIns="0" rtlCol="0"/>
            <a:lstStyle/>
            <a:p>
              <a:endParaRPr/>
            </a:p>
          </p:txBody>
        </p:sp>
        <p:sp>
          <p:nvSpPr>
            <p:cNvPr id="295" name="object 116">
              <a:extLst>
                <a:ext uri="{FF2B5EF4-FFF2-40B4-BE49-F238E27FC236}">
                  <a16:creationId xmlns:a16="http://schemas.microsoft.com/office/drawing/2014/main" id="{DA078202-0092-7E66-44A3-7B41AA28E59D}"/>
                </a:ext>
              </a:extLst>
            </p:cNvPr>
            <p:cNvSpPr/>
            <p:nvPr/>
          </p:nvSpPr>
          <p:spPr>
            <a:xfrm>
              <a:off x="5126832" y="5186277"/>
              <a:ext cx="36830" cy="49530"/>
            </a:xfrm>
            <a:custGeom>
              <a:avLst/>
              <a:gdLst/>
              <a:ahLst/>
              <a:cxnLst/>
              <a:rect l="l" t="t" r="r" b="b"/>
              <a:pathLst>
                <a:path w="36830" h="49530">
                  <a:moveTo>
                    <a:pt x="36480" y="49339"/>
                  </a:moveTo>
                  <a:lnTo>
                    <a:pt x="18287" y="0"/>
                  </a:lnTo>
                  <a:lnTo>
                    <a:pt x="0" y="49339"/>
                  </a:lnTo>
                  <a:lnTo>
                    <a:pt x="36480" y="49339"/>
                  </a:lnTo>
                  <a:close/>
                </a:path>
              </a:pathLst>
            </a:custGeom>
            <a:ln w="4762">
              <a:solidFill>
                <a:srgbClr val="FF0000"/>
              </a:solidFill>
            </a:ln>
          </p:spPr>
          <p:txBody>
            <a:bodyPr wrap="square" lIns="0" tIns="0" rIns="0" bIns="0" rtlCol="0"/>
            <a:lstStyle/>
            <a:p>
              <a:endParaRPr/>
            </a:p>
          </p:txBody>
        </p:sp>
        <p:sp>
          <p:nvSpPr>
            <p:cNvPr id="296" name="object 117">
              <a:extLst>
                <a:ext uri="{FF2B5EF4-FFF2-40B4-BE49-F238E27FC236}">
                  <a16:creationId xmlns:a16="http://schemas.microsoft.com/office/drawing/2014/main" id="{5EFED449-DAE8-7384-82B8-A1A6E83A2BBC}"/>
                </a:ext>
              </a:extLst>
            </p:cNvPr>
            <p:cNvSpPr/>
            <p:nvPr/>
          </p:nvSpPr>
          <p:spPr>
            <a:xfrm>
              <a:off x="5143399" y="5235623"/>
              <a:ext cx="3810" cy="103505"/>
            </a:xfrm>
            <a:custGeom>
              <a:avLst/>
              <a:gdLst/>
              <a:ahLst/>
              <a:cxnLst/>
              <a:rect l="l" t="t" r="r" b="b"/>
              <a:pathLst>
                <a:path w="3810" h="103505">
                  <a:moveTo>
                    <a:pt x="3517" y="0"/>
                  </a:moveTo>
                  <a:lnTo>
                    <a:pt x="0" y="0"/>
                  </a:lnTo>
                  <a:lnTo>
                    <a:pt x="0" y="103339"/>
                  </a:lnTo>
                  <a:lnTo>
                    <a:pt x="3517" y="103339"/>
                  </a:lnTo>
                  <a:lnTo>
                    <a:pt x="3517" y="0"/>
                  </a:lnTo>
                  <a:close/>
                </a:path>
              </a:pathLst>
            </a:custGeom>
            <a:solidFill>
              <a:srgbClr val="FF0000"/>
            </a:solidFill>
          </p:spPr>
          <p:txBody>
            <a:bodyPr wrap="square" lIns="0" tIns="0" rIns="0" bIns="0" rtlCol="0"/>
            <a:lstStyle/>
            <a:p>
              <a:endParaRPr/>
            </a:p>
          </p:txBody>
        </p:sp>
        <p:sp>
          <p:nvSpPr>
            <p:cNvPr id="297" name="object 118">
              <a:extLst>
                <a:ext uri="{FF2B5EF4-FFF2-40B4-BE49-F238E27FC236}">
                  <a16:creationId xmlns:a16="http://schemas.microsoft.com/office/drawing/2014/main" id="{5A9DD619-200F-517C-18AA-3F0FCA654777}"/>
                </a:ext>
              </a:extLst>
            </p:cNvPr>
            <p:cNvSpPr/>
            <p:nvPr/>
          </p:nvSpPr>
          <p:spPr>
            <a:xfrm>
              <a:off x="5143405"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298" name="object 119">
              <a:extLst>
                <a:ext uri="{FF2B5EF4-FFF2-40B4-BE49-F238E27FC236}">
                  <a16:creationId xmlns:a16="http://schemas.microsoft.com/office/drawing/2014/main" id="{4AEA17BD-4915-825B-35C9-1E43AD2A08DE}"/>
                </a:ext>
              </a:extLst>
            </p:cNvPr>
            <p:cNvSpPr/>
            <p:nvPr/>
          </p:nvSpPr>
          <p:spPr>
            <a:xfrm>
              <a:off x="5370100" y="5186277"/>
              <a:ext cx="36830" cy="49530"/>
            </a:xfrm>
            <a:custGeom>
              <a:avLst/>
              <a:gdLst/>
              <a:ahLst/>
              <a:cxnLst/>
              <a:rect l="l" t="t" r="r" b="b"/>
              <a:pathLst>
                <a:path w="36830" h="49530">
                  <a:moveTo>
                    <a:pt x="36576" y="49339"/>
                  </a:moveTo>
                  <a:lnTo>
                    <a:pt x="0" y="49339"/>
                  </a:lnTo>
                  <a:lnTo>
                    <a:pt x="18383" y="0"/>
                  </a:lnTo>
                  <a:lnTo>
                    <a:pt x="36576" y="49339"/>
                  </a:lnTo>
                  <a:close/>
                </a:path>
              </a:pathLst>
            </a:custGeom>
            <a:solidFill>
              <a:srgbClr val="FF0000"/>
            </a:solidFill>
          </p:spPr>
          <p:txBody>
            <a:bodyPr wrap="square" lIns="0" tIns="0" rIns="0" bIns="0" rtlCol="0"/>
            <a:lstStyle/>
            <a:p>
              <a:endParaRPr/>
            </a:p>
          </p:txBody>
        </p:sp>
        <p:sp>
          <p:nvSpPr>
            <p:cNvPr id="299" name="object 120">
              <a:extLst>
                <a:ext uri="{FF2B5EF4-FFF2-40B4-BE49-F238E27FC236}">
                  <a16:creationId xmlns:a16="http://schemas.microsoft.com/office/drawing/2014/main" id="{9E3B4FA3-C4C1-1C6F-4840-B01279A0B9A0}"/>
                </a:ext>
              </a:extLst>
            </p:cNvPr>
            <p:cNvSpPr/>
            <p:nvPr/>
          </p:nvSpPr>
          <p:spPr>
            <a:xfrm>
              <a:off x="5370100" y="5186277"/>
              <a:ext cx="36830" cy="49530"/>
            </a:xfrm>
            <a:custGeom>
              <a:avLst/>
              <a:gdLst/>
              <a:ahLst/>
              <a:cxnLst/>
              <a:rect l="l" t="t" r="r" b="b"/>
              <a:pathLst>
                <a:path w="36830" h="49530">
                  <a:moveTo>
                    <a:pt x="36576" y="49339"/>
                  </a:moveTo>
                  <a:lnTo>
                    <a:pt x="18383" y="0"/>
                  </a:lnTo>
                  <a:lnTo>
                    <a:pt x="0" y="49339"/>
                  </a:lnTo>
                  <a:lnTo>
                    <a:pt x="36576" y="49339"/>
                  </a:lnTo>
                  <a:close/>
                </a:path>
              </a:pathLst>
            </a:custGeom>
            <a:ln w="4762">
              <a:solidFill>
                <a:srgbClr val="FF0000"/>
              </a:solidFill>
            </a:ln>
          </p:spPr>
          <p:txBody>
            <a:bodyPr wrap="square" lIns="0" tIns="0" rIns="0" bIns="0" rtlCol="0"/>
            <a:lstStyle/>
            <a:p>
              <a:endParaRPr/>
            </a:p>
          </p:txBody>
        </p:sp>
        <p:sp>
          <p:nvSpPr>
            <p:cNvPr id="300" name="object 121">
              <a:extLst>
                <a:ext uri="{FF2B5EF4-FFF2-40B4-BE49-F238E27FC236}">
                  <a16:creationId xmlns:a16="http://schemas.microsoft.com/office/drawing/2014/main" id="{9C20B484-4A0F-28CA-7BFC-7DEE6EBBF2EB}"/>
                </a:ext>
              </a:extLst>
            </p:cNvPr>
            <p:cNvSpPr/>
            <p:nvPr/>
          </p:nvSpPr>
          <p:spPr>
            <a:xfrm>
              <a:off x="5386668" y="5235623"/>
              <a:ext cx="3810" cy="103505"/>
            </a:xfrm>
            <a:custGeom>
              <a:avLst/>
              <a:gdLst/>
              <a:ahLst/>
              <a:cxnLst/>
              <a:rect l="l" t="t" r="r" b="b"/>
              <a:pathLst>
                <a:path w="3810" h="103505">
                  <a:moveTo>
                    <a:pt x="3530" y="0"/>
                  </a:moveTo>
                  <a:lnTo>
                    <a:pt x="0" y="0"/>
                  </a:lnTo>
                  <a:lnTo>
                    <a:pt x="0" y="103339"/>
                  </a:lnTo>
                  <a:lnTo>
                    <a:pt x="3530" y="103339"/>
                  </a:lnTo>
                  <a:lnTo>
                    <a:pt x="3530" y="0"/>
                  </a:lnTo>
                  <a:close/>
                </a:path>
              </a:pathLst>
            </a:custGeom>
            <a:solidFill>
              <a:srgbClr val="FF0000"/>
            </a:solidFill>
          </p:spPr>
          <p:txBody>
            <a:bodyPr wrap="square" lIns="0" tIns="0" rIns="0" bIns="0" rtlCol="0"/>
            <a:lstStyle/>
            <a:p>
              <a:endParaRPr/>
            </a:p>
          </p:txBody>
        </p:sp>
        <p:sp>
          <p:nvSpPr>
            <p:cNvPr id="301" name="object 122">
              <a:extLst>
                <a:ext uri="{FF2B5EF4-FFF2-40B4-BE49-F238E27FC236}">
                  <a16:creationId xmlns:a16="http://schemas.microsoft.com/office/drawing/2014/main" id="{3AFC02F4-6F7A-010D-8563-CC40203F28AB}"/>
                </a:ext>
              </a:extLst>
            </p:cNvPr>
            <p:cNvSpPr/>
            <p:nvPr/>
          </p:nvSpPr>
          <p:spPr>
            <a:xfrm>
              <a:off x="5386674"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302" name="object 123">
              <a:extLst>
                <a:ext uri="{FF2B5EF4-FFF2-40B4-BE49-F238E27FC236}">
                  <a16:creationId xmlns:a16="http://schemas.microsoft.com/office/drawing/2014/main" id="{EBAA892C-8923-C961-D22B-80A694F53E2B}"/>
                </a:ext>
              </a:extLst>
            </p:cNvPr>
            <p:cNvSpPr/>
            <p:nvPr/>
          </p:nvSpPr>
          <p:spPr>
            <a:xfrm>
              <a:off x="5491830"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303" name="object 124">
              <a:extLst>
                <a:ext uri="{FF2B5EF4-FFF2-40B4-BE49-F238E27FC236}">
                  <a16:creationId xmlns:a16="http://schemas.microsoft.com/office/drawing/2014/main" id="{051520F9-DEA2-ECBB-FFC3-C97C57C3FAD6}"/>
                </a:ext>
              </a:extLst>
            </p:cNvPr>
            <p:cNvSpPr/>
            <p:nvPr/>
          </p:nvSpPr>
          <p:spPr>
            <a:xfrm>
              <a:off x="5491830"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304" name="object 125">
              <a:extLst>
                <a:ext uri="{FF2B5EF4-FFF2-40B4-BE49-F238E27FC236}">
                  <a16:creationId xmlns:a16="http://schemas.microsoft.com/office/drawing/2014/main" id="{270F253F-2B09-A4A2-7763-43D1AE7629EF}"/>
                </a:ext>
              </a:extLst>
            </p:cNvPr>
            <p:cNvSpPr/>
            <p:nvPr/>
          </p:nvSpPr>
          <p:spPr>
            <a:xfrm>
              <a:off x="5508295" y="5235623"/>
              <a:ext cx="3810" cy="103505"/>
            </a:xfrm>
            <a:custGeom>
              <a:avLst/>
              <a:gdLst/>
              <a:ahLst/>
              <a:cxnLst/>
              <a:rect l="l" t="t" r="r" b="b"/>
              <a:pathLst>
                <a:path w="3810" h="103505">
                  <a:moveTo>
                    <a:pt x="3530" y="0"/>
                  </a:moveTo>
                  <a:lnTo>
                    <a:pt x="0" y="0"/>
                  </a:lnTo>
                  <a:lnTo>
                    <a:pt x="0" y="103339"/>
                  </a:lnTo>
                  <a:lnTo>
                    <a:pt x="3530" y="103339"/>
                  </a:lnTo>
                  <a:lnTo>
                    <a:pt x="3530" y="0"/>
                  </a:lnTo>
                  <a:close/>
                </a:path>
              </a:pathLst>
            </a:custGeom>
            <a:solidFill>
              <a:srgbClr val="FF0000"/>
            </a:solidFill>
          </p:spPr>
          <p:txBody>
            <a:bodyPr wrap="square" lIns="0" tIns="0" rIns="0" bIns="0" rtlCol="0"/>
            <a:lstStyle/>
            <a:p>
              <a:endParaRPr/>
            </a:p>
          </p:txBody>
        </p:sp>
        <p:sp>
          <p:nvSpPr>
            <p:cNvPr id="305" name="object 126">
              <a:extLst>
                <a:ext uri="{FF2B5EF4-FFF2-40B4-BE49-F238E27FC236}">
                  <a16:creationId xmlns:a16="http://schemas.microsoft.com/office/drawing/2014/main" id="{B4859FC7-1FDF-0185-1E02-E58CCBA22911}"/>
                </a:ext>
              </a:extLst>
            </p:cNvPr>
            <p:cNvSpPr/>
            <p:nvPr/>
          </p:nvSpPr>
          <p:spPr>
            <a:xfrm>
              <a:off x="5508308"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306" name="object 127">
              <a:extLst>
                <a:ext uri="{FF2B5EF4-FFF2-40B4-BE49-F238E27FC236}">
                  <a16:creationId xmlns:a16="http://schemas.microsoft.com/office/drawing/2014/main" id="{A2E3335C-AE56-8650-A16F-1BF3BB1909AE}"/>
                </a:ext>
              </a:extLst>
            </p:cNvPr>
            <p:cNvSpPr/>
            <p:nvPr/>
          </p:nvSpPr>
          <p:spPr>
            <a:xfrm>
              <a:off x="5613559"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307" name="object 128">
              <a:extLst>
                <a:ext uri="{FF2B5EF4-FFF2-40B4-BE49-F238E27FC236}">
                  <a16:creationId xmlns:a16="http://schemas.microsoft.com/office/drawing/2014/main" id="{4C63A37C-6159-02FF-1072-A08030CB3338}"/>
                </a:ext>
              </a:extLst>
            </p:cNvPr>
            <p:cNvSpPr/>
            <p:nvPr/>
          </p:nvSpPr>
          <p:spPr>
            <a:xfrm>
              <a:off x="5613559"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308" name="object 129">
              <a:extLst>
                <a:ext uri="{FF2B5EF4-FFF2-40B4-BE49-F238E27FC236}">
                  <a16:creationId xmlns:a16="http://schemas.microsoft.com/office/drawing/2014/main" id="{E2E2F3A0-F45F-7AE9-BEED-AB90642423C0}"/>
                </a:ext>
              </a:extLst>
            </p:cNvPr>
            <p:cNvSpPr/>
            <p:nvPr/>
          </p:nvSpPr>
          <p:spPr>
            <a:xfrm>
              <a:off x="5630025" y="5235623"/>
              <a:ext cx="3810" cy="103505"/>
            </a:xfrm>
            <a:custGeom>
              <a:avLst/>
              <a:gdLst/>
              <a:ahLst/>
              <a:cxnLst/>
              <a:rect l="l" t="t" r="r" b="b"/>
              <a:pathLst>
                <a:path w="3810" h="103505">
                  <a:moveTo>
                    <a:pt x="3340" y="0"/>
                  </a:moveTo>
                  <a:lnTo>
                    <a:pt x="0" y="0"/>
                  </a:lnTo>
                  <a:lnTo>
                    <a:pt x="0" y="103339"/>
                  </a:lnTo>
                  <a:lnTo>
                    <a:pt x="3340" y="103339"/>
                  </a:lnTo>
                  <a:lnTo>
                    <a:pt x="3340" y="0"/>
                  </a:lnTo>
                  <a:close/>
                </a:path>
              </a:pathLst>
            </a:custGeom>
            <a:solidFill>
              <a:srgbClr val="FF0000"/>
            </a:solidFill>
          </p:spPr>
          <p:txBody>
            <a:bodyPr wrap="square" lIns="0" tIns="0" rIns="0" bIns="0" rtlCol="0"/>
            <a:lstStyle/>
            <a:p>
              <a:endParaRPr/>
            </a:p>
          </p:txBody>
        </p:sp>
        <p:sp>
          <p:nvSpPr>
            <p:cNvPr id="309" name="object 130">
              <a:extLst>
                <a:ext uri="{FF2B5EF4-FFF2-40B4-BE49-F238E27FC236}">
                  <a16:creationId xmlns:a16="http://schemas.microsoft.com/office/drawing/2014/main" id="{8AF8C976-18A7-6A4E-D2CF-8CF02DE0D971}"/>
                </a:ext>
              </a:extLst>
            </p:cNvPr>
            <p:cNvSpPr/>
            <p:nvPr/>
          </p:nvSpPr>
          <p:spPr>
            <a:xfrm>
              <a:off x="5630037" y="5235616"/>
              <a:ext cx="3810" cy="103505"/>
            </a:xfrm>
            <a:custGeom>
              <a:avLst/>
              <a:gdLst/>
              <a:ahLst/>
              <a:cxnLst/>
              <a:rect l="l" t="t" r="r" b="b"/>
              <a:pathLst>
                <a:path w="3810" h="103505">
                  <a:moveTo>
                    <a:pt x="3333" y="0"/>
                  </a:moveTo>
                  <a:lnTo>
                    <a:pt x="0" y="0"/>
                  </a:lnTo>
                  <a:lnTo>
                    <a:pt x="0" y="103346"/>
                  </a:lnTo>
                  <a:lnTo>
                    <a:pt x="3333" y="103346"/>
                  </a:lnTo>
                  <a:lnTo>
                    <a:pt x="3333" y="0"/>
                  </a:lnTo>
                  <a:close/>
                </a:path>
              </a:pathLst>
            </a:custGeom>
            <a:ln w="4762">
              <a:solidFill>
                <a:srgbClr val="FF0000"/>
              </a:solidFill>
            </a:ln>
          </p:spPr>
          <p:txBody>
            <a:bodyPr wrap="square" lIns="0" tIns="0" rIns="0" bIns="0" rtlCol="0"/>
            <a:lstStyle/>
            <a:p>
              <a:endParaRPr/>
            </a:p>
          </p:txBody>
        </p:sp>
        <p:sp>
          <p:nvSpPr>
            <p:cNvPr id="310" name="object 131">
              <a:extLst>
                <a:ext uri="{FF2B5EF4-FFF2-40B4-BE49-F238E27FC236}">
                  <a16:creationId xmlns:a16="http://schemas.microsoft.com/office/drawing/2014/main" id="{B272A544-727D-164B-6D8D-33516ED929B7}"/>
                </a:ext>
              </a:extLst>
            </p:cNvPr>
            <p:cNvSpPr/>
            <p:nvPr/>
          </p:nvSpPr>
          <p:spPr>
            <a:xfrm>
              <a:off x="5735193" y="5186277"/>
              <a:ext cx="36830" cy="49530"/>
            </a:xfrm>
            <a:custGeom>
              <a:avLst/>
              <a:gdLst/>
              <a:ahLst/>
              <a:cxnLst/>
              <a:rect l="l" t="t" r="r" b="b"/>
              <a:pathLst>
                <a:path w="36830"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311" name="object 132">
              <a:extLst>
                <a:ext uri="{FF2B5EF4-FFF2-40B4-BE49-F238E27FC236}">
                  <a16:creationId xmlns:a16="http://schemas.microsoft.com/office/drawing/2014/main" id="{876BB5A5-4CA7-8F4A-85BC-1D4CEDDBD794}"/>
                </a:ext>
              </a:extLst>
            </p:cNvPr>
            <p:cNvSpPr/>
            <p:nvPr/>
          </p:nvSpPr>
          <p:spPr>
            <a:xfrm>
              <a:off x="5735193" y="5186277"/>
              <a:ext cx="36830" cy="49530"/>
            </a:xfrm>
            <a:custGeom>
              <a:avLst/>
              <a:gdLst/>
              <a:ahLst/>
              <a:cxnLst/>
              <a:rect l="l" t="t" r="r" b="b"/>
              <a:pathLst>
                <a:path w="36830"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312" name="object 133">
              <a:extLst>
                <a:ext uri="{FF2B5EF4-FFF2-40B4-BE49-F238E27FC236}">
                  <a16:creationId xmlns:a16="http://schemas.microsoft.com/office/drawing/2014/main" id="{FD4197C6-8E8C-2D34-D13F-84B6913FE23F}"/>
                </a:ext>
              </a:extLst>
            </p:cNvPr>
            <p:cNvSpPr/>
            <p:nvPr/>
          </p:nvSpPr>
          <p:spPr>
            <a:xfrm>
              <a:off x="5751577" y="5235623"/>
              <a:ext cx="3810" cy="103505"/>
            </a:xfrm>
            <a:custGeom>
              <a:avLst/>
              <a:gdLst/>
              <a:ahLst/>
              <a:cxnLst/>
              <a:rect l="l" t="t" r="r" b="b"/>
              <a:pathLst>
                <a:path w="3810" h="103505">
                  <a:moveTo>
                    <a:pt x="3517" y="0"/>
                  </a:moveTo>
                  <a:lnTo>
                    <a:pt x="0" y="0"/>
                  </a:lnTo>
                  <a:lnTo>
                    <a:pt x="0" y="103339"/>
                  </a:lnTo>
                  <a:lnTo>
                    <a:pt x="3517" y="103339"/>
                  </a:lnTo>
                  <a:lnTo>
                    <a:pt x="3517" y="0"/>
                  </a:lnTo>
                  <a:close/>
                </a:path>
              </a:pathLst>
            </a:custGeom>
            <a:solidFill>
              <a:srgbClr val="FF0000"/>
            </a:solidFill>
          </p:spPr>
          <p:txBody>
            <a:bodyPr wrap="square" lIns="0" tIns="0" rIns="0" bIns="0" rtlCol="0"/>
            <a:lstStyle/>
            <a:p>
              <a:endParaRPr/>
            </a:p>
          </p:txBody>
        </p:sp>
        <p:sp>
          <p:nvSpPr>
            <p:cNvPr id="313" name="object 134">
              <a:extLst>
                <a:ext uri="{FF2B5EF4-FFF2-40B4-BE49-F238E27FC236}">
                  <a16:creationId xmlns:a16="http://schemas.microsoft.com/office/drawing/2014/main" id="{40EB1C67-2670-9171-8BAC-22CEFA4BA04F}"/>
                </a:ext>
              </a:extLst>
            </p:cNvPr>
            <p:cNvSpPr/>
            <p:nvPr/>
          </p:nvSpPr>
          <p:spPr>
            <a:xfrm>
              <a:off x="5751577"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314" name="object 135">
              <a:extLst>
                <a:ext uri="{FF2B5EF4-FFF2-40B4-BE49-F238E27FC236}">
                  <a16:creationId xmlns:a16="http://schemas.microsoft.com/office/drawing/2014/main" id="{779C5838-D432-7D24-AB00-A0C279107707}"/>
                </a:ext>
              </a:extLst>
            </p:cNvPr>
            <p:cNvSpPr/>
            <p:nvPr/>
          </p:nvSpPr>
          <p:spPr>
            <a:xfrm>
              <a:off x="4050119" y="5042837"/>
              <a:ext cx="1824989" cy="6985"/>
            </a:xfrm>
            <a:custGeom>
              <a:avLst/>
              <a:gdLst/>
              <a:ahLst/>
              <a:cxnLst/>
              <a:rect l="l" t="t" r="r" b="b"/>
              <a:pathLst>
                <a:path w="1824989" h="6985">
                  <a:moveTo>
                    <a:pt x="1824990" y="0"/>
                  </a:moveTo>
                  <a:lnTo>
                    <a:pt x="0" y="0"/>
                  </a:lnTo>
                  <a:lnTo>
                    <a:pt x="0" y="6858"/>
                  </a:lnTo>
                  <a:lnTo>
                    <a:pt x="1824990" y="6858"/>
                  </a:lnTo>
                  <a:lnTo>
                    <a:pt x="1824990" y="0"/>
                  </a:lnTo>
                  <a:close/>
                </a:path>
              </a:pathLst>
            </a:custGeom>
            <a:solidFill>
              <a:srgbClr val="000000"/>
            </a:solidFill>
          </p:spPr>
          <p:txBody>
            <a:bodyPr wrap="square" lIns="0" tIns="0" rIns="0" bIns="0" rtlCol="0"/>
            <a:lstStyle/>
            <a:p>
              <a:endParaRPr/>
            </a:p>
          </p:txBody>
        </p:sp>
        <p:sp>
          <p:nvSpPr>
            <p:cNvPr id="315" name="object 136">
              <a:extLst>
                <a:ext uri="{FF2B5EF4-FFF2-40B4-BE49-F238E27FC236}">
                  <a16:creationId xmlns:a16="http://schemas.microsoft.com/office/drawing/2014/main" id="{020A224C-92D8-EB97-A23B-71BB720FD5CB}"/>
                </a:ext>
              </a:extLst>
            </p:cNvPr>
            <p:cNvSpPr/>
            <p:nvPr/>
          </p:nvSpPr>
          <p:spPr>
            <a:xfrm>
              <a:off x="4050126" y="5042830"/>
              <a:ext cx="1824989" cy="6985"/>
            </a:xfrm>
            <a:custGeom>
              <a:avLst/>
              <a:gdLst/>
              <a:ahLst/>
              <a:cxnLst/>
              <a:rect l="l" t="t" r="r" b="b"/>
              <a:pathLst>
                <a:path w="1824989" h="6985">
                  <a:moveTo>
                    <a:pt x="0" y="0"/>
                  </a:moveTo>
                  <a:lnTo>
                    <a:pt x="0" y="6857"/>
                  </a:lnTo>
                  <a:lnTo>
                    <a:pt x="1824990" y="6857"/>
                  </a:lnTo>
                  <a:lnTo>
                    <a:pt x="1824990" y="0"/>
                  </a:lnTo>
                  <a:lnTo>
                    <a:pt x="0" y="0"/>
                  </a:lnTo>
                  <a:close/>
                </a:path>
              </a:pathLst>
            </a:custGeom>
            <a:ln w="4762">
              <a:solidFill>
                <a:srgbClr val="000000"/>
              </a:solidFill>
            </a:ln>
          </p:spPr>
          <p:txBody>
            <a:bodyPr wrap="square" lIns="0" tIns="0" rIns="0" bIns="0" rtlCol="0"/>
            <a:lstStyle/>
            <a:p>
              <a:endParaRPr/>
            </a:p>
          </p:txBody>
        </p:sp>
        <p:sp>
          <p:nvSpPr>
            <p:cNvPr id="316" name="object 137">
              <a:extLst>
                <a:ext uri="{FF2B5EF4-FFF2-40B4-BE49-F238E27FC236}">
                  <a16:creationId xmlns:a16="http://schemas.microsoft.com/office/drawing/2014/main" id="{D5C61ED5-B88C-1A78-E3B9-EE6274A6D551}"/>
                </a:ext>
              </a:extLst>
            </p:cNvPr>
            <p:cNvSpPr/>
            <p:nvPr/>
          </p:nvSpPr>
          <p:spPr>
            <a:xfrm>
              <a:off x="6994107" y="4555538"/>
              <a:ext cx="10795" cy="496570"/>
            </a:xfrm>
            <a:custGeom>
              <a:avLst/>
              <a:gdLst/>
              <a:ahLst/>
              <a:cxnLst/>
              <a:rect l="l" t="t" r="r" b="b"/>
              <a:pathLst>
                <a:path w="10795" h="496569">
                  <a:moveTo>
                    <a:pt x="10566" y="0"/>
                  </a:moveTo>
                  <a:lnTo>
                    <a:pt x="0" y="0"/>
                  </a:lnTo>
                  <a:lnTo>
                    <a:pt x="0" y="485394"/>
                  </a:lnTo>
                  <a:lnTo>
                    <a:pt x="10566" y="495960"/>
                  </a:lnTo>
                  <a:lnTo>
                    <a:pt x="10566" y="0"/>
                  </a:lnTo>
                  <a:close/>
                </a:path>
              </a:pathLst>
            </a:custGeom>
            <a:solidFill>
              <a:srgbClr val="000000"/>
            </a:solidFill>
          </p:spPr>
          <p:txBody>
            <a:bodyPr wrap="square" lIns="0" tIns="0" rIns="0" bIns="0" rtlCol="0"/>
            <a:lstStyle/>
            <a:p>
              <a:endParaRPr/>
            </a:p>
          </p:txBody>
        </p:sp>
        <p:sp>
          <p:nvSpPr>
            <p:cNvPr id="317" name="object 138">
              <a:extLst>
                <a:ext uri="{FF2B5EF4-FFF2-40B4-BE49-F238E27FC236}">
                  <a16:creationId xmlns:a16="http://schemas.microsoft.com/office/drawing/2014/main" id="{B5344169-174A-1764-19A6-DA39CB948CB3}"/>
                </a:ext>
              </a:extLst>
            </p:cNvPr>
            <p:cNvSpPr/>
            <p:nvPr/>
          </p:nvSpPr>
          <p:spPr>
            <a:xfrm>
              <a:off x="6994113" y="4555531"/>
              <a:ext cx="10795" cy="496570"/>
            </a:xfrm>
            <a:custGeom>
              <a:avLst/>
              <a:gdLst/>
              <a:ahLst/>
              <a:cxnLst/>
              <a:rect l="l" t="t" r="r" b="b"/>
              <a:pathLst>
                <a:path w="10795" h="496569">
                  <a:moveTo>
                    <a:pt x="10572" y="0"/>
                  </a:moveTo>
                  <a:lnTo>
                    <a:pt x="0" y="0"/>
                  </a:lnTo>
                  <a:lnTo>
                    <a:pt x="0" y="485394"/>
                  </a:lnTo>
                  <a:lnTo>
                    <a:pt x="10572" y="495966"/>
                  </a:lnTo>
                  <a:lnTo>
                    <a:pt x="10572" y="0"/>
                  </a:lnTo>
                  <a:close/>
                </a:path>
              </a:pathLst>
            </a:custGeom>
            <a:ln w="4762">
              <a:solidFill>
                <a:srgbClr val="000000"/>
              </a:solidFill>
            </a:ln>
          </p:spPr>
          <p:txBody>
            <a:bodyPr wrap="square" lIns="0" tIns="0" rIns="0" bIns="0" rtlCol="0"/>
            <a:lstStyle/>
            <a:p>
              <a:endParaRPr/>
            </a:p>
          </p:txBody>
        </p:sp>
        <p:sp>
          <p:nvSpPr>
            <p:cNvPr id="318" name="object 139">
              <a:extLst>
                <a:ext uri="{FF2B5EF4-FFF2-40B4-BE49-F238E27FC236}">
                  <a16:creationId xmlns:a16="http://schemas.microsoft.com/office/drawing/2014/main" id="{F9A5F771-690E-3D5E-8FA3-93D816CDA458}"/>
                </a:ext>
              </a:extLst>
            </p:cNvPr>
            <p:cNvSpPr/>
            <p:nvPr/>
          </p:nvSpPr>
          <p:spPr>
            <a:xfrm>
              <a:off x="6754547" y="5040932"/>
              <a:ext cx="250190" cy="10795"/>
            </a:xfrm>
            <a:custGeom>
              <a:avLst/>
              <a:gdLst/>
              <a:ahLst/>
              <a:cxnLst/>
              <a:rect l="l" t="t" r="r" b="b"/>
              <a:pathLst>
                <a:path w="250189" h="10794">
                  <a:moveTo>
                    <a:pt x="250126" y="10566"/>
                  </a:moveTo>
                  <a:lnTo>
                    <a:pt x="239560" y="0"/>
                  </a:lnTo>
                  <a:lnTo>
                    <a:pt x="0" y="0"/>
                  </a:lnTo>
                  <a:lnTo>
                    <a:pt x="10490" y="10566"/>
                  </a:lnTo>
                  <a:lnTo>
                    <a:pt x="250126" y="10566"/>
                  </a:lnTo>
                  <a:close/>
                </a:path>
              </a:pathLst>
            </a:custGeom>
            <a:solidFill>
              <a:srgbClr val="000000"/>
            </a:solidFill>
          </p:spPr>
          <p:txBody>
            <a:bodyPr wrap="square" lIns="0" tIns="0" rIns="0" bIns="0" rtlCol="0"/>
            <a:lstStyle/>
            <a:p>
              <a:endParaRPr/>
            </a:p>
          </p:txBody>
        </p:sp>
        <p:sp>
          <p:nvSpPr>
            <p:cNvPr id="319" name="object 140">
              <a:extLst>
                <a:ext uri="{FF2B5EF4-FFF2-40B4-BE49-F238E27FC236}">
                  <a16:creationId xmlns:a16="http://schemas.microsoft.com/office/drawing/2014/main" id="{ADFADF6F-F485-A1BF-3474-FA76143C0FEB}"/>
                </a:ext>
              </a:extLst>
            </p:cNvPr>
            <p:cNvSpPr/>
            <p:nvPr/>
          </p:nvSpPr>
          <p:spPr>
            <a:xfrm>
              <a:off x="6754559" y="5040925"/>
              <a:ext cx="250190" cy="10795"/>
            </a:xfrm>
            <a:custGeom>
              <a:avLst/>
              <a:gdLst/>
              <a:ahLst/>
              <a:cxnLst/>
              <a:rect l="l" t="t" r="r" b="b"/>
              <a:pathLst>
                <a:path w="250189" h="10794">
                  <a:moveTo>
                    <a:pt x="250126" y="10572"/>
                  </a:moveTo>
                  <a:lnTo>
                    <a:pt x="239553" y="0"/>
                  </a:lnTo>
                  <a:lnTo>
                    <a:pt x="0" y="0"/>
                  </a:lnTo>
                  <a:lnTo>
                    <a:pt x="10477" y="10572"/>
                  </a:lnTo>
                  <a:lnTo>
                    <a:pt x="250126" y="10572"/>
                  </a:lnTo>
                  <a:close/>
                </a:path>
              </a:pathLst>
            </a:custGeom>
            <a:ln w="4762">
              <a:solidFill>
                <a:srgbClr val="000000"/>
              </a:solidFill>
            </a:ln>
          </p:spPr>
          <p:txBody>
            <a:bodyPr wrap="square" lIns="0" tIns="0" rIns="0" bIns="0" rtlCol="0"/>
            <a:lstStyle/>
            <a:p>
              <a:endParaRPr/>
            </a:p>
          </p:txBody>
        </p:sp>
        <p:sp>
          <p:nvSpPr>
            <p:cNvPr id="320" name="object 141">
              <a:extLst>
                <a:ext uri="{FF2B5EF4-FFF2-40B4-BE49-F238E27FC236}">
                  <a16:creationId xmlns:a16="http://schemas.microsoft.com/office/drawing/2014/main" id="{9A086594-8F1F-38DC-87CC-7AD84405E892}"/>
                </a:ext>
              </a:extLst>
            </p:cNvPr>
            <p:cNvSpPr/>
            <p:nvPr/>
          </p:nvSpPr>
          <p:spPr>
            <a:xfrm>
              <a:off x="6754547" y="5040932"/>
              <a:ext cx="10795" cy="151130"/>
            </a:xfrm>
            <a:custGeom>
              <a:avLst/>
              <a:gdLst/>
              <a:ahLst/>
              <a:cxnLst/>
              <a:rect l="l" t="t" r="r" b="b"/>
              <a:pathLst>
                <a:path w="10795" h="151130">
                  <a:moveTo>
                    <a:pt x="10490" y="10566"/>
                  </a:moveTo>
                  <a:lnTo>
                    <a:pt x="0" y="0"/>
                  </a:lnTo>
                  <a:lnTo>
                    <a:pt x="0" y="150583"/>
                  </a:lnTo>
                  <a:lnTo>
                    <a:pt x="10490" y="140017"/>
                  </a:lnTo>
                  <a:lnTo>
                    <a:pt x="10490" y="10566"/>
                  </a:lnTo>
                  <a:close/>
                </a:path>
              </a:pathLst>
            </a:custGeom>
            <a:solidFill>
              <a:srgbClr val="000000"/>
            </a:solidFill>
          </p:spPr>
          <p:txBody>
            <a:bodyPr wrap="square" lIns="0" tIns="0" rIns="0" bIns="0" rtlCol="0"/>
            <a:lstStyle/>
            <a:p>
              <a:endParaRPr/>
            </a:p>
          </p:txBody>
        </p:sp>
        <p:sp>
          <p:nvSpPr>
            <p:cNvPr id="321" name="object 142">
              <a:extLst>
                <a:ext uri="{FF2B5EF4-FFF2-40B4-BE49-F238E27FC236}">
                  <a16:creationId xmlns:a16="http://schemas.microsoft.com/office/drawing/2014/main" id="{7BA24218-EAA9-B88D-B0B4-86D4EB772915}"/>
                </a:ext>
              </a:extLst>
            </p:cNvPr>
            <p:cNvSpPr/>
            <p:nvPr/>
          </p:nvSpPr>
          <p:spPr>
            <a:xfrm>
              <a:off x="6754559" y="5040925"/>
              <a:ext cx="10795" cy="151130"/>
            </a:xfrm>
            <a:custGeom>
              <a:avLst/>
              <a:gdLst/>
              <a:ahLst/>
              <a:cxnLst/>
              <a:rect l="l" t="t" r="r" b="b"/>
              <a:pathLst>
                <a:path w="10795" h="151130">
                  <a:moveTo>
                    <a:pt x="10477" y="10572"/>
                  </a:moveTo>
                  <a:lnTo>
                    <a:pt x="0" y="0"/>
                  </a:lnTo>
                  <a:lnTo>
                    <a:pt x="0" y="150590"/>
                  </a:lnTo>
                  <a:lnTo>
                    <a:pt x="10477" y="140017"/>
                  </a:lnTo>
                  <a:lnTo>
                    <a:pt x="10477" y="10572"/>
                  </a:lnTo>
                  <a:close/>
                </a:path>
              </a:pathLst>
            </a:custGeom>
            <a:ln w="4762">
              <a:solidFill>
                <a:srgbClr val="000000"/>
              </a:solidFill>
            </a:ln>
          </p:spPr>
          <p:txBody>
            <a:bodyPr wrap="square" lIns="0" tIns="0" rIns="0" bIns="0" rtlCol="0"/>
            <a:lstStyle/>
            <a:p>
              <a:endParaRPr/>
            </a:p>
          </p:txBody>
        </p:sp>
        <p:sp>
          <p:nvSpPr>
            <p:cNvPr id="322" name="object 143">
              <a:extLst>
                <a:ext uri="{FF2B5EF4-FFF2-40B4-BE49-F238E27FC236}">
                  <a16:creationId xmlns:a16="http://schemas.microsoft.com/office/drawing/2014/main" id="{C641E4A6-AFD8-73AD-4B01-468BD0422ADE}"/>
                </a:ext>
              </a:extLst>
            </p:cNvPr>
            <p:cNvSpPr/>
            <p:nvPr/>
          </p:nvSpPr>
          <p:spPr>
            <a:xfrm>
              <a:off x="6754547" y="5180950"/>
              <a:ext cx="675005" cy="10795"/>
            </a:xfrm>
            <a:custGeom>
              <a:avLst/>
              <a:gdLst/>
              <a:ahLst/>
              <a:cxnLst/>
              <a:rect l="l" t="t" r="r" b="b"/>
              <a:pathLst>
                <a:path w="675004" h="10794">
                  <a:moveTo>
                    <a:pt x="674954" y="10566"/>
                  </a:moveTo>
                  <a:lnTo>
                    <a:pt x="664565" y="0"/>
                  </a:lnTo>
                  <a:lnTo>
                    <a:pt x="10490" y="0"/>
                  </a:lnTo>
                  <a:lnTo>
                    <a:pt x="0" y="10566"/>
                  </a:lnTo>
                  <a:lnTo>
                    <a:pt x="674954" y="10566"/>
                  </a:lnTo>
                  <a:close/>
                </a:path>
              </a:pathLst>
            </a:custGeom>
            <a:solidFill>
              <a:srgbClr val="000000"/>
            </a:solidFill>
          </p:spPr>
          <p:txBody>
            <a:bodyPr wrap="square" lIns="0" tIns="0" rIns="0" bIns="0" rtlCol="0"/>
            <a:lstStyle/>
            <a:p>
              <a:endParaRPr/>
            </a:p>
          </p:txBody>
        </p:sp>
        <p:sp>
          <p:nvSpPr>
            <p:cNvPr id="323" name="object 144">
              <a:extLst>
                <a:ext uri="{FF2B5EF4-FFF2-40B4-BE49-F238E27FC236}">
                  <a16:creationId xmlns:a16="http://schemas.microsoft.com/office/drawing/2014/main" id="{C817DD09-61E1-CE64-B234-D6039E939CB6}"/>
                </a:ext>
              </a:extLst>
            </p:cNvPr>
            <p:cNvSpPr/>
            <p:nvPr/>
          </p:nvSpPr>
          <p:spPr>
            <a:xfrm>
              <a:off x="6754559" y="5180943"/>
              <a:ext cx="675005" cy="10795"/>
            </a:xfrm>
            <a:custGeom>
              <a:avLst/>
              <a:gdLst/>
              <a:ahLst/>
              <a:cxnLst/>
              <a:rect l="l" t="t" r="r" b="b"/>
              <a:pathLst>
                <a:path w="675004" h="10794">
                  <a:moveTo>
                    <a:pt x="10477" y="0"/>
                  </a:moveTo>
                  <a:lnTo>
                    <a:pt x="0" y="10572"/>
                  </a:lnTo>
                  <a:lnTo>
                    <a:pt x="674941" y="10572"/>
                  </a:lnTo>
                  <a:lnTo>
                    <a:pt x="664559" y="0"/>
                  </a:lnTo>
                  <a:lnTo>
                    <a:pt x="10477" y="0"/>
                  </a:lnTo>
                  <a:close/>
                </a:path>
              </a:pathLst>
            </a:custGeom>
            <a:ln w="4762">
              <a:solidFill>
                <a:srgbClr val="000000"/>
              </a:solidFill>
            </a:ln>
          </p:spPr>
          <p:txBody>
            <a:bodyPr wrap="square" lIns="0" tIns="0" rIns="0" bIns="0" rtlCol="0"/>
            <a:lstStyle/>
            <a:p>
              <a:endParaRPr/>
            </a:p>
          </p:txBody>
        </p:sp>
        <p:sp>
          <p:nvSpPr>
            <p:cNvPr id="324" name="object 145">
              <a:extLst>
                <a:ext uri="{FF2B5EF4-FFF2-40B4-BE49-F238E27FC236}">
                  <a16:creationId xmlns:a16="http://schemas.microsoft.com/office/drawing/2014/main" id="{A0EA4E1E-2970-BA1D-5088-C61018978D27}"/>
                </a:ext>
              </a:extLst>
            </p:cNvPr>
            <p:cNvSpPr/>
            <p:nvPr/>
          </p:nvSpPr>
          <p:spPr>
            <a:xfrm>
              <a:off x="7419112" y="5040932"/>
              <a:ext cx="10795" cy="151130"/>
            </a:xfrm>
            <a:custGeom>
              <a:avLst/>
              <a:gdLst/>
              <a:ahLst/>
              <a:cxnLst/>
              <a:rect l="l" t="t" r="r" b="b"/>
              <a:pathLst>
                <a:path w="10795" h="151130">
                  <a:moveTo>
                    <a:pt x="10388" y="0"/>
                  </a:moveTo>
                  <a:lnTo>
                    <a:pt x="0" y="10566"/>
                  </a:lnTo>
                  <a:lnTo>
                    <a:pt x="0" y="140017"/>
                  </a:lnTo>
                  <a:lnTo>
                    <a:pt x="10388" y="150583"/>
                  </a:lnTo>
                  <a:lnTo>
                    <a:pt x="10388" y="0"/>
                  </a:lnTo>
                  <a:close/>
                </a:path>
              </a:pathLst>
            </a:custGeom>
            <a:solidFill>
              <a:srgbClr val="000000"/>
            </a:solidFill>
          </p:spPr>
          <p:txBody>
            <a:bodyPr wrap="square" lIns="0" tIns="0" rIns="0" bIns="0" rtlCol="0"/>
            <a:lstStyle/>
            <a:p>
              <a:endParaRPr/>
            </a:p>
          </p:txBody>
        </p:sp>
        <p:sp>
          <p:nvSpPr>
            <p:cNvPr id="325" name="object 146">
              <a:extLst>
                <a:ext uri="{FF2B5EF4-FFF2-40B4-BE49-F238E27FC236}">
                  <a16:creationId xmlns:a16="http://schemas.microsoft.com/office/drawing/2014/main" id="{4A5E49DB-E1DE-DE88-5680-19F58D62D210}"/>
                </a:ext>
              </a:extLst>
            </p:cNvPr>
            <p:cNvSpPr/>
            <p:nvPr/>
          </p:nvSpPr>
          <p:spPr>
            <a:xfrm>
              <a:off x="7419118" y="5040925"/>
              <a:ext cx="10795" cy="151130"/>
            </a:xfrm>
            <a:custGeom>
              <a:avLst/>
              <a:gdLst/>
              <a:ahLst/>
              <a:cxnLst/>
              <a:rect l="l" t="t" r="r" b="b"/>
              <a:pathLst>
                <a:path w="10795" h="151130">
                  <a:moveTo>
                    <a:pt x="0" y="140017"/>
                  </a:moveTo>
                  <a:lnTo>
                    <a:pt x="10382" y="150590"/>
                  </a:lnTo>
                  <a:lnTo>
                    <a:pt x="10382" y="0"/>
                  </a:lnTo>
                  <a:lnTo>
                    <a:pt x="0" y="10572"/>
                  </a:lnTo>
                  <a:lnTo>
                    <a:pt x="0" y="140017"/>
                  </a:lnTo>
                  <a:close/>
                </a:path>
              </a:pathLst>
            </a:custGeom>
            <a:ln w="4762">
              <a:solidFill>
                <a:srgbClr val="000000"/>
              </a:solidFill>
            </a:ln>
          </p:spPr>
          <p:txBody>
            <a:bodyPr wrap="square" lIns="0" tIns="0" rIns="0" bIns="0" rtlCol="0"/>
            <a:lstStyle/>
            <a:p>
              <a:endParaRPr/>
            </a:p>
          </p:txBody>
        </p:sp>
        <p:sp>
          <p:nvSpPr>
            <p:cNvPr id="326" name="object 147">
              <a:extLst>
                <a:ext uri="{FF2B5EF4-FFF2-40B4-BE49-F238E27FC236}">
                  <a16:creationId xmlns:a16="http://schemas.microsoft.com/office/drawing/2014/main" id="{213E2644-B5B5-327C-259E-2A7200E87F7F}"/>
                </a:ext>
              </a:extLst>
            </p:cNvPr>
            <p:cNvSpPr/>
            <p:nvPr/>
          </p:nvSpPr>
          <p:spPr>
            <a:xfrm>
              <a:off x="7179463" y="5040932"/>
              <a:ext cx="250190" cy="10795"/>
            </a:xfrm>
            <a:custGeom>
              <a:avLst/>
              <a:gdLst/>
              <a:ahLst/>
              <a:cxnLst/>
              <a:rect l="l" t="t" r="r" b="b"/>
              <a:pathLst>
                <a:path w="250189" h="10794">
                  <a:moveTo>
                    <a:pt x="250037" y="0"/>
                  </a:moveTo>
                  <a:lnTo>
                    <a:pt x="10566" y="0"/>
                  </a:lnTo>
                  <a:lnTo>
                    <a:pt x="0" y="10566"/>
                  </a:lnTo>
                  <a:lnTo>
                    <a:pt x="239649" y="10566"/>
                  </a:lnTo>
                  <a:lnTo>
                    <a:pt x="250037" y="0"/>
                  </a:lnTo>
                  <a:close/>
                </a:path>
              </a:pathLst>
            </a:custGeom>
            <a:solidFill>
              <a:srgbClr val="000000"/>
            </a:solidFill>
          </p:spPr>
          <p:txBody>
            <a:bodyPr wrap="square" lIns="0" tIns="0" rIns="0" bIns="0" rtlCol="0"/>
            <a:lstStyle/>
            <a:p>
              <a:endParaRPr/>
            </a:p>
          </p:txBody>
        </p:sp>
        <p:sp>
          <p:nvSpPr>
            <p:cNvPr id="327" name="object 148">
              <a:extLst>
                <a:ext uri="{FF2B5EF4-FFF2-40B4-BE49-F238E27FC236}">
                  <a16:creationId xmlns:a16="http://schemas.microsoft.com/office/drawing/2014/main" id="{605180DA-67C5-16F5-E29F-B131209190FB}"/>
                </a:ext>
              </a:extLst>
            </p:cNvPr>
            <p:cNvSpPr/>
            <p:nvPr/>
          </p:nvSpPr>
          <p:spPr>
            <a:xfrm>
              <a:off x="7179469" y="5040925"/>
              <a:ext cx="250190" cy="10795"/>
            </a:xfrm>
            <a:custGeom>
              <a:avLst/>
              <a:gdLst/>
              <a:ahLst/>
              <a:cxnLst/>
              <a:rect l="l" t="t" r="r" b="b"/>
              <a:pathLst>
                <a:path w="250189" h="10794">
                  <a:moveTo>
                    <a:pt x="239648" y="10572"/>
                  </a:moveTo>
                  <a:lnTo>
                    <a:pt x="250031" y="0"/>
                  </a:lnTo>
                  <a:lnTo>
                    <a:pt x="10572" y="0"/>
                  </a:lnTo>
                  <a:lnTo>
                    <a:pt x="0" y="10572"/>
                  </a:lnTo>
                  <a:lnTo>
                    <a:pt x="239648" y="10572"/>
                  </a:lnTo>
                  <a:close/>
                </a:path>
              </a:pathLst>
            </a:custGeom>
            <a:ln w="4762">
              <a:solidFill>
                <a:srgbClr val="000000"/>
              </a:solidFill>
            </a:ln>
          </p:spPr>
          <p:txBody>
            <a:bodyPr wrap="square" lIns="0" tIns="0" rIns="0" bIns="0" rtlCol="0"/>
            <a:lstStyle/>
            <a:p>
              <a:endParaRPr/>
            </a:p>
          </p:txBody>
        </p:sp>
        <p:sp>
          <p:nvSpPr>
            <p:cNvPr id="328" name="object 149">
              <a:extLst>
                <a:ext uri="{FF2B5EF4-FFF2-40B4-BE49-F238E27FC236}">
                  <a16:creationId xmlns:a16="http://schemas.microsoft.com/office/drawing/2014/main" id="{C9AE4F2B-CAE9-FEBF-A5CA-745DF58C3B8E}"/>
                </a:ext>
              </a:extLst>
            </p:cNvPr>
            <p:cNvSpPr/>
            <p:nvPr/>
          </p:nvSpPr>
          <p:spPr>
            <a:xfrm>
              <a:off x="7179463" y="4555538"/>
              <a:ext cx="10795" cy="496570"/>
            </a:xfrm>
            <a:custGeom>
              <a:avLst/>
              <a:gdLst/>
              <a:ahLst/>
              <a:cxnLst/>
              <a:rect l="l" t="t" r="r" b="b"/>
              <a:pathLst>
                <a:path w="10795" h="496569">
                  <a:moveTo>
                    <a:pt x="10566" y="0"/>
                  </a:moveTo>
                  <a:lnTo>
                    <a:pt x="0" y="0"/>
                  </a:lnTo>
                  <a:lnTo>
                    <a:pt x="0" y="495960"/>
                  </a:lnTo>
                  <a:lnTo>
                    <a:pt x="10566" y="485394"/>
                  </a:lnTo>
                  <a:lnTo>
                    <a:pt x="10566" y="0"/>
                  </a:lnTo>
                  <a:close/>
                </a:path>
              </a:pathLst>
            </a:custGeom>
            <a:solidFill>
              <a:srgbClr val="000000"/>
            </a:solidFill>
          </p:spPr>
          <p:txBody>
            <a:bodyPr wrap="square" lIns="0" tIns="0" rIns="0" bIns="0" rtlCol="0"/>
            <a:lstStyle/>
            <a:p>
              <a:endParaRPr/>
            </a:p>
          </p:txBody>
        </p:sp>
        <p:sp>
          <p:nvSpPr>
            <p:cNvPr id="329" name="object 150">
              <a:extLst>
                <a:ext uri="{FF2B5EF4-FFF2-40B4-BE49-F238E27FC236}">
                  <a16:creationId xmlns:a16="http://schemas.microsoft.com/office/drawing/2014/main" id="{560C311D-FB5F-758B-B234-E237260881B2}"/>
                </a:ext>
              </a:extLst>
            </p:cNvPr>
            <p:cNvSpPr/>
            <p:nvPr/>
          </p:nvSpPr>
          <p:spPr>
            <a:xfrm>
              <a:off x="7179469" y="4555531"/>
              <a:ext cx="10795" cy="496570"/>
            </a:xfrm>
            <a:custGeom>
              <a:avLst/>
              <a:gdLst/>
              <a:ahLst/>
              <a:cxnLst/>
              <a:rect l="l" t="t" r="r" b="b"/>
              <a:pathLst>
                <a:path w="10795" h="496569">
                  <a:moveTo>
                    <a:pt x="0" y="495966"/>
                  </a:moveTo>
                  <a:lnTo>
                    <a:pt x="10572" y="485394"/>
                  </a:lnTo>
                  <a:lnTo>
                    <a:pt x="10572" y="0"/>
                  </a:lnTo>
                  <a:lnTo>
                    <a:pt x="0" y="0"/>
                  </a:lnTo>
                  <a:lnTo>
                    <a:pt x="0" y="495966"/>
                  </a:lnTo>
                  <a:close/>
                </a:path>
              </a:pathLst>
            </a:custGeom>
            <a:ln w="4762">
              <a:solidFill>
                <a:srgbClr val="000000"/>
              </a:solidFill>
            </a:ln>
          </p:spPr>
          <p:txBody>
            <a:bodyPr wrap="square" lIns="0" tIns="0" rIns="0" bIns="0" rtlCol="0"/>
            <a:lstStyle/>
            <a:p>
              <a:endParaRPr/>
            </a:p>
          </p:txBody>
        </p:sp>
        <p:sp>
          <p:nvSpPr>
            <p:cNvPr id="330" name="object 151">
              <a:extLst>
                <a:ext uri="{FF2B5EF4-FFF2-40B4-BE49-F238E27FC236}">
                  <a16:creationId xmlns:a16="http://schemas.microsoft.com/office/drawing/2014/main" id="{8BEDF5ED-EC1C-A8B4-FE93-461D504573D2}"/>
                </a:ext>
              </a:extLst>
            </p:cNvPr>
            <p:cNvSpPr/>
            <p:nvPr/>
          </p:nvSpPr>
          <p:spPr>
            <a:xfrm>
              <a:off x="6995910" y="5046266"/>
              <a:ext cx="6985" cy="26670"/>
            </a:xfrm>
            <a:custGeom>
              <a:avLst/>
              <a:gdLst/>
              <a:ahLst/>
              <a:cxnLst/>
              <a:rect l="l" t="t" r="r" b="b"/>
              <a:pathLst>
                <a:path w="6985" h="26669">
                  <a:moveTo>
                    <a:pt x="6870" y="0"/>
                  </a:moveTo>
                  <a:lnTo>
                    <a:pt x="0" y="0"/>
                  </a:lnTo>
                  <a:lnTo>
                    <a:pt x="0" y="26289"/>
                  </a:lnTo>
                  <a:lnTo>
                    <a:pt x="6870" y="26289"/>
                  </a:lnTo>
                  <a:lnTo>
                    <a:pt x="6870" y="0"/>
                  </a:lnTo>
                  <a:close/>
                </a:path>
              </a:pathLst>
            </a:custGeom>
            <a:solidFill>
              <a:srgbClr val="000000"/>
            </a:solidFill>
          </p:spPr>
          <p:txBody>
            <a:bodyPr wrap="square" lIns="0" tIns="0" rIns="0" bIns="0" rtlCol="0"/>
            <a:lstStyle/>
            <a:p>
              <a:endParaRPr/>
            </a:p>
          </p:txBody>
        </p:sp>
        <p:sp>
          <p:nvSpPr>
            <p:cNvPr id="331" name="object 152">
              <a:extLst>
                <a:ext uri="{FF2B5EF4-FFF2-40B4-BE49-F238E27FC236}">
                  <a16:creationId xmlns:a16="http://schemas.microsoft.com/office/drawing/2014/main" id="{CF77A83D-59A6-3AEF-3095-13B67C447F8D}"/>
                </a:ext>
              </a:extLst>
            </p:cNvPr>
            <p:cNvSpPr/>
            <p:nvPr/>
          </p:nvSpPr>
          <p:spPr>
            <a:xfrm>
              <a:off x="6995922" y="5046259"/>
              <a:ext cx="6985" cy="26670"/>
            </a:xfrm>
            <a:custGeom>
              <a:avLst/>
              <a:gdLst/>
              <a:ahLst/>
              <a:cxnLst/>
              <a:rect l="l" t="t" r="r" b="b"/>
              <a:pathLst>
                <a:path w="6985" h="26669">
                  <a:moveTo>
                    <a:pt x="6858" y="0"/>
                  </a:moveTo>
                  <a:lnTo>
                    <a:pt x="0" y="0"/>
                  </a:lnTo>
                  <a:lnTo>
                    <a:pt x="0" y="26289"/>
                  </a:lnTo>
                  <a:lnTo>
                    <a:pt x="6858" y="26289"/>
                  </a:lnTo>
                  <a:lnTo>
                    <a:pt x="6858" y="0"/>
                  </a:lnTo>
                  <a:close/>
                </a:path>
              </a:pathLst>
            </a:custGeom>
            <a:ln w="4762">
              <a:solidFill>
                <a:srgbClr val="000000"/>
              </a:solidFill>
            </a:ln>
          </p:spPr>
          <p:txBody>
            <a:bodyPr wrap="square" lIns="0" tIns="0" rIns="0" bIns="0" rtlCol="0"/>
            <a:lstStyle/>
            <a:p>
              <a:endParaRPr/>
            </a:p>
          </p:txBody>
        </p:sp>
        <p:sp>
          <p:nvSpPr>
            <p:cNvPr id="332" name="object 153">
              <a:extLst>
                <a:ext uri="{FF2B5EF4-FFF2-40B4-BE49-F238E27FC236}">
                  <a16:creationId xmlns:a16="http://schemas.microsoft.com/office/drawing/2014/main" id="{AC50304A-575D-60DF-F975-787104A0E4A2}"/>
                </a:ext>
              </a:extLst>
            </p:cNvPr>
            <p:cNvSpPr/>
            <p:nvPr/>
          </p:nvSpPr>
          <p:spPr>
            <a:xfrm>
              <a:off x="6995910" y="5094361"/>
              <a:ext cx="6985" cy="43815"/>
            </a:xfrm>
            <a:custGeom>
              <a:avLst/>
              <a:gdLst/>
              <a:ahLst/>
              <a:cxnLst/>
              <a:rect l="l" t="t" r="r" b="b"/>
              <a:pathLst>
                <a:path w="6985" h="43814">
                  <a:moveTo>
                    <a:pt x="6870" y="0"/>
                  </a:moveTo>
                  <a:lnTo>
                    <a:pt x="0" y="0"/>
                  </a:lnTo>
                  <a:lnTo>
                    <a:pt x="0" y="43726"/>
                  </a:lnTo>
                  <a:lnTo>
                    <a:pt x="6870" y="43726"/>
                  </a:lnTo>
                  <a:lnTo>
                    <a:pt x="6870" y="0"/>
                  </a:lnTo>
                  <a:close/>
                </a:path>
              </a:pathLst>
            </a:custGeom>
            <a:solidFill>
              <a:srgbClr val="000000"/>
            </a:solidFill>
          </p:spPr>
          <p:txBody>
            <a:bodyPr wrap="square" lIns="0" tIns="0" rIns="0" bIns="0" rtlCol="0"/>
            <a:lstStyle/>
            <a:p>
              <a:endParaRPr/>
            </a:p>
          </p:txBody>
        </p:sp>
        <p:sp>
          <p:nvSpPr>
            <p:cNvPr id="333" name="object 154">
              <a:extLst>
                <a:ext uri="{FF2B5EF4-FFF2-40B4-BE49-F238E27FC236}">
                  <a16:creationId xmlns:a16="http://schemas.microsoft.com/office/drawing/2014/main" id="{2208D254-3B9A-389F-EAF8-EF96775A21BD}"/>
                </a:ext>
              </a:extLst>
            </p:cNvPr>
            <p:cNvSpPr/>
            <p:nvPr/>
          </p:nvSpPr>
          <p:spPr>
            <a:xfrm>
              <a:off x="6995922" y="5094360"/>
              <a:ext cx="6985" cy="43815"/>
            </a:xfrm>
            <a:custGeom>
              <a:avLst/>
              <a:gdLst/>
              <a:ahLst/>
              <a:cxnLst/>
              <a:rect l="l" t="t" r="r" b="b"/>
              <a:pathLst>
                <a:path w="6985" h="43814">
                  <a:moveTo>
                    <a:pt x="6858" y="0"/>
                  </a:moveTo>
                  <a:lnTo>
                    <a:pt x="0" y="0"/>
                  </a:lnTo>
                  <a:lnTo>
                    <a:pt x="0" y="43720"/>
                  </a:lnTo>
                  <a:lnTo>
                    <a:pt x="6858" y="43720"/>
                  </a:lnTo>
                  <a:lnTo>
                    <a:pt x="6858" y="0"/>
                  </a:lnTo>
                  <a:close/>
                </a:path>
              </a:pathLst>
            </a:custGeom>
            <a:ln w="4762">
              <a:solidFill>
                <a:srgbClr val="000000"/>
              </a:solidFill>
            </a:ln>
          </p:spPr>
          <p:txBody>
            <a:bodyPr wrap="square" lIns="0" tIns="0" rIns="0" bIns="0" rtlCol="0"/>
            <a:lstStyle/>
            <a:p>
              <a:endParaRPr/>
            </a:p>
          </p:txBody>
        </p:sp>
        <p:sp>
          <p:nvSpPr>
            <p:cNvPr id="334" name="object 155">
              <a:extLst>
                <a:ext uri="{FF2B5EF4-FFF2-40B4-BE49-F238E27FC236}">
                  <a16:creationId xmlns:a16="http://schemas.microsoft.com/office/drawing/2014/main" id="{BBC80726-DB9E-B70F-6F35-F936C90EE8D9}"/>
                </a:ext>
              </a:extLst>
            </p:cNvPr>
            <p:cNvSpPr/>
            <p:nvPr/>
          </p:nvSpPr>
          <p:spPr>
            <a:xfrm>
              <a:off x="6995910" y="5159995"/>
              <a:ext cx="6985" cy="26670"/>
            </a:xfrm>
            <a:custGeom>
              <a:avLst/>
              <a:gdLst/>
              <a:ahLst/>
              <a:cxnLst/>
              <a:rect l="l" t="t" r="r" b="b"/>
              <a:pathLst>
                <a:path w="6985" h="26669">
                  <a:moveTo>
                    <a:pt x="6870" y="0"/>
                  </a:moveTo>
                  <a:lnTo>
                    <a:pt x="0" y="0"/>
                  </a:lnTo>
                  <a:lnTo>
                    <a:pt x="0" y="26289"/>
                  </a:lnTo>
                  <a:lnTo>
                    <a:pt x="6870" y="26289"/>
                  </a:lnTo>
                  <a:lnTo>
                    <a:pt x="6870" y="0"/>
                  </a:lnTo>
                  <a:close/>
                </a:path>
              </a:pathLst>
            </a:custGeom>
            <a:solidFill>
              <a:srgbClr val="000000"/>
            </a:solidFill>
          </p:spPr>
          <p:txBody>
            <a:bodyPr wrap="square" lIns="0" tIns="0" rIns="0" bIns="0" rtlCol="0"/>
            <a:lstStyle/>
            <a:p>
              <a:endParaRPr/>
            </a:p>
          </p:txBody>
        </p:sp>
        <p:sp>
          <p:nvSpPr>
            <p:cNvPr id="335" name="object 156">
              <a:extLst>
                <a:ext uri="{FF2B5EF4-FFF2-40B4-BE49-F238E27FC236}">
                  <a16:creationId xmlns:a16="http://schemas.microsoft.com/office/drawing/2014/main" id="{4E306DE2-1A96-4B82-16D7-A3545C901F4D}"/>
                </a:ext>
              </a:extLst>
            </p:cNvPr>
            <p:cNvSpPr/>
            <p:nvPr/>
          </p:nvSpPr>
          <p:spPr>
            <a:xfrm>
              <a:off x="6995922" y="5159988"/>
              <a:ext cx="6985" cy="26670"/>
            </a:xfrm>
            <a:custGeom>
              <a:avLst/>
              <a:gdLst/>
              <a:ahLst/>
              <a:cxnLst/>
              <a:rect l="l" t="t" r="r" b="b"/>
              <a:pathLst>
                <a:path w="6985" h="26669">
                  <a:moveTo>
                    <a:pt x="6858" y="0"/>
                  </a:moveTo>
                  <a:lnTo>
                    <a:pt x="0" y="0"/>
                  </a:lnTo>
                  <a:lnTo>
                    <a:pt x="0" y="26289"/>
                  </a:lnTo>
                  <a:lnTo>
                    <a:pt x="6858" y="26289"/>
                  </a:lnTo>
                  <a:lnTo>
                    <a:pt x="6858" y="0"/>
                  </a:lnTo>
                  <a:close/>
                </a:path>
              </a:pathLst>
            </a:custGeom>
            <a:ln w="4762">
              <a:solidFill>
                <a:srgbClr val="000000"/>
              </a:solidFill>
            </a:ln>
          </p:spPr>
          <p:txBody>
            <a:bodyPr wrap="square" lIns="0" tIns="0" rIns="0" bIns="0" rtlCol="0"/>
            <a:lstStyle/>
            <a:p>
              <a:endParaRPr/>
            </a:p>
          </p:txBody>
        </p:sp>
        <p:sp>
          <p:nvSpPr>
            <p:cNvPr id="336" name="object 157">
              <a:extLst>
                <a:ext uri="{FF2B5EF4-FFF2-40B4-BE49-F238E27FC236}">
                  <a16:creationId xmlns:a16="http://schemas.microsoft.com/office/drawing/2014/main" id="{3483745C-C110-B963-8B4A-A4558BB084A7}"/>
                </a:ext>
              </a:extLst>
            </p:cNvPr>
            <p:cNvSpPr/>
            <p:nvPr/>
          </p:nvSpPr>
          <p:spPr>
            <a:xfrm>
              <a:off x="6995922" y="5186277"/>
              <a:ext cx="6985" cy="0"/>
            </a:xfrm>
            <a:custGeom>
              <a:avLst/>
              <a:gdLst/>
              <a:ahLst/>
              <a:cxnLst/>
              <a:rect l="l" t="t" r="r" b="b"/>
              <a:pathLst>
                <a:path w="6985">
                  <a:moveTo>
                    <a:pt x="6858" y="0"/>
                  </a:moveTo>
                  <a:lnTo>
                    <a:pt x="0" y="0"/>
                  </a:lnTo>
                  <a:lnTo>
                    <a:pt x="6858" y="0"/>
                  </a:lnTo>
                  <a:close/>
                </a:path>
              </a:pathLst>
            </a:custGeom>
            <a:solidFill>
              <a:srgbClr val="000000"/>
            </a:solidFill>
          </p:spPr>
          <p:txBody>
            <a:bodyPr wrap="square" lIns="0" tIns="0" rIns="0" bIns="0" rtlCol="0"/>
            <a:lstStyle/>
            <a:p>
              <a:endParaRPr/>
            </a:p>
          </p:txBody>
        </p:sp>
        <p:sp>
          <p:nvSpPr>
            <p:cNvPr id="337" name="object 158">
              <a:extLst>
                <a:ext uri="{FF2B5EF4-FFF2-40B4-BE49-F238E27FC236}">
                  <a16:creationId xmlns:a16="http://schemas.microsoft.com/office/drawing/2014/main" id="{30CD7476-7BF0-0E06-CC0A-AADC16682173}"/>
                </a:ext>
              </a:extLst>
            </p:cNvPr>
            <p:cNvSpPr/>
            <p:nvPr/>
          </p:nvSpPr>
          <p:spPr>
            <a:xfrm>
              <a:off x="6995922" y="5186277"/>
              <a:ext cx="6985" cy="0"/>
            </a:xfrm>
            <a:custGeom>
              <a:avLst/>
              <a:gdLst/>
              <a:ahLst/>
              <a:cxnLst/>
              <a:rect l="l" t="t" r="r" b="b"/>
              <a:pathLst>
                <a:path w="6985">
                  <a:moveTo>
                    <a:pt x="6858" y="0"/>
                  </a:moveTo>
                  <a:lnTo>
                    <a:pt x="0" y="0"/>
                  </a:lnTo>
                  <a:lnTo>
                    <a:pt x="6858" y="0"/>
                  </a:lnTo>
                  <a:close/>
                </a:path>
              </a:pathLst>
            </a:custGeom>
            <a:ln w="4762">
              <a:solidFill>
                <a:srgbClr val="000000"/>
              </a:solidFill>
            </a:ln>
          </p:spPr>
          <p:txBody>
            <a:bodyPr wrap="square" lIns="0" tIns="0" rIns="0" bIns="0" rtlCol="0"/>
            <a:lstStyle/>
            <a:p>
              <a:endParaRPr/>
            </a:p>
          </p:txBody>
        </p:sp>
        <p:sp>
          <p:nvSpPr>
            <p:cNvPr id="338" name="object 159">
              <a:extLst>
                <a:ext uri="{FF2B5EF4-FFF2-40B4-BE49-F238E27FC236}">
                  <a16:creationId xmlns:a16="http://schemas.microsoft.com/office/drawing/2014/main" id="{51351F5A-52C5-7C73-314E-634D6527B60A}"/>
                </a:ext>
              </a:extLst>
            </p:cNvPr>
            <p:cNvSpPr/>
            <p:nvPr/>
          </p:nvSpPr>
          <p:spPr>
            <a:xfrm>
              <a:off x="6999441" y="4931204"/>
              <a:ext cx="185420" cy="7620"/>
            </a:xfrm>
            <a:custGeom>
              <a:avLst/>
              <a:gdLst/>
              <a:ahLst/>
              <a:cxnLst/>
              <a:rect l="l" t="t" r="r" b="b"/>
              <a:pathLst>
                <a:path w="185420" h="7619">
                  <a:moveTo>
                    <a:pt x="185254" y="0"/>
                  </a:moveTo>
                  <a:lnTo>
                    <a:pt x="0" y="0"/>
                  </a:lnTo>
                  <a:lnTo>
                    <a:pt x="0" y="7048"/>
                  </a:lnTo>
                  <a:lnTo>
                    <a:pt x="185254" y="7048"/>
                  </a:lnTo>
                  <a:lnTo>
                    <a:pt x="185254" y="0"/>
                  </a:lnTo>
                  <a:close/>
                </a:path>
              </a:pathLst>
            </a:custGeom>
            <a:solidFill>
              <a:srgbClr val="000000"/>
            </a:solidFill>
          </p:spPr>
          <p:txBody>
            <a:bodyPr wrap="square" lIns="0" tIns="0" rIns="0" bIns="0" rtlCol="0"/>
            <a:lstStyle/>
            <a:p>
              <a:endParaRPr/>
            </a:p>
          </p:txBody>
        </p:sp>
        <p:sp>
          <p:nvSpPr>
            <p:cNvPr id="339" name="object 160">
              <a:extLst>
                <a:ext uri="{FF2B5EF4-FFF2-40B4-BE49-F238E27FC236}">
                  <a16:creationId xmlns:a16="http://schemas.microsoft.com/office/drawing/2014/main" id="{C5A0B514-413C-3939-DDFF-261842846A94}"/>
                </a:ext>
              </a:extLst>
            </p:cNvPr>
            <p:cNvSpPr/>
            <p:nvPr/>
          </p:nvSpPr>
          <p:spPr>
            <a:xfrm>
              <a:off x="6999447" y="4931197"/>
              <a:ext cx="185420" cy="7620"/>
            </a:xfrm>
            <a:custGeom>
              <a:avLst/>
              <a:gdLst/>
              <a:ahLst/>
              <a:cxnLst/>
              <a:rect l="l" t="t" r="r" b="b"/>
              <a:pathLst>
                <a:path w="185420" h="7619">
                  <a:moveTo>
                    <a:pt x="0" y="0"/>
                  </a:moveTo>
                  <a:lnTo>
                    <a:pt x="0" y="7048"/>
                  </a:lnTo>
                  <a:lnTo>
                    <a:pt x="185261" y="7048"/>
                  </a:lnTo>
                  <a:lnTo>
                    <a:pt x="185261" y="0"/>
                  </a:lnTo>
                  <a:lnTo>
                    <a:pt x="0" y="0"/>
                  </a:lnTo>
                  <a:close/>
                </a:path>
              </a:pathLst>
            </a:custGeom>
            <a:ln w="4762">
              <a:solidFill>
                <a:srgbClr val="000000"/>
              </a:solidFill>
            </a:ln>
          </p:spPr>
          <p:txBody>
            <a:bodyPr wrap="square" lIns="0" tIns="0" rIns="0" bIns="0" rtlCol="0"/>
            <a:lstStyle/>
            <a:p>
              <a:endParaRPr/>
            </a:p>
          </p:txBody>
        </p:sp>
        <p:sp>
          <p:nvSpPr>
            <p:cNvPr id="340" name="object 161">
              <a:extLst>
                <a:ext uri="{FF2B5EF4-FFF2-40B4-BE49-F238E27FC236}">
                  <a16:creationId xmlns:a16="http://schemas.microsoft.com/office/drawing/2014/main" id="{8C900479-7F09-9245-445A-F8AA7B31517E}"/>
                </a:ext>
              </a:extLst>
            </p:cNvPr>
            <p:cNvSpPr/>
            <p:nvPr/>
          </p:nvSpPr>
          <p:spPr>
            <a:xfrm>
              <a:off x="7181279" y="5046266"/>
              <a:ext cx="6985" cy="26670"/>
            </a:xfrm>
            <a:custGeom>
              <a:avLst/>
              <a:gdLst/>
              <a:ahLst/>
              <a:cxnLst/>
              <a:rect l="l" t="t" r="r" b="b"/>
              <a:pathLst>
                <a:path w="6985" h="26669">
                  <a:moveTo>
                    <a:pt x="6946" y="0"/>
                  </a:moveTo>
                  <a:lnTo>
                    <a:pt x="0" y="0"/>
                  </a:lnTo>
                  <a:lnTo>
                    <a:pt x="0" y="26289"/>
                  </a:lnTo>
                  <a:lnTo>
                    <a:pt x="6946" y="26289"/>
                  </a:lnTo>
                  <a:lnTo>
                    <a:pt x="6946" y="0"/>
                  </a:lnTo>
                  <a:close/>
                </a:path>
              </a:pathLst>
            </a:custGeom>
            <a:solidFill>
              <a:srgbClr val="000000"/>
            </a:solidFill>
          </p:spPr>
          <p:txBody>
            <a:bodyPr wrap="square" lIns="0" tIns="0" rIns="0" bIns="0" rtlCol="0"/>
            <a:lstStyle/>
            <a:p>
              <a:endParaRPr/>
            </a:p>
          </p:txBody>
        </p:sp>
        <p:sp>
          <p:nvSpPr>
            <p:cNvPr id="341" name="object 162">
              <a:extLst>
                <a:ext uri="{FF2B5EF4-FFF2-40B4-BE49-F238E27FC236}">
                  <a16:creationId xmlns:a16="http://schemas.microsoft.com/office/drawing/2014/main" id="{7E706C52-8D59-92B9-DB54-AC14ED7FE426}"/>
                </a:ext>
              </a:extLst>
            </p:cNvPr>
            <p:cNvSpPr/>
            <p:nvPr/>
          </p:nvSpPr>
          <p:spPr>
            <a:xfrm>
              <a:off x="7181279" y="5046259"/>
              <a:ext cx="6985" cy="26670"/>
            </a:xfrm>
            <a:custGeom>
              <a:avLst/>
              <a:gdLst/>
              <a:ahLst/>
              <a:cxnLst/>
              <a:rect l="l" t="t" r="r" b="b"/>
              <a:pathLst>
                <a:path w="6985" h="26669">
                  <a:moveTo>
                    <a:pt x="6953" y="0"/>
                  </a:moveTo>
                  <a:lnTo>
                    <a:pt x="0" y="0"/>
                  </a:lnTo>
                  <a:lnTo>
                    <a:pt x="0" y="26289"/>
                  </a:lnTo>
                  <a:lnTo>
                    <a:pt x="6953" y="26289"/>
                  </a:lnTo>
                  <a:lnTo>
                    <a:pt x="6953" y="0"/>
                  </a:lnTo>
                  <a:close/>
                </a:path>
              </a:pathLst>
            </a:custGeom>
            <a:ln w="4762">
              <a:solidFill>
                <a:srgbClr val="000000"/>
              </a:solidFill>
            </a:ln>
          </p:spPr>
          <p:txBody>
            <a:bodyPr wrap="square" lIns="0" tIns="0" rIns="0" bIns="0" rtlCol="0"/>
            <a:lstStyle/>
            <a:p>
              <a:endParaRPr/>
            </a:p>
          </p:txBody>
        </p:sp>
        <p:sp>
          <p:nvSpPr>
            <p:cNvPr id="342" name="object 163">
              <a:extLst>
                <a:ext uri="{FF2B5EF4-FFF2-40B4-BE49-F238E27FC236}">
                  <a16:creationId xmlns:a16="http://schemas.microsoft.com/office/drawing/2014/main" id="{5C3E1CA7-671C-FF01-1CC0-B10E8C7F074C}"/>
                </a:ext>
              </a:extLst>
            </p:cNvPr>
            <p:cNvSpPr/>
            <p:nvPr/>
          </p:nvSpPr>
          <p:spPr>
            <a:xfrm>
              <a:off x="7181279" y="5094361"/>
              <a:ext cx="6985" cy="43815"/>
            </a:xfrm>
            <a:custGeom>
              <a:avLst/>
              <a:gdLst/>
              <a:ahLst/>
              <a:cxnLst/>
              <a:rect l="l" t="t" r="r" b="b"/>
              <a:pathLst>
                <a:path w="6985" h="43814">
                  <a:moveTo>
                    <a:pt x="6946" y="0"/>
                  </a:moveTo>
                  <a:lnTo>
                    <a:pt x="0" y="0"/>
                  </a:lnTo>
                  <a:lnTo>
                    <a:pt x="0" y="43726"/>
                  </a:lnTo>
                  <a:lnTo>
                    <a:pt x="6946" y="43726"/>
                  </a:lnTo>
                  <a:lnTo>
                    <a:pt x="6946" y="0"/>
                  </a:lnTo>
                  <a:close/>
                </a:path>
              </a:pathLst>
            </a:custGeom>
            <a:solidFill>
              <a:srgbClr val="000000"/>
            </a:solidFill>
          </p:spPr>
          <p:txBody>
            <a:bodyPr wrap="square" lIns="0" tIns="0" rIns="0" bIns="0" rtlCol="0"/>
            <a:lstStyle/>
            <a:p>
              <a:endParaRPr/>
            </a:p>
          </p:txBody>
        </p:sp>
        <p:sp>
          <p:nvSpPr>
            <p:cNvPr id="343" name="object 164">
              <a:extLst>
                <a:ext uri="{FF2B5EF4-FFF2-40B4-BE49-F238E27FC236}">
                  <a16:creationId xmlns:a16="http://schemas.microsoft.com/office/drawing/2014/main" id="{F598E8CE-C164-DF36-4D28-D3516024B6F0}"/>
                </a:ext>
              </a:extLst>
            </p:cNvPr>
            <p:cNvSpPr/>
            <p:nvPr/>
          </p:nvSpPr>
          <p:spPr>
            <a:xfrm>
              <a:off x="7181279" y="5094360"/>
              <a:ext cx="6985" cy="43815"/>
            </a:xfrm>
            <a:custGeom>
              <a:avLst/>
              <a:gdLst/>
              <a:ahLst/>
              <a:cxnLst/>
              <a:rect l="l" t="t" r="r" b="b"/>
              <a:pathLst>
                <a:path w="6985" h="43814">
                  <a:moveTo>
                    <a:pt x="6953" y="0"/>
                  </a:moveTo>
                  <a:lnTo>
                    <a:pt x="0" y="0"/>
                  </a:lnTo>
                  <a:lnTo>
                    <a:pt x="0" y="43720"/>
                  </a:lnTo>
                  <a:lnTo>
                    <a:pt x="6953" y="43720"/>
                  </a:lnTo>
                  <a:lnTo>
                    <a:pt x="6953" y="0"/>
                  </a:lnTo>
                  <a:close/>
                </a:path>
              </a:pathLst>
            </a:custGeom>
            <a:ln w="4762">
              <a:solidFill>
                <a:srgbClr val="000000"/>
              </a:solidFill>
            </a:ln>
          </p:spPr>
          <p:txBody>
            <a:bodyPr wrap="square" lIns="0" tIns="0" rIns="0" bIns="0" rtlCol="0"/>
            <a:lstStyle/>
            <a:p>
              <a:endParaRPr/>
            </a:p>
          </p:txBody>
        </p:sp>
        <p:sp>
          <p:nvSpPr>
            <p:cNvPr id="344" name="object 165">
              <a:extLst>
                <a:ext uri="{FF2B5EF4-FFF2-40B4-BE49-F238E27FC236}">
                  <a16:creationId xmlns:a16="http://schemas.microsoft.com/office/drawing/2014/main" id="{36C3A2F1-B7AD-3E26-1654-B974DA075404}"/>
                </a:ext>
              </a:extLst>
            </p:cNvPr>
            <p:cNvSpPr/>
            <p:nvPr/>
          </p:nvSpPr>
          <p:spPr>
            <a:xfrm>
              <a:off x="7181279" y="5159995"/>
              <a:ext cx="6985" cy="26670"/>
            </a:xfrm>
            <a:custGeom>
              <a:avLst/>
              <a:gdLst/>
              <a:ahLst/>
              <a:cxnLst/>
              <a:rect l="l" t="t" r="r" b="b"/>
              <a:pathLst>
                <a:path w="6985" h="26669">
                  <a:moveTo>
                    <a:pt x="6946" y="0"/>
                  </a:moveTo>
                  <a:lnTo>
                    <a:pt x="0" y="0"/>
                  </a:lnTo>
                  <a:lnTo>
                    <a:pt x="0" y="26289"/>
                  </a:lnTo>
                  <a:lnTo>
                    <a:pt x="6946" y="26289"/>
                  </a:lnTo>
                  <a:lnTo>
                    <a:pt x="6946" y="0"/>
                  </a:lnTo>
                  <a:close/>
                </a:path>
              </a:pathLst>
            </a:custGeom>
            <a:solidFill>
              <a:srgbClr val="000000"/>
            </a:solidFill>
          </p:spPr>
          <p:txBody>
            <a:bodyPr wrap="square" lIns="0" tIns="0" rIns="0" bIns="0" rtlCol="0"/>
            <a:lstStyle/>
            <a:p>
              <a:endParaRPr/>
            </a:p>
          </p:txBody>
        </p:sp>
        <p:sp>
          <p:nvSpPr>
            <p:cNvPr id="345" name="object 166">
              <a:extLst>
                <a:ext uri="{FF2B5EF4-FFF2-40B4-BE49-F238E27FC236}">
                  <a16:creationId xmlns:a16="http://schemas.microsoft.com/office/drawing/2014/main" id="{DD758806-4DB1-DCE0-E56D-A1886514C88C}"/>
                </a:ext>
              </a:extLst>
            </p:cNvPr>
            <p:cNvSpPr/>
            <p:nvPr/>
          </p:nvSpPr>
          <p:spPr>
            <a:xfrm>
              <a:off x="7181279" y="5159988"/>
              <a:ext cx="6985" cy="26670"/>
            </a:xfrm>
            <a:custGeom>
              <a:avLst/>
              <a:gdLst/>
              <a:ahLst/>
              <a:cxnLst/>
              <a:rect l="l" t="t" r="r" b="b"/>
              <a:pathLst>
                <a:path w="6985" h="26669">
                  <a:moveTo>
                    <a:pt x="6953" y="0"/>
                  </a:moveTo>
                  <a:lnTo>
                    <a:pt x="0" y="0"/>
                  </a:lnTo>
                  <a:lnTo>
                    <a:pt x="0" y="26289"/>
                  </a:lnTo>
                  <a:lnTo>
                    <a:pt x="6953" y="26289"/>
                  </a:lnTo>
                  <a:lnTo>
                    <a:pt x="6953" y="0"/>
                  </a:lnTo>
                  <a:close/>
                </a:path>
              </a:pathLst>
            </a:custGeom>
            <a:ln w="4762">
              <a:solidFill>
                <a:srgbClr val="000000"/>
              </a:solidFill>
            </a:ln>
          </p:spPr>
          <p:txBody>
            <a:bodyPr wrap="square" lIns="0" tIns="0" rIns="0" bIns="0" rtlCol="0"/>
            <a:lstStyle/>
            <a:p>
              <a:endParaRPr/>
            </a:p>
          </p:txBody>
        </p:sp>
        <p:sp>
          <p:nvSpPr>
            <p:cNvPr id="346" name="object 167">
              <a:extLst>
                <a:ext uri="{FF2B5EF4-FFF2-40B4-BE49-F238E27FC236}">
                  <a16:creationId xmlns:a16="http://schemas.microsoft.com/office/drawing/2014/main" id="{29C22BA5-C7E5-7EB7-2DCA-3D502B58EBE6}"/>
                </a:ext>
              </a:extLst>
            </p:cNvPr>
            <p:cNvSpPr/>
            <p:nvPr/>
          </p:nvSpPr>
          <p:spPr>
            <a:xfrm>
              <a:off x="7181279" y="5186277"/>
              <a:ext cx="6985" cy="0"/>
            </a:xfrm>
            <a:custGeom>
              <a:avLst/>
              <a:gdLst/>
              <a:ahLst/>
              <a:cxnLst/>
              <a:rect l="l" t="t" r="r" b="b"/>
              <a:pathLst>
                <a:path w="6985">
                  <a:moveTo>
                    <a:pt x="6953" y="0"/>
                  </a:moveTo>
                  <a:lnTo>
                    <a:pt x="0" y="0"/>
                  </a:lnTo>
                  <a:lnTo>
                    <a:pt x="6953" y="0"/>
                  </a:lnTo>
                  <a:close/>
                </a:path>
              </a:pathLst>
            </a:custGeom>
            <a:solidFill>
              <a:srgbClr val="000000"/>
            </a:solidFill>
          </p:spPr>
          <p:txBody>
            <a:bodyPr wrap="square" lIns="0" tIns="0" rIns="0" bIns="0" rtlCol="0"/>
            <a:lstStyle/>
            <a:p>
              <a:endParaRPr/>
            </a:p>
          </p:txBody>
        </p:sp>
        <p:sp>
          <p:nvSpPr>
            <p:cNvPr id="347" name="object 168">
              <a:extLst>
                <a:ext uri="{FF2B5EF4-FFF2-40B4-BE49-F238E27FC236}">
                  <a16:creationId xmlns:a16="http://schemas.microsoft.com/office/drawing/2014/main" id="{D18387F1-C5A4-69F9-6EBB-B53E7D670084}"/>
                </a:ext>
              </a:extLst>
            </p:cNvPr>
            <p:cNvSpPr/>
            <p:nvPr/>
          </p:nvSpPr>
          <p:spPr>
            <a:xfrm>
              <a:off x="7181279" y="5186277"/>
              <a:ext cx="6985" cy="0"/>
            </a:xfrm>
            <a:custGeom>
              <a:avLst/>
              <a:gdLst/>
              <a:ahLst/>
              <a:cxnLst/>
              <a:rect l="l" t="t" r="r" b="b"/>
              <a:pathLst>
                <a:path w="6985">
                  <a:moveTo>
                    <a:pt x="6953" y="0"/>
                  </a:moveTo>
                  <a:lnTo>
                    <a:pt x="0" y="0"/>
                  </a:lnTo>
                  <a:lnTo>
                    <a:pt x="6953" y="0"/>
                  </a:lnTo>
                  <a:close/>
                </a:path>
              </a:pathLst>
            </a:custGeom>
            <a:ln w="4762">
              <a:solidFill>
                <a:srgbClr val="000000"/>
              </a:solidFill>
            </a:ln>
          </p:spPr>
          <p:txBody>
            <a:bodyPr wrap="square" lIns="0" tIns="0" rIns="0" bIns="0" rtlCol="0"/>
            <a:lstStyle/>
            <a:p>
              <a:endParaRPr/>
            </a:p>
          </p:txBody>
        </p:sp>
        <p:sp>
          <p:nvSpPr>
            <p:cNvPr id="348" name="object 169">
              <a:extLst>
                <a:ext uri="{FF2B5EF4-FFF2-40B4-BE49-F238E27FC236}">
                  <a16:creationId xmlns:a16="http://schemas.microsoft.com/office/drawing/2014/main" id="{7EC9392C-EA79-C830-61D0-9C2F098A1030}"/>
                </a:ext>
              </a:extLst>
            </p:cNvPr>
            <p:cNvSpPr/>
            <p:nvPr/>
          </p:nvSpPr>
          <p:spPr>
            <a:xfrm>
              <a:off x="6759798" y="4934721"/>
              <a:ext cx="411480" cy="252095"/>
            </a:xfrm>
            <a:custGeom>
              <a:avLst/>
              <a:gdLst/>
              <a:ahLst/>
              <a:cxnLst/>
              <a:rect l="l" t="t" r="r" b="b"/>
              <a:pathLst>
                <a:path w="411479" h="252094">
                  <a:moveTo>
                    <a:pt x="0" y="163830"/>
                  </a:moveTo>
                  <a:lnTo>
                    <a:pt x="52292" y="111537"/>
                  </a:lnTo>
                </a:path>
                <a:path w="411479" h="252094">
                  <a:moveTo>
                    <a:pt x="0" y="225742"/>
                  </a:moveTo>
                  <a:lnTo>
                    <a:pt x="114204" y="111537"/>
                  </a:lnTo>
                </a:path>
                <a:path w="411479" h="252094">
                  <a:moveTo>
                    <a:pt x="36004" y="251555"/>
                  </a:moveTo>
                  <a:lnTo>
                    <a:pt x="175926" y="111537"/>
                  </a:lnTo>
                </a:path>
                <a:path w="411479" h="252094">
                  <a:moveTo>
                    <a:pt x="239648" y="47911"/>
                  </a:moveTo>
                  <a:lnTo>
                    <a:pt x="287464" y="0"/>
                  </a:lnTo>
                </a:path>
                <a:path w="411479" h="252094">
                  <a:moveTo>
                    <a:pt x="97916" y="251555"/>
                  </a:moveTo>
                  <a:lnTo>
                    <a:pt x="237838" y="111537"/>
                  </a:lnTo>
                </a:path>
                <a:path w="411479" h="252094">
                  <a:moveTo>
                    <a:pt x="239648" y="109728"/>
                  </a:moveTo>
                  <a:lnTo>
                    <a:pt x="349186" y="0"/>
                  </a:lnTo>
                </a:path>
                <a:path w="411479" h="252094">
                  <a:moveTo>
                    <a:pt x="159638" y="251555"/>
                  </a:moveTo>
                  <a:lnTo>
                    <a:pt x="239648" y="171640"/>
                  </a:lnTo>
                  <a:lnTo>
                    <a:pt x="411098" y="0"/>
                  </a:lnTo>
                </a:path>
              </a:pathLst>
            </a:custGeom>
            <a:ln w="4762">
              <a:solidFill>
                <a:srgbClr val="FF0000"/>
              </a:solidFill>
            </a:ln>
          </p:spPr>
          <p:txBody>
            <a:bodyPr wrap="square" lIns="0" tIns="0" rIns="0" bIns="0" rtlCol="0"/>
            <a:lstStyle/>
            <a:p>
              <a:endParaRPr/>
            </a:p>
          </p:txBody>
        </p:sp>
        <p:pic>
          <p:nvPicPr>
            <p:cNvPr id="349" name="object 170">
              <a:extLst>
                <a:ext uri="{FF2B5EF4-FFF2-40B4-BE49-F238E27FC236}">
                  <a16:creationId xmlns:a16="http://schemas.microsoft.com/office/drawing/2014/main" id="{78E29CA1-4C98-0408-07D7-B8082B8B3E5D}"/>
                </a:ext>
              </a:extLst>
            </p:cNvPr>
            <p:cNvPicPr/>
            <p:nvPr/>
          </p:nvPicPr>
          <p:blipFill>
            <a:blip r:embed="rId8" cstate="print"/>
            <a:stretch>
              <a:fillRect/>
            </a:stretch>
          </p:blipFill>
          <p:spPr>
            <a:xfrm>
              <a:off x="6978968" y="4980347"/>
              <a:ext cx="447675" cy="208311"/>
            </a:xfrm>
            <a:prstGeom prst="rect">
              <a:avLst/>
            </a:prstGeom>
          </p:spPr>
        </p:pic>
        <p:pic>
          <p:nvPicPr>
            <p:cNvPr id="350" name="object 171">
              <a:extLst>
                <a:ext uri="{FF2B5EF4-FFF2-40B4-BE49-F238E27FC236}">
                  <a16:creationId xmlns:a16="http://schemas.microsoft.com/office/drawing/2014/main" id="{70EB6113-D3D8-B71D-2EA1-8BD36ED7A15E}"/>
                </a:ext>
              </a:extLst>
            </p:cNvPr>
            <p:cNvPicPr/>
            <p:nvPr/>
          </p:nvPicPr>
          <p:blipFill>
            <a:blip r:embed="rId9" cstate="print"/>
            <a:stretch>
              <a:fillRect/>
            </a:stretch>
          </p:blipFill>
          <p:spPr>
            <a:xfrm>
              <a:off x="6883718" y="4480379"/>
              <a:ext cx="419004" cy="150399"/>
            </a:xfrm>
            <a:prstGeom prst="rect">
              <a:avLst/>
            </a:prstGeom>
          </p:spPr>
        </p:pic>
        <p:sp>
          <p:nvSpPr>
            <p:cNvPr id="351" name="object 172">
              <a:extLst>
                <a:ext uri="{FF2B5EF4-FFF2-40B4-BE49-F238E27FC236}">
                  <a16:creationId xmlns:a16="http://schemas.microsoft.com/office/drawing/2014/main" id="{1991F07C-F757-6DF5-31F1-DB4D2619F7C0}"/>
                </a:ext>
              </a:extLst>
            </p:cNvPr>
            <p:cNvSpPr/>
            <p:nvPr/>
          </p:nvSpPr>
          <p:spPr>
            <a:xfrm>
              <a:off x="6741605" y="5186277"/>
              <a:ext cx="36830" cy="49530"/>
            </a:xfrm>
            <a:custGeom>
              <a:avLst/>
              <a:gdLst/>
              <a:ahLst/>
              <a:cxnLst/>
              <a:rect l="l" t="t" r="r" b="b"/>
              <a:pathLst>
                <a:path w="36829"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352" name="object 173">
              <a:extLst>
                <a:ext uri="{FF2B5EF4-FFF2-40B4-BE49-F238E27FC236}">
                  <a16:creationId xmlns:a16="http://schemas.microsoft.com/office/drawing/2014/main" id="{DBCDCD15-0D7D-3A58-E075-17E541664029}"/>
                </a:ext>
              </a:extLst>
            </p:cNvPr>
            <p:cNvSpPr/>
            <p:nvPr/>
          </p:nvSpPr>
          <p:spPr>
            <a:xfrm>
              <a:off x="6741605" y="5186277"/>
              <a:ext cx="36830" cy="49530"/>
            </a:xfrm>
            <a:custGeom>
              <a:avLst/>
              <a:gdLst/>
              <a:ahLst/>
              <a:cxnLst/>
              <a:rect l="l" t="t" r="r" b="b"/>
              <a:pathLst>
                <a:path w="36829"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353" name="object 174">
              <a:extLst>
                <a:ext uri="{FF2B5EF4-FFF2-40B4-BE49-F238E27FC236}">
                  <a16:creationId xmlns:a16="http://schemas.microsoft.com/office/drawing/2014/main" id="{2F3F3A98-7C92-AE31-B6C9-B3CDE5867D1D}"/>
                </a:ext>
              </a:extLst>
            </p:cNvPr>
            <p:cNvSpPr/>
            <p:nvPr/>
          </p:nvSpPr>
          <p:spPr>
            <a:xfrm>
              <a:off x="6758077" y="5235623"/>
              <a:ext cx="3810" cy="105410"/>
            </a:xfrm>
            <a:custGeom>
              <a:avLst/>
              <a:gdLst/>
              <a:ahLst/>
              <a:cxnLst/>
              <a:rect l="l" t="t" r="r" b="b"/>
              <a:pathLst>
                <a:path w="3810" h="105410">
                  <a:moveTo>
                    <a:pt x="3530" y="0"/>
                  </a:moveTo>
                  <a:lnTo>
                    <a:pt x="0" y="0"/>
                  </a:lnTo>
                  <a:lnTo>
                    <a:pt x="0" y="105156"/>
                  </a:lnTo>
                  <a:lnTo>
                    <a:pt x="3530" y="101727"/>
                  </a:lnTo>
                  <a:lnTo>
                    <a:pt x="3530" y="0"/>
                  </a:lnTo>
                  <a:close/>
                </a:path>
              </a:pathLst>
            </a:custGeom>
            <a:solidFill>
              <a:srgbClr val="FF0000"/>
            </a:solidFill>
          </p:spPr>
          <p:txBody>
            <a:bodyPr wrap="square" lIns="0" tIns="0" rIns="0" bIns="0" rtlCol="0"/>
            <a:lstStyle/>
            <a:p>
              <a:endParaRPr/>
            </a:p>
          </p:txBody>
        </p:sp>
        <p:sp>
          <p:nvSpPr>
            <p:cNvPr id="354" name="object 175">
              <a:extLst>
                <a:ext uri="{FF2B5EF4-FFF2-40B4-BE49-F238E27FC236}">
                  <a16:creationId xmlns:a16="http://schemas.microsoft.com/office/drawing/2014/main" id="{A279744B-3730-C6A6-4C13-217F567BC8F4}"/>
                </a:ext>
              </a:extLst>
            </p:cNvPr>
            <p:cNvSpPr/>
            <p:nvPr/>
          </p:nvSpPr>
          <p:spPr>
            <a:xfrm>
              <a:off x="6758083" y="5235616"/>
              <a:ext cx="3810" cy="105410"/>
            </a:xfrm>
            <a:custGeom>
              <a:avLst/>
              <a:gdLst/>
              <a:ahLst/>
              <a:cxnLst/>
              <a:rect l="l" t="t" r="r" b="b"/>
              <a:pathLst>
                <a:path w="3810" h="105410">
                  <a:moveTo>
                    <a:pt x="3524" y="0"/>
                  </a:moveTo>
                  <a:lnTo>
                    <a:pt x="0" y="0"/>
                  </a:lnTo>
                  <a:lnTo>
                    <a:pt x="0" y="105155"/>
                  </a:lnTo>
                  <a:lnTo>
                    <a:pt x="3524" y="101726"/>
                  </a:lnTo>
                  <a:lnTo>
                    <a:pt x="3524" y="0"/>
                  </a:lnTo>
                  <a:close/>
                </a:path>
              </a:pathLst>
            </a:custGeom>
            <a:ln w="4762">
              <a:solidFill>
                <a:srgbClr val="FF0000"/>
              </a:solidFill>
            </a:ln>
          </p:spPr>
          <p:txBody>
            <a:bodyPr wrap="square" lIns="0" tIns="0" rIns="0" bIns="0" rtlCol="0"/>
            <a:lstStyle/>
            <a:p>
              <a:endParaRPr/>
            </a:p>
          </p:txBody>
        </p:sp>
        <p:sp>
          <p:nvSpPr>
            <p:cNvPr id="355" name="object 176">
              <a:extLst>
                <a:ext uri="{FF2B5EF4-FFF2-40B4-BE49-F238E27FC236}">
                  <a16:creationId xmlns:a16="http://schemas.microsoft.com/office/drawing/2014/main" id="{B88AFF35-54F8-B17A-9C92-6BED2F630FB6}"/>
                </a:ext>
              </a:extLst>
            </p:cNvPr>
            <p:cNvSpPr/>
            <p:nvPr/>
          </p:nvSpPr>
          <p:spPr>
            <a:xfrm>
              <a:off x="6758077" y="5337350"/>
              <a:ext cx="668020" cy="3810"/>
            </a:xfrm>
            <a:custGeom>
              <a:avLst/>
              <a:gdLst/>
              <a:ahLst/>
              <a:cxnLst/>
              <a:rect l="l" t="t" r="r" b="b"/>
              <a:pathLst>
                <a:path w="668020" h="3810">
                  <a:moveTo>
                    <a:pt x="667893" y="3429"/>
                  </a:moveTo>
                  <a:lnTo>
                    <a:pt x="664375" y="0"/>
                  </a:lnTo>
                  <a:lnTo>
                    <a:pt x="3530" y="0"/>
                  </a:lnTo>
                  <a:lnTo>
                    <a:pt x="0" y="3429"/>
                  </a:lnTo>
                  <a:lnTo>
                    <a:pt x="667893" y="3429"/>
                  </a:lnTo>
                  <a:close/>
                </a:path>
              </a:pathLst>
            </a:custGeom>
            <a:solidFill>
              <a:srgbClr val="FF0000"/>
            </a:solidFill>
          </p:spPr>
          <p:txBody>
            <a:bodyPr wrap="square" lIns="0" tIns="0" rIns="0" bIns="0" rtlCol="0"/>
            <a:lstStyle/>
            <a:p>
              <a:endParaRPr/>
            </a:p>
          </p:txBody>
        </p:sp>
        <p:sp>
          <p:nvSpPr>
            <p:cNvPr id="356" name="object 177">
              <a:extLst>
                <a:ext uri="{FF2B5EF4-FFF2-40B4-BE49-F238E27FC236}">
                  <a16:creationId xmlns:a16="http://schemas.microsoft.com/office/drawing/2014/main" id="{831E598B-08E5-84F7-B047-11E2630DD638}"/>
                </a:ext>
              </a:extLst>
            </p:cNvPr>
            <p:cNvSpPr/>
            <p:nvPr/>
          </p:nvSpPr>
          <p:spPr>
            <a:xfrm>
              <a:off x="6758083" y="5337343"/>
              <a:ext cx="668020" cy="3810"/>
            </a:xfrm>
            <a:custGeom>
              <a:avLst/>
              <a:gdLst/>
              <a:ahLst/>
              <a:cxnLst/>
              <a:rect l="l" t="t" r="r" b="b"/>
              <a:pathLst>
                <a:path w="668020" h="3810">
                  <a:moveTo>
                    <a:pt x="3524" y="0"/>
                  </a:moveTo>
                  <a:lnTo>
                    <a:pt x="0" y="3428"/>
                  </a:lnTo>
                  <a:lnTo>
                    <a:pt x="667893" y="3428"/>
                  </a:lnTo>
                  <a:lnTo>
                    <a:pt x="664369" y="0"/>
                  </a:lnTo>
                  <a:lnTo>
                    <a:pt x="3524" y="0"/>
                  </a:lnTo>
                  <a:close/>
                </a:path>
              </a:pathLst>
            </a:custGeom>
            <a:ln w="4762">
              <a:solidFill>
                <a:srgbClr val="FF0000"/>
              </a:solidFill>
            </a:ln>
          </p:spPr>
          <p:txBody>
            <a:bodyPr wrap="square" lIns="0" tIns="0" rIns="0" bIns="0" rtlCol="0"/>
            <a:lstStyle/>
            <a:p>
              <a:endParaRPr/>
            </a:p>
          </p:txBody>
        </p:sp>
        <p:sp>
          <p:nvSpPr>
            <p:cNvPr id="357" name="object 178">
              <a:extLst>
                <a:ext uri="{FF2B5EF4-FFF2-40B4-BE49-F238E27FC236}">
                  <a16:creationId xmlns:a16="http://schemas.microsoft.com/office/drawing/2014/main" id="{7A172FF7-285C-7913-EDBC-968F1C520130}"/>
                </a:ext>
              </a:extLst>
            </p:cNvPr>
            <p:cNvSpPr/>
            <p:nvPr/>
          </p:nvSpPr>
          <p:spPr>
            <a:xfrm>
              <a:off x="7422452" y="5235623"/>
              <a:ext cx="3810" cy="105410"/>
            </a:xfrm>
            <a:custGeom>
              <a:avLst/>
              <a:gdLst/>
              <a:ahLst/>
              <a:cxnLst/>
              <a:rect l="l" t="t" r="r" b="b"/>
              <a:pathLst>
                <a:path w="3810" h="105410">
                  <a:moveTo>
                    <a:pt x="3517" y="0"/>
                  </a:moveTo>
                  <a:lnTo>
                    <a:pt x="0" y="0"/>
                  </a:lnTo>
                  <a:lnTo>
                    <a:pt x="0" y="101727"/>
                  </a:lnTo>
                  <a:lnTo>
                    <a:pt x="3517" y="105156"/>
                  </a:lnTo>
                  <a:lnTo>
                    <a:pt x="3517" y="0"/>
                  </a:lnTo>
                  <a:close/>
                </a:path>
              </a:pathLst>
            </a:custGeom>
            <a:solidFill>
              <a:srgbClr val="FF0000"/>
            </a:solidFill>
          </p:spPr>
          <p:txBody>
            <a:bodyPr wrap="square" lIns="0" tIns="0" rIns="0" bIns="0" rtlCol="0"/>
            <a:lstStyle/>
            <a:p>
              <a:endParaRPr/>
            </a:p>
          </p:txBody>
        </p:sp>
        <p:sp>
          <p:nvSpPr>
            <p:cNvPr id="358" name="object 179">
              <a:extLst>
                <a:ext uri="{FF2B5EF4-FFF2-40B4-BE49-F238E27FC236}">
                  <a16:creationId xmlns:a16="http://schemas.microsoft.com/office/drawing/2014/main" id="{6E703331-7FE9-8A5C-8FC3-B1FD4C45291B}"/>
                </a:ext>
              </a:extLst>
            </p:cNvPr>
            <p:cNvSpPr/>
            <p:nvPr/>
          </p:nvSpPr>
          <p:spPr>
            <a:xfrm>
              <a:off x="7422452" y="5235616"/>
              <a:ext cx="3810" cy="105410"/>
            </a:xfrm>
            <a:custGeom>
              <a:avLst/>
              <a:gdLst/>
              <a:ahLst/>
              <a:cxnLst/>
              <a:rect l="l" t="t" r="r" b="b"/>
              <a:pathLst>
                <a:path w="3810" h="105410">
                  <a:moveTo>
                    <a:pt x="0" y="101726"/>
                  </a:moveTo>
                  <a:lnTo>
                    <a:pt x="3524" y="105155"/>
                  </a:lnTo>
                  <a:lnTo>
                    <a:pt x="3524" y="0"/>
                  </a:lnTo>
                  <a:lnTo>
                    <a:pt x="0" y="0"/>
                  </a:lnTo>
                  <a:lnTo>
                    <a:pt x="0" y="101726"/>
                  </a:lnTo>
                  <a:close/>
                </a:path>
              </a:pathLst>
            </a:custGeom>
            <a:ln w="4762">
              <a:solidFill>
                <a:srgbClr val="FF0000"/>
              </a:solidFill>
            </a:ln>
          </p:spPr>
          <p:txBody>
            <a:bodyPr wrap="square" lIns="0" tIns="0" rIns="0" bIns="0" rtlCol="0"/>
            <a:lstStyle/>
            <a:p>
              <a:endParaRPr/>
            </a:p>
          </p:txBody>
        </p:sp>
        <p:sp>
          <p:nvSpPr>
            <p:cNvPr id="359" name="object 180">
              <a:extLst>
                <a:ext uri="{FF2B5EF4-FFF2-40B4-BE49-F238E27FC236}">
                  <a16:creationId xmlns:a16="http://schemas.microsoft.com/office/drawing/2014/main" id="{2B5D9648-EAC3-3542-C07E-71447CC2374E}"/>
                </a:ext>
              </a:extLst>
            </p:cNvPr>
            <p:cNvSpPr/>
            <p:nvPr/>
          </p:nvSpPr>
          <p:spPr>
            <a:xfrm>
              <a:off x="7406069" y="5186277"/>
              <a:ext cx="36830" cy="49530"/>
            </a:xfrm>
            <a:custGeom>
              <a:avLst/>
              <a:gdLst/>
              <a:ahLst/>
              <a:cxnLst/>
              <a:rect l="l" t="t" r="r" b="b"/>
              <a:pathLst>
                <a:path w="36829" h="49530">
                  <a:moveTo>
                    <a:pt x="36480" y="49339"/>
                  </a:moveTo>
                  <a:lnTo>
                    <a:pt x="0" y="49339"/>
                  </a:lnTo>
                  <a:lnTo>
                    <a:pt x="18193" y="0"/>
                  </a:lnTo>
                  <a:lnTo>
                    <a:pt x="36480" y="49339"/>
                  </a:lnTo>
                  <a:close/>
                </a:path>
              </a:pathLst>
            </a:custGeom>
            <a:solidFill>
              <a:srgbClr val="FF0000"/>
            </a:solidFill>
          </p:spPr>
          <p:txBody>
            <a:bodyPr wrap="square" lIns="0" tIns="0" rIns="0" bIns="0" rtlCol="0"/>
            <a:lstStyle/>
            <a:p>
              <a:endParaRPr/>
            </a:p>
          </p:txBody>
        </p:sp>
        <p:sp>
          <p:nvSpPr>
            <p:cNvPr id="360" name="object 181">
              <a:extLst>
                <a:ext uri="{FF2B5EF4-FFF2-40B4-BE49-F238E27FC236}">
                  <a16:creationId xmlns:a16="http://schemas.microsoft.com/office/drawing/2014/main" id="{F9414C77-E2FD-8FEE-EA20-6F2ECC5EDCEC}"/>
                </a:ext>
              </a:extLst>
            </p:cNvPr>
            <p:cNvSpPr/>
            <p:nvPr/>
          </p:nvSpPr>
          <p:spPr>
            <a:xfrm>
              <a:off x="7406069" y="5186277"/>
              <a:ext cx="36830" cy="49530"/>
            </a:xfrm>
            <a:custGeom>
              <a:avLst/>
              <a:gdLst/>
              <a:ahLst/>
              <a:cxnLst/>
              <a:rect l="l" t="t" r="r" b="b"/>
              <a:pathLst>
                <a:path w="36829" h="49530">
                  <a:moveTo>
                    <a:pt x="36480" y="49339"/>
                  </a:moveTo>
                  <a:lnTo>
                    <a:pt x="18193" y="0"/>
                  </a:lnTo>
                  <a:lnTo>
                    <a:pt x="0" y="49339"/>
                  </a:lnTo>
                  <a:lnTo>
                    <a:pt x="36480" y="49339"/>
                  </a:lnTo>
                  <a:close/>
                </a:path>
              </a:pathLst>
            </a:custGeom>
            <a:ln w="4762">
              <a:solidFill>
                <a:srgbClr val="FF0000"/>
              </a:solidFill>
            </a:ln>
          </p:spPr>
          <p:txBody>
            <a:bodyPr wrap="square" lIns="0" tIns="0" rIns="0" bIns="0" rtlCol="0"/>
            <a:lstStyle/>
            <a:p>
              <a:endParaRPr/>
            </a:p>
          </p:txBody>
        </p:sp>
        <p:sp>
          <p:nvSpPr>
            <p:cNvPr id="361" name="object 182">
              <a:extLst>
                <a:ext uri="{FF2B5EF4-FFF2-40B4-BE49-F238E27FC236}">
                  <a16:creationId xmlns:a16="http://schemas.microsoft.com/office/drawing/2014/main" id="{05AD668B-B34B-F079-08E0-655AC4D6D2E9}"/>
                </a:ext>
              </a:extLst>
            </p:cNvPr>
            <p:cNvSpPr/>
            <p:nvPr/>
          </p:nvSpPr>
          <p:spPr>
            <a:xfrm>
              <a:off x="6907721" y="5186277"/>
              <a:ext cx="36830" cy="49530"/>
            </a:xfrm>
            <a:custGeom>
              <a:avLst/>
              <a:gdLst/>
              <a:ahLst/>
              <a:cxnLst/>
              <a:rect l="l" t="t" r="r" b="b"/>
              <a:pathLst>
                <a:path w="36829" h="49530">
                  <a:moveTo>
                    <a:pt x="36385" y="49339"/>
                  </a:moveTo>
                  <a:lnTo>
                    <a:pt x="0" y="49339"/>
                  </a:lnTo>
                  <a:lnTo>
                    <a:pt x="18192" y="0"/>
                  </a:lnTo>
                  <a:lnTo>
                    <a:pt x="36385" y="49339"/>
                  </a:lnTo>
                  <a:close/>
                </a:path>
              </a:pathLst>
            </a:custGeom>
            <a:solidFill>
              <a:srgbClr val="FF0000"/>
            </a:solidFill>
          </p:spPr>
          <p:txBody>
            <a:bodyPr wrap="square" lIns="0" tIns="0" rIns="0" bIns="0" rtlCol="0"/>
            <a:lstStyle/>
            <a:p>
              <a:endParaRPr/>
            </a:p>
          </p:txBody>
        </p:sp>
        <p:sp>
          <p:nvSpPr>
            <p:cNvPr id="362" name="object 183">
              <a:extLst>
                <a:ext uri="{FF2B5EF4-FFF2-40B4-BE49-F238E27FC236}">
                  <a16:creationId xmlns:a16="http://schemas.microsoft.com/office/drawing/2014/main" id="{E618B152-C5F8-487B-DF62-A797759717AD}"/>
                </a:ext>
              </a:extLst>
            </p:cNvPr>
            <p:cNvSpPr/>
            <p:nvPr/>
          </p:nvSpPr>
          <p:spPr>
            <a:xfrm>
              <a:off x="6907721" y="5186277"/>
              <a:ext cx="36830" cy="49530"/>
            </a:xfrm>
            <a:custGeom>
              <a:avLst/>
              <a:gdLst/>
              <a:ahLst/>
              <a:cxnLst/>
              <a:rect l="l" t="t" r="r" b="b"/>
              <a:pathLst>
                <a:path w="36829" h="49530">
                  <a:moveTo>
                    <a:pt x="36385" y="49339"/>
                  </a:moveTo>
                  <a:lnTo>
                    <a:pt x="18192" y="0"/>
                  </a:lnTo>
                  <a:lnTo>
                    <a:pt x="0" y="49339"/>
                  </a:lnTo>
                  <a:lnTo>
                    <a:pt x="36385" y="49339"/>
                  </a:lnTo>
                  <a:close/>
                </a:path>
              </a:pathLst>
            </a:custGeom>
            <a:ln w="4762">
              <a:solidFill>
                <a:srgbClr val="FF0000"/>
              </a:solidFill>
            </a:ln>
          </p:spPr>
          <p:txBody>
            <a:bodyPr wrap="square" lIns="0" tIns="0" rIns="0" bIns="0" rtlCol="0"/>
            <a:lstStyle/>
            <a:p>
              <a:endParaRPr/>
            </a:p>
          </p:txBody>
        </p:sp>
        <p:sp>
          <p:nvSpPr>
            <p:cNvPr id="363" name="object 184">
              <a:extLst>
                <a:ext uri="{FF2B5EF4-FFF2-40B4-BE49-F238E27FC236}">
                  <a16:creationId xmlns:a16="http://schemas.microsoft.com/office/drawing/2014/main" id="{2C2C592E-DE46-F25D-80BB-3E6254A291FF}"/>
                </a:ext>
              </a:extLst>
            </p:cNvPr>
            <p:cNvSpPr/>
            <p:nvPr/>
          </p:nvSpPr>
          <p:spPr>
            <a:xfrm>
              <a:off x="6924193" y="5235623"/>
              <a:ext cx="3810" cy="103505"/>
            </a:xfrm>
            <a:custGeom>
              <a:avLst/>
              <a:gdLst/>
              <a:ahLst/>
              <a:cxnLst/>
              <a:rect l="l" t="t" r="r" b="b"/>
              <a:pathLst>
                <a:path w="3810" h="103505">
                  <a:moveTo>
                    <a:pt x="3517" y="0"/>
                  </a:moveTo>
                  <a:lnTo>
                    <a:pt x="0" y="0"/>
                  </a:lnTo>
                  <a:lnTo>
                    <a:pt x="0" y="103339"/>
                  </a:lnTo>
                  <a:lnTo>
                    <a:pt x="3517" y="103339"/>
                  </a:lnTo>
                  <a:lnTo>
                    <a:pt x="3517" y="0"/>
                  </a:lnTo>
                  <a:close/>
                </a:path>
              </a:pathLst>
            </a:custGeom>
            <a:solidFill>
              <a:srgbClr val="FF0000"/>
            </a:solidFill>
          </p:spPr>
          <p:txBody>
            <a:bodyPr wrap="square" lIns="0" tIns="0" rIns="0" bIns="0" rtlCol="0"/>
            <a:lstStyle/>
            <a:p>
              <a:endParaRPr/>
            </a:p>
          </p:txBody>
        </p:sp>
        <p:sp>
          <p:nvSpPr>
            <p:cNvPr id="364" name="object 185">
              <a:extLst>
                <a:ext uri="{FF2B5EF4-FFF2-40B4-BE49-F238E27FC236}">
                  <a16:creationId xmlns:a16="http://schemas.microsoft.com/office/drawing/2014/main" id="{229C66CE-E5F2-7D86-1651-764E17A36902}"/>
                </a:ext>
              </a:extLst>
            </p:cNvPr>
            <p:cNvSpPr/>
            <p:nvPr/>
          </p:nvSpPr>
          <p:spPr>
            <a:xfrm>
              <a:off x="6924199"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365" name="object 186">
              <a:extLst>
                <a:ext uri="{FF2B5EF4-FFF2-40B4-BE49-F238E27FC236}">
                  <a16:creationId xmlns:a16="http://schemas.microsoft.com/office/drawing/2014/main" id="{7AF5CAD6-CF24-427B-2BA3-6B5B37D1BA3C}"/>
                </a:ext>
              </a:extLst>
            </p:cNvPr>
            <p:cNvSpPr/>
            <p:nvPr/>
          </p:nvSpPr>
          <p:spPr>
            <a:xfrm>
              <a:off x="7073837" y="5186277"/>
              <a:ext cx="36830" cy="49530"/>
            </a:xfrm>
            <a:custGeom>
              <a:avLst/>
              <a:gdLst/>
              <a:ahLst/>
              <a:cxnLst/>
              <a:rect l="l" t="t" r="r" b="b"/>
              <a:pathLst>
                <a:path w="36829" h="49530">
                  <a:moveTo>
                    <a:pt x="36480" y="49339"/>
                  </a:moveTo>
                  <a:lnTo>
                    <a:pt x="0" y="49339"/>
                  </a:lnTo>
                  <a:lnTo>
                    <a:pt x="18288" y="0"/>
                  </a:lnTo>
                  <a:lnTo>
                    <a:pt x="36480" y="49339"/>
                  </a:lnTo>
                  <a:close/>
                </a:path>
              </a:pathLst>
            </a:custGeom>
            <a:solidFill>
              <a:srgbClr val="FF0000"/>
            </a:solidFill>
          </p:spPr>
          <p:txBody>
            <a:bodyPr wrap="square" lIns="0" tIns="0" rIns="0" bIns="0" rtlCol="0"/>
            <a:lstStyle/>
            <a:p>
              <a:endParaRPr/>
            </a:p>
          </p:txBody>
        </p:sp>
        <p:sp>
          <p:nvSpPr>
            <p:cNvPr id="366" name="object 187">
              <a:extLst>
                <a:ext uri="{FF2B5EF4-FFF2-40B4-BE49-F238E27FC236}">
                  <a16:creationId xmlns:a16="http://schemas.microsoft.com/office/drawing/2014/main" id="{C619CDD9-D211-BCFD-48C8-3C1829C7CFE4}"/>
                </a:ext>
              </a:extLst>
            </p:cNvPr>
            <p:cNvSpPr/>
            <p:nvPr/>
          </p:nvSpPr>
          <p:spPr>
            <a:xfrm>
              <a:off x="7073837" y="5186277"/>
              <a:ext cx="36830" cy="49530"/>
            </a:xfrm>
            <a:custGeom>
              <a:avLst/>
              <a:gdLst/>
              <a:ahLst/>
              <a:cxnLst/>
              <a:rect l="l" t="t" r="r" b="b"/>
              <a:pathLst>
                <a:path w="36829" h="49530">
                  <a:moveTo>
                    <a:pt x="36480" y="49339"/>
                  </a:moveTo>
                  <a:lnTo>
                    <a:pt x="18288" y="0"/>
                  </a:lnTo>
                  <a:lnTo>
                    <a:pt x="0" y="49339"/>
                  </a:lnTo>
                  <a:lnTo>
                    <a:pt x="36480" y="49339"/>
                  </a:lnTo>
                  <a:close/>
                </a:path>
              </a:pathLst>
            </a:custGeom>
            <a:ln w="4762">
              <a:solidFill>
                <a:srgbClr val="FF0000"/>
              </a:solidFill>
            </a:ln>
          </p:spPr>
          <p:txBody>
            <a:bodyPr wrap="square" lIns="0" tIns="0" rIns="0" bIns="0" rtlCol="0"/>
            <a:lstStyle/>
            <a:p>
              <a:endParaRPr/>
            </a:p>
          </p:txBody>
        </p:sp>
        <p:sp>
          <p:nvSpPr>
            <p:cNvPr id="367" name="object 188">
              <a:extLst>
                <a:ext uri="{FF2B5EF4-FFF2-40B4-BE49-F238E27FC236}">
                  <a16:creationId xmlns:a16="http://schemas.microsoft.com/office/drawing/2014/main" id="{1B4C34A9-A975-8E1F-85C5-CA79CDF282E1}"/>
                </a:ext>
              </a:extLst>
            </p:cNvPr>
            <p:cNvSpPr/>
            <p:nvPr/>
          </p:nvSpPr>
          <p:spPr>
            <a:xfrm>
              <a:off x="7090309" y="5235623"/>
              <a:ext cx="3810" cy="103505"/>
            </a:xfrm>
            <a:custGeom>
              <a:avLst/>
              <a:gdLst/>
              <a:ahLst/>
              <a:cxnLst/>
              <a:rect l="l" t="t" r="r" b="b"/>
              <a:pathLst>
                <a:path w="3810" h="103505">
                  <a:moveTo>
                    <a:pt x="3530" y="0"/>
                  </a:moveTo>
                  <a:lnTo>
                    <a:pt x="0" y="0"/>
                  </a:lnTo>
                  <a:lnTo>
                    <a:pt x="0" y="103339"/>
                  </a:lnTo>
                  <a:lnTo>
                    <a:pt x="3530" y="103339"/>
                  </a:lnTo>
                  <a:lnTo>
                    <a:pt x="3530" y="0"/>
                  </a:lnTo>
                  <a:close/>
                </a:path>
              </a:pathLst>
            </a:custGeom>
            <a:solidFill>
              <a:srgbClr val="FF0000"/>
            </a:solidFill>
          </p:spPr>
          <p:txBody>
            <a:bodyPr wrap="square" lIns="0" tIns="0" rIns="0" bIns="0" rtlCol="0"/>
            <a:lstStyle/>
            <a:p>
              <a:endParaRPr/>
            </a:p>
          </p:txBody>
        </p:sp>
        <p:sp>
          <p:nvSpPr>
            <p:cNvPr id="368" name="object 189">
              <a:extLst>
                <a:ext uri="{FF2B5EF4-FFF2-40B4-BE49-F238E27FC236}">
                  <a16:creationId xmlns:a16="http://schemas.microsoft.com/office/drawing/2014/main" id="{8CE0BF68-BEC2-B0C6-E0E9-940DAD58CC41}"/>
                </a:ext>
              </a:extLst>
            </p:cNvPr>
            <p:cNvSpPr/>
            <p:nvPr/>
          </p:nvSpPr>
          <p:spPr>
            <a:xfrm>
              <a:off x="7090315"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372" name="object 190">
              <a:extLst>
                <a:ext uri="{FF2B5EF4-FFF2-40B4-BE49-F238E27FC236}">
                  <a16:creationId xmlns:a16="http://schemas.microsoft.com/office/drawing/2014/main" id="{DD6CC1E0-557A-DDB0-C353-9ABB36C7F984}"/>
                </a:ext>
              </a:extLst>
            </p:cNvPr>
            <p:cNvSpPr/>
            <p:nvPr/>
          </p:nvSpPr>
          <p:spPr>
            <a:xfrm>
              <a:off x="7240048" y="5186277"/>
              <a:ext cx="36830" cy="49530"/>
            </a:xfrm>
            <a:custGeom>
              <a:avLst/>
              <a:gdLst/>
              <a:ahLst/>
              <a:cxnLst/>
              <a:rect l="l" t="t" r="r" b="b"/>
              <a:pathLst>
                <a:path w="36829" h="49530">
                  <a:moveTo>
                    <a:pt x="36385" y="49339"/>
                  </a:moveTo>
                  <a:lnTo>
                    <a:pt x="0" y="49339"/>
                  </a:lnTo>
                  <a:lnTo>
                    <a:pt x="18193" y="0"/>
                  </a:lnTo>
                  <a:lnTo>
                    <a:pt x="36385" y="49339"/>
                  </a:lnTo>
                  <a:close/>
                </a:path>
              </a:pathLst>
            </a:custGeom>
            <a:solidFill>
              <a:srgbClr val="FF0000"/>
            </a:solidFill>
          </p:spPr>
          <p:txBody>
            <a:bodyPr wrap="square" lIns="0" tIns="0" rIns="0" bIns="0" rtlCol="0"/>
            <a:lstStyle/>
            <a:p>
              <a:endParaRPr/>
            </a:p>
          </p:txBody>
        </p:sp>
        <p:sp>
          <p:nvSpPr>
            <p:cNvPr id="375" name="object 191">
              <a:extLst>
                <a:ext uri="{FF2B5EF4-FFF2-40B4-BE49-F238E27FC236}">
                  <a16:creationId xmlns:a16="http://schemas.microsoft.com/office/drawing/2014/main" id="{964F039E-D4AC-F200-6D53-6CA87CB602B8}"/>
                </a:ext>
              </a:extLst>
            </p:cNvPr>
            <p:cNvSpPr/>
            <p:nvPr/>
          </p:nvSpPr>
          <p:spPr>
            <a:xfrm>
              <a:off x="7240048" y="5186277"/>
              <a:ext cx="36830" cy="49530"/>
            </a:xfrm>
            <a:custGeom>
              <a:avLst/>
              <a:gdLst/>
              <a:ahLst/>
              <a:cxnLst/>
              <a:rect l="l" t="t" r="r" b="b"/>
              <a:pathLst>
                <a:path w="36829" h="49530">
                  <a:moveTo>
                    <a:pt x="36385" y="49339"/>
                  </a:moveTo>
                  <a:lnTo>
                    <a:pt x="18193" y="0"/>
                  </a:lnTo>
                  <a:lnTo>
                    <a:pt x="0" y="49339"/>
                  </a:lnTo>
                  <a:lnTo>
                    <a:pt x="36385" y="49339"/>
                  </a:lnTo>
                  <a:close/>
                </a:path>
              </a:pathLst>
            </a:custGeom>
            <a:ln w="4762">
              <a:solidFill>
                <a:srgbClr val="FF0000"/>
              </a:solidFill>
            </a:ln>
          </p:spPr>
          <p:txBody>
            <a:bodyPr wrap="square" lIns="0" tIns="0" rIns="0" bIns="0" rtlCol="0"/>
            <a:lstStyle/>
            <a:p>
              <a:endParaRPr/>
            </a:p>
          </p:txBody>
        </p:sp>
        <p:sp>
          <p:nvSpPr>
            <p:cNvPr id="376" name="object 192">
              <a:extLst>
                <a:ext uri="{FF2B5EF4-FFF2-40B4-BE49-F238E27FC236}">
                  <a16:creationId xmlns:a16="http://schemas.microsoft.com/office/drawing/2014/main" id="{C578DB77-75AA-66DC-97C0-7128EB4CCEE4}"/>
                </a:ext>
              </a:extLst>
            </p:cNvPr>
            <p:cNvSpPr/>
            <p:nvPr/>
          </p:nvSpPr>
          <p:spPr>
            <a:xfrm>
              <a:off x="7256425" y="5235623"/>
              <a:ext cx="3810" cy="103505"/>
            </a:xfrm>
            <a:custGeom>
              <a:avLst/>
              <a:gdLst/>
              <a:ahLst/>
              <a:cxnLst/>
              <a:rect l="l" t="t" r="r" b="b"/>
              <a:pathLst>
                <a:path w="3810" h="103505">
                  <a:moveTo>
                    <a:pt x="3530" y="0"/>
                  </a:moveTo>
                  <a:lnTo>
                    <a:pt x="0" y="0"/>
                  </a:lnTo>
                  <a:lnTo>
                    <a:pt x="0" y="103339"/>
                  </a:lnTo>
                  <a:lnTo>
                    <a:pt x="3530" y="103339"/>
                  </a:lnTo>
                  <a:lnTo>
                    <a:pt x="3530" y="0"/>
                  </a:lnTo>
                  <a:close/>
                </a:path>
              </a:pathLst>
            </a:custGeom>
            <a:solidFill>
              <a:srgbClr val="FF0000"/>
            </a:solidFill>
          </p:spPr>
          <p:txBody>
            <a:bodyPr wrap="square" lIns="0" tIns="0" rIns="0" bIns="0" rtlCol="0"/>
            <a:lstStyle/>
            <a:p>
              <a:endParaRPr/>
            </a:p>
          </p:txBody>
        </p:sp>
        <p:sp>
          <p:nvSpPr>
            <p:cNvPr id="377" name="object 193">
              <a:extLst>
                <a:ext uri="{FF2B5EF4-FFF2-40B4-BE49-F238E27FC236}">
                  <a16:creationId xmlns:a16="http://schemas.microsoft.com/office/drawing/2014/main" id="{6301A3B5-26B7-5BE1-1139-75FE45BCECAA}"/>
                </a:ext>
              </a:extLst>
            </p:cNvPr>
            <p:cNvSpPr/>
            <p:nvPr/>
          </p:nvSpPr>
          <p:spPr>
            <a:xfrm>
              <a:off x="7256431" y="5235616"/>
              <a:ext cx="3810" cy="103505"/>
            </a:xfrm>
            <a:custGeom>
              <a:avLst/>
              <a:gdLst/>
              <a:ahLst/>
              <a:cxnLst/>
              <a:rect l="l" t="t" r="r" b="b"/>
              <a:pathLst>
                <a:path w="3810" h="103505">
                  <a:moveTo>
                    <a:pt x="3524" y="0"/>
                  </a:moveTo>
                  <a:lnTo>
                    <a:pt x="0" y="0"/>
                  </a:lnTo>
                  <a:lnTo>
                    <a:pt x="0" y="103346"/>
                  </a:lnTo>
                  <a:lnTo>
                    <a:pt x="3524" y="103346"/>
                  </a:lnTo>
                  <a:lnTo>
                    <a:pt x="3524" y="0"/>
                  </a:lnTo>
                  <a:close/>
                </a:path>
              </a:pathLst>
            </a:custGeom>
            <a:ln w="4762">
              <a:solidFill>
                <a:srgbClr val="FF0000"/>
              </a:solidFill>
            </a:ln>
          </p:spPr>
          <p:txBody>
            <a:bodyPr wrap="square" lIns="0" tIns="0" rIns="0" bIns="0" rtlCol="0"/>
            <a:lstStyle/>
            <a:p>
              <a:endParaRPr/>
            </a:p>
          </p:txBody>
        </p:sp>
        <p:sp>
          <p:nvSpPr>
            <p:cNvPr id="378" name="object 194">
              <a:extLst>
                <a:ext uri="{FF2B5EF4-FFF2-40B4-BE49-F238E27FC236}">
                  <a16:creationId xmlns:a16="http://schemas.microsoft.com/office/drawing/2014/main" id="{00AA193C-1DBA-372E-552E-313527709F97}"/>
                </a:ext>
              </a:extLst>
            </p:cNvPr>
            <p:cNvSpPr txBox="1"/>
            <p:nvPr/>
          </p:nvSpPr>
          <p:spPr>
            <a:xfrm>
              <a:off x="7492947" y="5146619"/>
              <a:ext cx="114935" cy="208279"/>
            </a:xfrm>
            <a:prstGeom prst="rect">
              <a:avLst/>
            </a:prstGeom>
          </p:spPr>
          <p:txBody>
            <a:bodyPr vert="horz" wrap="square" lIns="0" tIns="12700" rIns="0" bIns="0" rtlCol="0">
              <a:spAutoFit/>
            </a:bodyPr>
            <a:lstStyle/>
            <a:p>
              <a:pPr marL="12700">
                <a:lnSpc>
                  <a:spcPct val="100000"/>
                </a:lnSpc>
                <a:spcBef>
                  <a:spcPts val="100"/>
                </a:spcBef>
              </a:pPr>
              <a:r>
                <a:rPr sz="1200" spc="-445" dirty="0">
                  <a:latin typeface="Times New Roman"/>
                  <a:cs typeface="Times New Roman"/>
                </a:rPr>
                <a:t>𝜎</a:t>
              </a:r>
              <a:endParaRPr sz="1200">
                <a:latin typeface="Times New Roman"/>
                <a:cs typeface="Times New Roman"/>
              </a:endParaRPr>
            </a:p>
          </p:txBody>
        </p:sp>
        <p:sp>
          <p:nvSpPr>
            <p:cNvPr id="379" name="object 195">
              <a:extLst>
                <a:ext uri="{FF2B5EF4-FFF2-40B4-BE49-F238E27FC236}">
                  <a16:creationId xmlns:a16="http://schemas.microsoft.com/office/drawing/2014/main" id="{9D557C58-D0B2-4ED0-C30A-0A73532CB48A}"/>
                </a:ext>
              </a:extLst>
            </p:cNvPr>
            <p:cNvSpPr txBox="1"/>
            <p:nvPr/>
          </p:nvSpPr>
          <p:spPr>
            <a:xfrm>
              <a:off x="5915685" y="5129864"/>
              <a:ext cx="154940" cy="239395"/>
            </a:xfrm>
            <a:prstGeom prst="rect">
              <a:avLst/>
            </a:prstGeom>
          </p:spPr>
          <p:txBody>
            <a:bodyPr vert="horz" wrap="square" lIns="0" tIns="13335" rIns="0" bIns="0" rtlCol="0">
              <a:spAutoFit/>
            </a:bodyPr>
            <a:lstStyle/>
            <a:p>
              <a:pPr marL="12700">
                <a:lnSpc>
                  <a:spcPct val="100000"/>
                </a:lnSpc>
                <a:spcBef>
                  <a:spcPts val="105"/>
                </a:spcBef>
              </a:pPr>
              <a:r>
                <a:rPr sz="1400" spc="-330" dirty="0">
                  <a:latin typeface="Times New Roman"/>
                  <a:cs typeface="Times New Roman"/>
                </a:rPr>
                <a:t>𝜔</a:t>
              </a:r>
              <a:endParaRPr sz="1400">
                <a:latin typeface="Times New Roman"/>
                <a:cs typeface="Times New Roman"/>
              </a:endParaRPr>
            </a:p>
          </p:txBody>
        </p:sp>
      </p:grpSp>
    </p:spTree>
    <p:extLst>
      <p:ext uri="{BB962C8B-B14F-4D97-AF65-F5344CB8AC3E}">
        <p14:creationId xmlns:p14="http://schemas.microsoft.com/office/powerpoint/2010/main" val="278509708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2">
    <wetp:webextensionref xmlns:r="http://schemas.openxmlformats.org/officeDocument/2006/relationships" r:id="rId2"/>
  </wetp:taskpane>
  <wetp:taskpane dockstate="right" visibility="0" width="438" row="4">
    <wetp:webextensionref xmlns:r="http://schemas.openxmlformats.org/officeDocument/2006/relationships" r:id="rId3"/>
  </wetp:taskpane>
  <wetp:taskpane dockstate="right" visibility="0" width="438" row="5">
    <wetp:webextensionref xmlns:r="http://schemas.openxmlformats.org/officeDocument/2006/relationships" r:id="rId4"/>
  </wetp:taskpane>
</wetp:taskpanes>
</file>

<file path=ppt/webextensions/webextension1.xml><?xml version="1.0" encoding="utf-8"?>
<we:webextension xmlns:we="http://schemas.microsoft.com/office/webextensions/webextension/2010/11" id="{136C85E0-5ABF-4979-86C4-4C77F8FCF8FD}">
  <we:reference id="wa200005566" version="3.0.0.3" store="es-ES" storeType="OMEX"/>
  <we:alternateReferences>
    <we:reference id="WA200005566" version="3.0.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A92D2F8-2D6B-43F4-9107-D5B423428A53}">
  <we:reference id="wa104178141" version="4.3.3.0" store="es-ES" storeType="OMEX"/>
  <we:alternateReferences>
    <we:reference id="WA104178141" version="4.3.3.0"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0F836553-87E4-4F91-A9BD-E4A233CDCFF0}">
  <we:reference id="wa104379997" version="3.0.0.0" store="es-ES" storeType="OMEX"/>
  <we:alternateReferences>
    <we:reference id="WA104379997" version="3.0.0.0" store=""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AA8FACC3-1067-4A67-BC48-BE0C4692552B}">
  <we:reference id="wa200005669" version="2.0.0.0" store="es-E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3696</TotalTime>
  <Words>1182</Words>
  <Application>Microsoft Office PowerPoint</Application>
  <PresentationFormat>Panorámica</PresentationFormat>
  <Paragraphs>269</Paragraphs>
  <Slides>32</Slides>
  <Notes>32</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32</vt:i4>
      </vt:variant>
    </vt:vector>
  </HeadingPairs>
  <TitlesOfParts>
    <vt:vector size="42" baseType="lpstr">
      <vt:lpstr>Aptos</vt:lpstr>
      <vt:lpstr>Aptos </vt:lpstr>
      <vt:lpstr>Aptos Display</vt:lpstr>
      <vt:lpstr>Arial</vt:lpstr>
      <vt:lpstr>Calibri</vt:lpstr>
      <vt:lpstr>Cambria Math</vt:lpstr>
      <vt:lpstr>Microsoft Sans Serif</vt:lpstr>
      <vt:lpstr>Symbol</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Daniel Ladino Delgado</dc:creator>
  <cp:lastModifiedBy>Sergio Daniel Ladino Delgado</cp:lastModifiedBy>
  <cp:revision>20</cp:revision>
  <cp:lastPrinted>2026-02-17T02:38:43Z</cp:lastPrinted>
  <dcterms:created xsi:type="dcterms:W3CDTF">2026-01-31T17:27:28Z</dcterms:created>
  <dcterms:modified xsi:type="dcterms:W3CDTF">2026-06-13T13:39:05Z</dcterms:modified>
</cp:coreProperties>
</file>