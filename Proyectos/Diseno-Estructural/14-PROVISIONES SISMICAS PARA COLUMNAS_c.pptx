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webextensions/webextension4.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7" r:id="rId2"/>
    <p:sldId id="363" r:id="rId3"/>
    <p:sldId id="366" r:id="rId4"/>
    <p:sldId id="403" r:id="rId5"/>
    <p:sldId id="397" r:id="rId6"/>
    <p:sldId id="367" r:id="rId7"/>
    <p:sldId id="400" r:id="rId8"/>
    <p:sldId id="398" r:id="rId9"/>
    <p:sldId id="399" r:id="rId10"/>
    <p:sldId id="401" r:id="rId11"/>
    <p:sldId id="389" r:id="rId12"/>
    <p:sldId id="404" r:id="rId13"/>
    <p:sldId id="369" r:id="rId14"/>
    <p:sldId id="406" r:id="rId15"/>
    <p:sldId id="395" r:id="rId16"/>
    <p:sldId id="408" r:id="rId17"/>
    <p:sldId id="407" r:id="rId18"/>
    <p:sldId id="409" r:id="rId19"/>
    <p:sldId id="410" r:id="rId20"/>
    <p:sldId id="411" r:id="rId21"/>
    <p:sldId id="412" r:id="rId22"/>
    <p:sldId id="413" r:id="rId23"/>
    <p:sldId id="414" r:id="rId24"/>
    <p:sldId id="405" r:id="rId25"/>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95"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C2A305-29E3-43E4-8972-07C402EF9AD2}" v="48" dt="2026-06-08T17:17:20.234"/>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922" y="72"/>
      </p:cViewPr>
      <p:guideLst>
        <p:guide orient="horz" pos="2795"/>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gio Daniel Ladino Delgado" userId="2583be0d34a50219" providerId="LiveId" clId="{9216CCCD-79C5-4B94-BFB8-329B8BF4AD03}"/>
    <pc:docChg chg="undo custSel addSld delSld modSld sldOrd">
      <pc:chgData name="Sergio Daniel Ladino Delgado" userId="2583be0d34a50219" providerId="LiveId" clId="{9216CCCD-79C5-4B94-BFB8-329B8BF4AD03}" dt="2026-06-08T17:19:54.317" v="673" actId="6549"/>
      <pc:docMkLst>
        <pc:docMk/>
      </pc:docMkLst>
      <pc:sldChg chg="modSp mod">
        <pc:chgData name="Sergio Daniel Ladino Delgado" userId="2583be0d34a50219" providerId="LiveId" clId="{9216CCCD-79C5-4B94-BFB8-329B8BF4AD03}" dt="2026-06-03T02:11:17.796" v="14" actId="20577"/>
        <pc:sldMkLst>
          <pc:docMk/>
          <pc:sldMk cId="228143522" sldId="257"/>
        </pc:sldMkLst>
        <pc:spChg chg="mod">
          <ac:chgData name="Sergio Daniel Ladino Delgado" userId="2583be0d34a50219" providerId="LiveId" clId="{9216CCCD-79C5-4B94-BFB8-329B8BF4AD03}" dt="2026-06-03T02:11:17.796" v="14" actId="20577"/>
          <ac:spMkLst>
            <pc:docMk/>
            <pc:sldMk cId="228143522" sldId="257"/>
            <ac:spMk id="5" creationId="{D7326A36-D114-372A-6BB6-6FA285F218E4}"/>
          </ac:spMkLst>
        </pc:spChg>
      </pc:sldChg>
      <pc:sldChg chg="modSp mod">
        <pc:chgData name="Sergio Daniel Ladino Delgado" userId="2583be0d34a50219" providerId="LiveId" clId="{9216CCCD-79C5-4B94-BFB8-329B8BF4AD03}" dt="2026-06-03T02:11:26.916" v="24" actId="20577"/>
        <pc:sldMkLst>
          <pc:docMk/>
          <pc:sldMk cId="1267595162" sldId="363"/>
        </pc:sldMkLst>
        <pc:spChg chg="mod">
          <ac:chgData name="Sergio Daniel Ladino Delgado" userId="2583be0d34a50219" providerId="LiveId" clId="{9216CCCD-79C5-4B94-BFB8-329B8BF4AD03}" dt="2026-06-03T02:11:26.916" v="24" actId="20577"/>
          <ac:spMkLst>
            <pc:docMk/>
            <pc:sldMk cId="1267595162" sldId="363"/>
            <ac:spMk id="11" creationId="{C82A5BB0-9EFF-2D6C-6929-DF50DC8CB702}"/>
          </ac:spMkLst>
        </pc:spChg>
      </pc:sldChg>
      <pc:sldChg chg="modSp mod">
        <pc:chgData name="Sergio Daniel Ladino Delgado" userId="2583be0d34a50219" providerId="LiveId" clId="{9216CCCD-79C5-4B94-BFB8-329B8BF4AD03}" dt="2026-06-03T02:13:46.117" v="43" actId="20577"/>
        <pc:sldMkLst>
          <pc:docMk/>
          <pc:sldMk cId="1536117535" sldId="366"/>
        </pc:sldMkLst>
        <pc:spChg chg="mod">
          <ac:chgData name="Sergio Daniel Ladino Delgado" userId="2583be0d34a50219" providerId="LiveId" clId="{9216CCCD-79C5-4B94-BFB8-329B8BF4AD03}" dt="2026-06-03T02:13:46.117" v="43" actId="20577"/>
          <ac:spMkLst>
            <pc:docMk/>
            <pc:sldMk cId="1536117535" sldId="366"/>
            <ac:spMk id="9" creationId="{36E98F5C-1E65-695C-7EF9-E17F14C93E92}"/>
          </ac:spMkLst>
        </pc:spChg>
        <pc:spChg chg="mod">
          <ac:chgData name="Sergio Daniel Ladino Delgado" userId="2583be0d34a50219" providerId="LiveId" clId="{9216CCCD-79C5-4B94-BFB8-329B8BF4AD03}" dt="2026-06-03T02:12:01.696" v="30" actId="14100"/>
          <ac:spMkLst>
            <pc:docMk/>
            <pc:sldMk cId="1536117535" sldId="366"/>
            <ac:spMk id="11" creationId="{81EDDE9E-DAA9-AF45-F1D0-8052CB80CF45}"/>
          </ac:spMkLst>
        </pc:spChg>
      </pc:sldChg>
      <pc:sldChg chg="addSp delSp modSp mod">
        <pc:chgData name="Sergio Daniel Ladino Delgado" userId="2583be0d34a50219" providerId="LiveId" clId="{9216CCCD-79C5-4B94-BFB8-329B8BF4AD03}" dt="2026-06-03T02:19:49.132" v="118" actId="20577"/>
        <pc:sldMkLst>
          <pc:docMk/>
          <pc:sldMk cId="2352461287" sldId="367"/>
        </pc:sldMkLst>
        <pc:spChg chg="add mod">
          <ac:chgData name="Sergio Daniel Ladino Delgado" userId="2583be0d34a50219" providerId="LiveId" clId="{9216CCCD-79C5-4B94-BFB8-329B8BF4AD03}" dt="2026-06-03T02:18:15.667" v="63" actId="1076"/>
          <ac:spMkLst>
            <pc:docMk/>
            <pc:sldMk cId="2352461287" sldId="367"/>
            <ac:spMk id="4" creationId="{C8AB8C79-D384-4A4D-3516-0D243FC517F3}"/>
          </ac:spMkLst>
        </pc:spChg>
        <pc:spChg chg="mod">
          <ac:chgData name="Sergio Daniel Ladino Delgado" userId="2583be0d34a50219" providerId="LiveId" clId="{9216CCCD-79C5-4B94-BFB8-329B8BF4AD03}" dt="2026-06-03T02:19:49.132" v="118" actId="20577"/>
          <ac:spMkLst>
            <pc:docMk/>
            <pc:sldMk cId="2352461287" sldId="367"/>
            <ac:spMk id="9" creationId="{AE10E7D5-94FD-CB0A-B595-9CFD7094BE60}"/>
          </ac:spMkLst>
        </pc:spChg>
      </pc:sldChg>
      <pc:sldChg chg="modSp mod">
        <pc:chgData name="Sergio Daniel Ladino Delgado" userId="2583be0d34a50219" providerId="LiveId" clId="{9216CCCD-79C5-4B94-BFB8-329B8BF4AD03}" dt="2026-06-03T02:39:34.835" v="457" actId="1076"/>
        <pc:sldMkLst>
          <pc:docMk/>
          <pc:sldMk cId="1664826894" sldId="369"/>
        </pc:sldMkLst>
        <pc:spChg chg="mod">
          <ac:chgData name="Sergio Daniel Ladino Delgado" userId="2583be0d34a50219" providerId="LiveId" clId="{9216CCCD-79C5-4B94-BFB8-329B8BF4AD03}" dt="2026-06-03T02:39:34.835" v="457" actId="1076"/>
          <ac:spMkLst>
            <pc:docMk/>
            <pc:sldMk cId="1664826894" sldId="369"/>
            <ac:spMk id="11" creationId="{20B3D57B-1559-4092-1C59-C9C1E1D29E13}"/>
          </ac:spMkLst>
        </pc:spChg>
      </pc:sldChg>
      <pc:sldChg chg="addSp delSp modSp mod ord">
        <pc:chgData name="Sergio Daniel Ladino Delgado" userId="2583be0d34a50219" providerId="LiveId" clId="{9216CCCD-79C5-4B94-BFB8-329B8BF4AD03}" dt="2026-06-08T16:48:39.725" v="483" actId="1076"/>
        <pc:sldMkLst>
          <pc:docMk/>
          <pc:sldMk cId="1054313584" sldId="389"/>
        </pc:sldMkLst>
        <pc:spChg chg="mod">
          <ac:chgData name="Sergio Daniel Ladino Delgado" userId="2583be0d34a50219" providerId="LiveId" clId="{9216CCCD-79C5-4B94-BFB8-329B8BF4AD03}" dt="2026-06-08T16:48:39.725" v="483" actId="1076"/>
          <ac:spMkLst>
            <pc:docMk/>
            <pc:sldMk cId="1054313584" sldId="389"/>
            <ac:spMk id="6" creationId="{4B1D57F5-E26D-2C79-E9BB-95878DF3AEEA}"/>
          </ac:spMkLst>
        </pc:spChg>
        <pc:spChg chg="mod">
          <ac:chgData name="Sergio Daniel Ladino Delgado" userId="2583be0d34a50219" providerId="LiveId" clId="{9216CCCD-79C5-4B94-BFB8-329B8BF4AD03}" dt="2026-06-08T16:46:10.228" v="473" actId="20577"/>
          <ac:spMkLst>
            <pc:docMk/>
            <pc:sldMk cId="1054313584" sldId="389"/>
            <ac:spMk id="11" creationId="{9D9445AA-FABA-3C8A-F08E-E0A2E7A9F7A7}"/>
          </ac:spMkLst>
        </pc:spChg>
        <pc:picChg chg="add mod">
          <ac:chgData name="Sergio Daniel Ladino Delgado" userId="2583be0d34a50219" providerId="LiveId" clId="{9216CCCD-79C5-4B94-BFB8-329B8BF4AD03}" dt="2026-06-08T16:48:36.127" v="482" actId="1076"/>
          <ac:picMkLst>
            <pc:docMk/>
            <pc:sldMk cId="1054313584" sldId="389"/>
            <ac:picMk id="7" creationId="{E5B2B4CD-34B2-DEDA-FC41-0C6977159B53}"/>
          </ac:picMkLst>
        </pc:picChg>
        <pc:picChg chg="del">
          <ac:chgData name="Sergio Daniel Ladino Delgado" userId="2583be0d34a50219" providerId="LiveId" clId="{9216CCCD-79C5-4B94-BFB8-329B8BF4AD03}" dt="2026-06-08T16:47:48.358" v="474" actId="478"/>
          <ac:picMkLst>
            <pc:docMk/>
            <pc:sldMk cId="1054313584" sldId="389"/>
            <ac:picMk id="9" creationId="{371BE8AF-F1E7-3007-D9F4-32EA8B50DED7}"/>
          </ac:picMkLst>
        </pc:picChg>
      </pc:sldChg>
      <pc:sldChg chg="modSp ord">
        <pc:chgData name="Sergio Daniel Ladino Delgado" userId="2583be0d34a50219" providerId="LiveId" clId="{9216CCCD-79C5-4B94-BFB8-329B8BF4AD03}" dt="2026-06-08T16:58:13.846" v="524"/>
        <pc:sldMkLst>
          <pc:docMk/>
          <pc:sldMk cId="225662094" sldId="395"/>
        </pc:sldMkLst>
        <pc:spChg chg="mod">
          <ac:chgData name="Sergio Daniel Ladino Delgado" userId="2583be0d34a50219" providerId="LiveId" clId="{9216CCCD-79C5-4B94-BFB8-329B8BF4AD03}" dt="2026-06-08T16:58:13.846" v="524"/>
          <ac:spMkLst>
            <pc:docMk/>
            <pc:sldMk cId="225662094" sldId="395"/>
            <ac:spMk id="11" creationId="{4B54646B-879E-1C40-24AD-9B9AF3EF8EA0}"/>
          </ac:spMkLst>
        </pc:spChg>
      </pc:sldChg>
      <pc:sldChg chg="addSp modSp add mod">
        <pc:chgData name="Sergio Daniel Ladino Delgado" userId="2583be0d34a50219" providerId="LiveId" clId="{9216CCCD-79C5-4B94-BFB8-329B8BF4AD03}" dt="2026-06-03T02:17:21.574" v="54" actId="1076"/>
        <pc:sldMkLst>
          <pc:docMk/>
          <pc:sldMk cId="2981056903" sldId="397"/>
        </pc:sldMkLst>
        <pc:spChg chg="mod">
          <ac:chgData name="Sergio Daniel Ladino Delgado" userId="2583be0d34a50219" providerId="LiveId" clId="{9216CCCD-79C5-4B94-BFB8-329B8BF4AD03}" dt="2026-06-03T02:14:40.671" v="51" actId="1076"/>
          <ac:spMkLst>
            <pc:docMk/>
            <pc:sldMk cId="2981056903" sldId="397"/>
            <ac:spMk id="9" creationId="{C16EE46F-3394-C092-BA25-BD69DE2AFFD5}"/>
          </ac:spMkLst>
        </pc:spChg>
        <pc:picChg chg="add mod">
          <ac:chgData name="Sergio Daniel Ladino Delgado" userId="2583be0d34a50219" providerId="LiveId" clId="{9216CCCD-79C5-4B94-BFB8-329B8BF4AD03}" dt="2026-06-03T02:17:21.574" v="54" actId="1076"/>
          <ac:picMkLst>
            <pc:docMk/>
            <pc:sldMk cId="2981056903" sldId="397"/>
            <ac:picMk id="4" creationId="{16A77BEA-F554-021A-703B-5DE9E0B0C79F}"/>
          </ac:picMkLst>
        </pc:picChg>
      </pc:sldChg>
      <pc:sldChg chg="modSp add mod">
        <pc:chgData name="Sergio Daniel Ladino Delgado" userId="2583be0d34a50219" providerId="LiveId" clId="{9216CCCD-79C5-4B94-BFB8-329B8BF4AD03}" dt="2026-06-03T02:21:57.093" v="128" actId="14100"/>
        <pc:sldMkLst>
          <pc:docMk/>
          <pc:sldMk cId="3559254503" sldId="398"/>
        </pc:sldMkLst>
        <pc:spChg chg="mod">
          <ac:chgData name="Sergio Daniel Ladino Delgado" userId="2583be0d34a50219" providerId="LiveId" clId="{9216CCCD-79C5-4B94-BFB8-329B8BF4AD03}" dt="2026-06-03T02:21:57.093" v="128" actId="14100"/>
          <ac:spMkLst>
            <pc:docMk/>
            <pc:sldMk cId="3559254503" sldId="398"/>
            <ac:spMk id="9" creationId="{211D0FD7-AE97-BDFA-5838-600A8F2B1628}"/>
          </ac:spMkLst>
        </pc:spChg>
      </pc:sldChg>
      <pc:sldChg chg="modSp add mod">
        <pc:chgData name="Sergio Daniel Ladino Delgado" userId="2583be0d34a50219" providerId="LiveId" clId="{9216CCCD-79C5-4B94-BFB8-329B8BF4AD03}" dt="2026-06-03T02:25:00.797" v="152" actId="14100"/>
        <pc:sldMkLst>
          <pc:docMk/>
          <pc:sldMk cId="2847917302" sldId="399"/>
        </pc:sldMkLst>
        <pc:spChg chg="mod">
          <ac:chgData name="Sergio Daniel Ladino Delgado" userId="2583be0d34a50219" providerId="LiveId" clId="{9216CCCD-79C5-4B94-BFB8-329B8BF4AD03}" dt="2026-06-03T02:25:00.797" v="152" actId="14100"/>
          <ac:spMkLst>
            <pc:docMk/>
            <pc:sldMk cId="2847917302" sldId="399"/>
            <ac:spMk id="9" creationId="{C17B3367-8968-6F25-8516-551443050CBE}"/>
          </ac:spMkLst>
        </pc:spChg>
      </pc:sldChg>
      <pc:sldChg chg="addSp modSp add mod">
        <pc:chgData name="Sergio Daniel Ladino Delgado" userId="2583be0d34a50219" providerId="LiveId" clId="{9216CCCD-79C5-4B94-BFB8-329B8BF4AD03}" dt="2026-06-03T02:23:16.477" v="143" actId="1076"/>
        <pc:sldMkLst>
          <pc:docMk/>
          <pc:sldMk cId="1119639357" sldId="400"/>
        </pc:sldMkLst>
        <pc:spChg chg="mod">
          <ac:chgData name="Sergio Daniel Ladino Delgado" userId="2583be0d34a50219" providerId="LiveId" clId="{9216CCCD-79C5-4B94-BFB8-329B8BF4AD03}" dt="2026-06-03T02:23:03.355" v="138" actId="20577"/>
          <ac:spMkLst>
            <pc:docMk/>
            <pc:sldMk cId="1119639357" sldId="400"/>
            <ac:spMk id="9" creationId="{0164A842-7BF5-C2EA-7814-4B230F80E670}"/>
          </ac:spMkLst>
        </pc:spChg>
        <pc:picChg chg="add mod">
          <ac:chgData name="Sergio Daniel Ladino Delgado" userId="2583be0d34a50219" providerId="LiveId" clId="{9216CCCD-79C5-4B94-BFB8-329B8BF4AD03}" dt="2026-06-03T02:23:09.031" v="140" actId="1076"/>
          <ac:picMkLst>
            <pc:docMk/>
            <pc:sldMk cId="1119639357" sldId="400"/>
            <ac:picMk id="6" creationId="{0EA579CC-BABA-B9B6-9FA7-2D9CD396FA98}"/>
          </ac:picMkLst>
        </pc:picChg>
        <pc:picChg chg="add mod">
          <ac:chgData name="Sergio Daniel Ladino Delgado" userId="2583be0d34a50219" providerId="LiveId" clId="{9216CCCD-79C5-4B94-BFB8-329B8BF4AD03}" dt="2026-06-03T02:23:16.477" v="143" actId="1076"/>
          <ac:picMkLst>
            <pc:docMk/>
            <pc:sldMk cId="1119639357" sldId="400"/>
            <ac:picMk id="7" creationId="{2B1EF870-C51A-C779-BAE6-9F21A7A783D9}"/>
          </ac:picMkLst>
        </pc:picChg>
      </pc:sldChg>
      <pc:sldChg chg="modSp add mod">
        <pc:chgData name="Sergio Daniel Ladino Delgado" userId="2583be0d34a50219" providerId="LiveId" clId="{9216CCCD-79C5-4B94-BFB8-329B8BF4AD03}" dt="2026-06-03T02:26:43.130" v="160" actId="108"/>
        <pc:sldMkLst>
          <pc:docMk/>
          <pc:sldMk cId="3224939260" sldId="401"/>
        </pc:sldMkLst>
        <pc:spChg chg="mod">
          <ac:chgData name="Sergio Daniel Ladino Delgado" userId="2583be0d34a50219" providerId="LiveId" clId="{9216CCCD-79C5-4B94-BFB8-329B8BF4AD03}" dt="2026-06-03T02:26:43.130" v="160" actId="108"/>
          <ac:spMkLst>
            <pc:docMk/>
            <pc:sldMk cId="3224939260" sldId="401"/>
            <ac:spMk id="9" creationId="{436BB629-F4E1-C1ED-76EC-26BD235858D6}"/>
          </ac:spMkLst>
        </pc:spChg>
      </pc:sldChg>
      <pc:sldChg chg="addSp delSp modSp add del mod">
        <pc:chgData name="Sergio Daniel Ladino Delgado" userId="2583be0d34a50219" providerId="LiveId" clId="{9216CCCD-79C5-4B94-BFB8-329B8BF4AD03}" dt="2026-06-08T16:45:51.660" v="467" actId="47"/>
        <pc:sldMkLst>
          <pc:docMk/>
          <pc:sldMk cId="2638796590" sldId="402"/>
        </pc:sldMkLst>
        <pc:grpChg chg="del">
          <ac:chgData name="Sergio Daniel Ladino Delgado" userId="2583be0d34a50219" providerId="LiveId" clId="{9216CCCD-79C5-4B94-BFB8-329B8BF4AD03}" dt="2026-06-08T16:38:35.774" v="463" actId="478"/>
          <ac:grpSpMkLst>
            <pc:docMk/>
            <pc:sldMk cId="2638796590" sldId="402"/>
            <ac:grpSpMk id="10" creationId="{6E36709D-6B98-8BBB-E09C-BD6252929447}"/>
          </ac:grpSpMkLst>
        </pc:grpChg>
        <pc:picChg chg="add del mod">
          <ac:chgData name="Sergio Daniel Ladino Delgado" userId="2583be0d34a50219" providerId="LiveId" clId="{9216CCCD-79C5-4B94-BFB8-329B8BF4AD03}" dt="2026-06-08T16:38:34.546" v="462" actId="478"/>
          <ac:picMkLst>
            <pc:docMk/>
            <pc:sldMk cId="2638796590" sldId="402"/>
            <ac:picMk id="8" creationId="{EB7E7D25-C774-83FB-89D9-5CABB4FC0E10}"/>
          </ac:picMkLst>
        </pc:picChg>
      </pc:sldChg>
      <pc:sldChg chg="modSp add mod">
        <pc:chgData name="Sergio Daniel Ladino Delgado" userId="2583be0d34a50219" providerId="LiveId" clId="{9216CCCD-79C5-4B94-BFB8-329B8BF4AD03}" dt="2026-06-03T02:38:05.737" v="452" actId="20577"/>
        <pc:sldMkLst>
          <pc:docMk/>
          <pc:sldMk cId="854287287" sldId="403"/>
        </pc:sldMkLst>
        <pc:spChg chg="mod">
          <ac:chgData name="Sergio Daniel Ladino Delgado" userId="2583be0d34a50219" providerId="LiveId" clId="{9216CCCD-79C5-4B94-BFB8-329B8BF4AD03}" dt="2026-06-03T02:38:05.737" v="452" actId="20577"/>
          <ac:spMkLst>
            <pc:docMk/>
            <pc:sldMk cId="854287287" sldId="403"/>
            <ac:spMk id="9" creationId="{8A6E9A1E-84C9-0445-CA8F-61AD849F139C}"/>
          </ac:spMkLst>
        </pc:spChg>
      </pc:sldChg>
      <pc:sldChg chg="add">
        <pc:chgData name="Sergio Daniel Ladino Delgado" userId="2583be0d34a50219" providerId="LiveId" clId="{9216CCCD-79C5-4B94-BFB8-329B8BF4AD03}" dt="2026-06-08T16:38:32.108" v="461" actId="2890"/>
        <pc:sldMkLst>
          <pc:docMk/>
          <pc:sldMk cId="2333339477" sldId="404"/>
        </pc:sldMkLst>
      </pc:sldChg>
      <pc:sldChg chg="add">
        <pc:chgData name="Sergio Daniel Ladino Delgado" userId="2583be0d34a50219" providerId="LiveId" clId="{9216CCCD-79C5-4B94-BFB8-329B8BF4AD03}" dt="2026-06-08T16:41:31.841" v="464" actId="2890"/>
        <pc:sldMkLst>
          <pc:docMk/>
          <pc:sldMk cId="3516131408" sldId="405"/>
        </pc:sldMkLst>
      </pc:sldChg>
      <pc:sldChg chg="modSp add mod">
        <pc:chgData name="Sergio Daniel Ladino Delgado" userId="2583be0d34a50219" providerId="LiveId" clId="{9216CCCD-79C5-4B94-BFB8-329B8BF4AD03}" dt="2026-06-08T16:57:23.500" v="521" actId="20577"/>
        <pc:sldMkLst>
          <pc:docMk/>
          <pc:sldMk cId="854032807" sldId="406"/>
        </pc:sldMkLst>
        <pc:spChg chg="mod">
          <ac:chgData name="Sergio Daniel Ladino Delgado" userId="2583be0d34a50219" providerId="LiveId" clId="{9216CCCD-79C5-4B94-BFB8-329B8BF4AD03}" dt="2026-06-08T16:57:23.500" v="521" actId="20577"/>
          <ac:spMkLst>
            <pc:docMk/>
            <pc:sldMk cId="854032807" sldId="406"/>
            <ac:spMk id="9" creationId="{68A8A6E7-54EC-2851-267B-1174BE885C39}"/>
          </ac:spMkLst>
        </pc:spChg>
        <pc:spChg chg="mod">
          <ac:chgData name="Sergio Daniel Ladino Delgado" userId="2583be0d34a50219" providerId="LiveId" clId="{9216CCCD-79C5-4B94-BFB8-329B8BF4AD03}" dt="2026-06-08T16:49:28.595" v="486" actId="20577"/>
          <ac:spMkLst>
            <pc:docMk/>
            <pc:sldMk cId="854032807" sldId="406"/>
            <ac:spMk id="11" creationId="{8E1DD372-CD2B-DB87-EFDF-1074F3313731}"/>
          </ac:spMkLst>
        </pc:spChg>
      </pc:sldChg>
      <pc:sldChg chg="modSp add mod ord">
        <pc:chgData name="Sergio Daniel Ladino Delgado" userId="2583be0d34a50219" providerId="LiveId" clId="{9216CCCD-79C5-4B94-BFB8-329B8BF4AD03}" dt="2026-06-08T17:03:37.838" v="577" actId="20577"/>
        <pc:sldMkLst>
          <pc:docMk/>
          <pc:sldMk cId="1305127908" sldId="407"/>
        </pc:sldMkLst>
        <pc:spChg chg="mod">
          <ac:chgData name="Sergio Daniel Ladino Delgado" userId="2583be0d34a50219" providerId="LiveId" clId="{9216CCCD-79C5-4B94-BFB8-329B8BF4AD03}" dt="2026-06-08T17:03:37.838" v="577" actId="20577"/>
          <ac:spMkLst>
            <pc:docMk/>
            <pc:sldMk cId="1305127908" sldId="407"/>
            <ac:spMk id="9" creationId="{DC2C5FAA-CA60-9CEE-F217-AA4E486BE792}"/>
          </ac:spMkLst>
        </pc:spChg>
      </pc:sldChg>
      <pc:sldChg chg="modSp add mod ord">
        <pc:chgData name="Sergio Daniel Ladino Delgado" userId="2583be0d34a50219" providerId="LiveId" clId="{9216CCCD-79C5-4B94-BFB8-329B8BF4AD03}" dt="2026-06-08T17:01:49.995" v="549"/>
        <pc:sldMkLst>
          <pc:docMk/>
          <pc:sldMk cId="3154896460" sldId="408"/>
        </pc:sldMkLst>
        <pc:spChg chg="mod">
          <ac:chgData name="Sergio Daniel Ladino Delgado" userId="2583be0d34a50219" providerId="LiveId" clId="{9216CCCD-79C5-4B94-BFB8-329B8BF4AD03}" dt="2026-06-08T17:01:42.624" v="547" actId="108"/>
          <ac:spMkLst>
            <pc:docMk/>
            <pc:sldMk cId="3154896460" sldId="408"/>
            <ac:spMk id="9" creationId="{6406F89E-6E32-D66E-C5B8-5A7FAB391E9A}"/>
          </ac:spMkLst>
        </pc:spChg>
      </pc:sldChg>
      <pc:sldChg chg="modSp add mod">
        <pc:chgData name="Sergio Daniel Ladino Delgado" userId="2583be0d34a50219" providerId="LiveId" clId="{9216CCCD-79C5-4B94-BFB8-329B8BF4AD03}" dt="2026-06-08T17:05:43.899" v="582" actId="1076"/>
        <pc:sldMkLst>
          <pc:docMk/>
          <pc:sldMk cId="2310721292" sldId="409"/>
        </pc:sldMkLst>
        <pc:spChg chg="mod">
          <ac:chgData name="Sergio Daniel Ladino Delgado" userId="2583be0d34a50219" providerId="LiveId" clId="{9216CCCD-79C5-4B94-BFB8-329B8BF4AD03}" dt="2026-06-08T17:05:43.899" v="582" actId="1076"/>
          <ac:spMkLst>
            <pc:docMk/>
            <pc:sldMk cId="2310721292" sldId="409"/>
            <ac:spMk id="9" creationId="{1A4F00AF-4243-8B08-509C-E699A3609BBF}"/>
          </ac:spMkLst>
        </pc:spChg>
      </pc:sldChg>
      <pc:sldChg chg="addSp modSp add mod">
        <pc:chgData name="Sergio Daniel Ladino Delgado" userId="2583be0d34a50219" providerId="LiveId" clId="{9216CCCD-79C5-4B94-BFB8-329B8BF4AD03}" dt="2026-06-08T17:06:42.624" v="587" actId="1076"/>
        <pc:sldMkLst>
          <pc:docMk/>
          <pc:sldMk cId="353989578" sldId="410"/>
        </pc:sldMkLst>
        <pc:spChg chg="mod">
          <ac:chgData name="Sergio Daniel Ladino Delgado" userId="2583be0d34a50219" providerId="LiveId" clId="{9216CCCD-79C5-4B94-BFB8-329B8BF4AD03}" dt="2026-06-08T17:06:35.844" v="585" actId="6549"/>
          <ac:spMkLst>
            <pc:docMk/>
            <pc:sldMk cId="353989578" sldId="410"/>
            <ac:spMk id="9" creationId="{366A67A9-8EE7-34F1-77D7-366FD58002D0}"/>
          </ac:spMkLst>
        </pc:spChg>
        <pc:picChg chg="add mod">
          <ac:chgData name="Sergio Daniel Ladino Delgado" userId="2583be0d34a50219" providerId="LiveId" clId="{9216CCCD-79C5-4B94-BFB8-329B8BF4AD03}" dt="2026-06-08T17:06:42.624" v="587" actId="1076"/>
          <ac:picMkLst>
            <pc:docMk/>
            <pc:sldMk cId="353989578" sldId="410"/>
            <ac:picMk id="6" creationId="{D519C9A1-1015-247D-31F5-F3C59FE47F16}"/>
          </ac:picMkLst>
        </pc:picChg>
      </pc:sldChg>
      <pc:sldChg chg="addSp modSp add mod ord">
        <pc:chgData name="Sergio Daniel Ladino Delgado" userId="2583be0d34a50219" providerId="LiveId" clId="{9216CCCD-79C5-4B94-BFB8-329B8BF4AD03}" dt="2026-06-08T17:10:47.983" v="624" actId="947"/>
        <pc:sldMkLst>
          <pc:docMk/>
          <pc:sldMk cId="1575376030" sldId="411"/>
        </pc:sldMkLst>
        <pc:spChg chg="mod">
          <ac:chgData name="Sergio Daniel Ladino Delgado" userId="2583be0d34a50219" providerId="LiveId" clId="{9216CCCD-79C5-4B94-BFB8-329B8BF4AD03}" dt="2026-06-08T17:10:47.983" v="624" actId="947"/>
          <ac:spMkLst>
            <pc:docMk/>
            <pc:sldMk cId="1575376030" sldId="411"/>
            <ac:spMk id="9" creationId="{9A781628-AEA7-2A59-6DCC-71534F85A8EA}"/>
          </ac:spMkLst>
        </pc:spChg>
        <pc:picChg chg="add mod">
          <ac:chgData name="Sergio Daniel Ladino Delgado" userId="2583be0d34a50219" providerId="LiveId" clId="{9216CCCD-79C5-4B94-BFB8-329B8BF4AD03}" dt="2026-06-08T17:09:02.433" v="622" actId="14100"/>
          <ac:picMkLst>
            <pc:docMk/>
            <pc:sldMk cId="1575376030" sldId="411"/>
            <ac:picMk id="4" creationId="{CE4DAE3A-39DE-1BCD-715F-991898DA746E}"/>
          </ac:picMkLst>
        </pc:picChg>
      </pc:sldChg>
      <pc:sldChg chg="addSp delSp modSp add mod">
        <pc:chgData name="Sergio Daniel Ladino Delgado" userId="2583be0d34a50219" providerId="LiveId" clId="{9216CCCD-79C5-4B94-BFB8-329B8BF4AD03}" dt="2026-06-08T17:14:51.153" v="641" actId="20577"/>
        <pc:sldMkLst>
          <pc:docMk/>
          <pc:sldMk cId="1309163201" sldId="412"/>
        </pc:sldMkLst>
        <pc:spChg chg="add del">
          <ac:chgData name="Sergio Daniel Ladino Delgado" userId="2583be0d34a50219" providerId="LiveId" clId="{9216CCCD-79C5-4B94-BFB8-329B8BF4AD03}" dt="2026-06-08T17:12:15.715" v="634" actId="22"/>
          <ac:spMkLst>
            <pc:docMk/>
            <pc:sldMk cId="1309163201" sldId="412"/>
            <ac:spMk id="8" creationId="{DF47B32E-E9D4-B678-C858-E2B4B4CCC412}"/>
          </ac:spMkLst>
        </pc:spChg>
        <pc:spChg chg="mod">
          <ac:chgData name="Sergio Daniel Ladino Delgado" userId="2583be0d34a50219" providerId="LiveId" clId="{9216CCCD-79C5-4B94-BFB8-329B8BF4AD03}" dt="2026-06-08T17:14:51.153" v="641" actId="20577"/>
          <ac:spMkLst>
            <pc:docMk/>
            <pc:sldMk cId="1309163201" sldId="412"/>
            <ac:spMk id="9" creationId="{F6B85CAA-E3D9-A7F4-5F8A-6AB16D1BD370}"/>
          </ac:spMkLst>
        </pc:spChg>
        <pc:picChg chg="del">
          <ac:chgData name="Sergio Daniel Ladino Delgado" userId="2583be0d34a50219" providerId="LiveId" clId="{9216CCCD-79C5-4B94-BFB8-329B8BF4AD03}" dt="2026-06-08T17:11:42.663" v="627" actId="478"/>
          <ac:picMkLst>
            <pc:docMk/>
            <pc:sldMk cId="1309163201" sldId="412"/>
            <ac:picMk id="4" creationId="{B879E481-E954-2AA5-ADB0-C096AF92C191}"/>
          </ac:picMkLst>
        </pc:picChg>
        <pc:picChg chg="add mod">
          <ac:chgData name="Sergio Daniel Ladino Delgado" userId="2583be0d34a50219" providerId="LiveId" clId="{9216CCCD-79C5-4B94-BFB8-329B8BF4AD03}" dt="2026-06-08T17:12:28.933" v="638" actId="1076"/>
          <ac:picMkLst>
            <pc:docMk/>
            <pc:sldMk cId="1309163201" sldId="412"/>
            <ac:picMk id="6" creationId="{77499E3A-98F2-FC38-489A-4EBA15F1267E}"/>
          </ac:picMkLst>
        </pc:picChg>
        <pc:picChg chg="add mod">
          <ac:chgData name="Sergio Daniel Ladino Delgado" userId="2583be0d34a50219" providerId="LiveId" clId="{9216CCCD-79C5-4B94-BFB8-329B8BF4AD03}" dt="2026-06-08T17:12:32.173" v="639" actId="1076"/>
          <ac:picMkLst>
            <pc:docMk/>
            <pc:sldMk cId="1309163201" sldId="412"/>
            <ac:picMk id="10" creationId="{462E6817-F951-9AAE-CE38-C9859240C795}"/>
          </ac:picMkLst>
        </pc:picChg>
      </pc:sldChg>
      <pc:sldChg chg="addSp delSp modSp add mod">
        <pc:chgData name="Sergio Daniel Ladino Delgado" userId="2583be0d34a50219" providerId="LiveId" clId="{9216CCCD-79C5-4B94-BFB8-329B8BF4AD03}" dt="2026-06-08T17:16:07.848" v="663" actId="6549"/>
        <pc:sldMkLst>
          <pc:docMk/>
          <pc:sldMk cId="606556828" sldId="413"/>
        </pc:sldMkLst>
        <pc:spChg chg="mod">
          <ac:chgData name="Sergio Daniel Ladino Delgado" userId="2583be0d34a50219" providerId="LiveId" clId="{9216CCCD-79C5-4B94-BFB8-329B8BF4AD03}" dt="2026-06-08T17:16:07.848" v="663" actId="6549"/>
          <ac:spMkLst>
            <pc:docMk/>
            <pc:sldMk cId="606556828" sldId="413"/>
            <ac:spMk id="9" creationId="{07F5B55D-606E-2C26-73DE-878D8F3657A1}"/>
          </ac:spMkLst>
        </pc:spChg>
        <pc:picChg chg="add mod">
          <ac:chgData name="Sergio Daniel Ladino Delgado" userId="2583be0d34a50219" providerId="LiveId" clId="{9216CCCD-79C5-4B94-BFB8-329B8BF4AD03}" dt="2026-06-08T17:16:05.204" v="662" actId="1076"/>
          <ac:picMkLst>
            <pc:docMk/>
            <pc:sldMk cId="606556828" sldId="413"/>
            <ac:picMk id="4" creationId="{50BEEAB5-54D5-611F-74A4-8E38A16C6685}"/>
          </ac:picMkLst>
        </pc:picChg>
        <pc:picChg chg="del">
          <ac:chgData name="Sergio Daniel Ladino Delgado" userId="2583be0d34a50219" providerId="LiveId" clId="{9216CCCD-79C5-4B94-BFB8-329B8BF4AD03}" dt="2026-06-08T17:15:48.338" v="652" actId="478"/>
          <ac:picMkLst>
            <pc:docMk/>
            <pc:sldMk cId="606556828" sldId="413"/>
            <ac:picMk id="6" creationId="{33DE6123-3A45-5EF4-70CA-D1A6B1FBCBA4}"/>
          </ac:picMkLst>
        </pc:picChg>
        <pc:picChg chg="del">
          <ac:chgData name="Sergio Daniel Ladino Delgado" userId="2583be0d34a50219" providerId="LiveId" clId="{9216CCCD-79C5-4B94-BFB8-329B8BF4AD03}" dt="2026-06-08T17:15:48.995" v="653" actId="478"/>
          <ac:picMkLst>
            <pc:docMk/>
            <pc:sldMk cId="606556828" sldId="413"/>
            <ac:picMk id="10" creationId="{DC7EF155-B974-DFB4-0CC8-5AF848B17E3A}"/>
          </ac:picMkLst>
        </pc:picChg>
      </pc:sldChg>
      <pc:sldChg chg="delSp modSp add mod">
        <pc:chgData name="Sergio Daniel Ladino Delgado" userId="2583be0d34a50219" providerId="LiveId" clId="{9216CCCD-79C5-4B94-BFB8-329B8BF4AD03}" dt="2026-06-08T17:19:54.317" v="673" actId="6549"/>
        <pc:sldMkLst>
          <pc:docMk/>
          <pc:sldMk cId="2490513809" sldId="414"/>
        </pc:sldMkLst>
        <pc:spChg chg="mod">
          <ac:chgData name="Sergio Daniel Ladino Delgado" userId="2583be0d34a50219" providerId="LiveId" clId="{9216CCCD-79C5-4B94-BFB8-329B8BF4AD03}" dt="2026-06-08T17:19:54.317" v="673" actId="6549"/>
          <ac:spMkLst>
            <pc:docMk/>
            <pc:sldMk cId="2490513809" sldId="414"/>
            <ac:spMk id="9" creationId="{CF7C075C-FE19-3DF4-6BA7-3608691C3468}"/>
          </ac:spMkLst>
        </pc:spChg>
        <pc:picChg chg="del">
          <ac:chgData name="Sergio Daniel Ladino Delgado" userId="2583be0d34a50219" providerId="LiveId" clId="{9216CCCD-79C5-4B94-BFB8-329B8BF4AD03}" dt="2026-06-08T17:17:20.234" v="665" actId="478"/>
          <ac:picMkLst>
            <pc:docMk/>
            <pc:sldMk cId="2490513809" sldId="414"/>
            <ac:picMk id="4" creationId="{D73AEAE5-083F-1244-7E87-895F868CD9A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B0437C-AE41-4BDC-95EF-CB7DB6D41172}" type="datetimeFigureOut">
              <a:rPr lang="es-CO" smtClean="0"/>
              <a:t>8/06/2026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A6EEE7-472F-4CE6-AAEC-E7F55F52CEB1}" type="slidenum">
              <a:rPr lang="es-CO" smtClean="0"/>
              <a:t>‹Nº›</a:t>
            </a:fld>
            <a:endParaRPr lang="es-CO"/>
          </a:p>
        </p:txBody>
      </p:sp>
    </p:spTree>
    <p:extLst>
      <p:ext uri="{BB962C8B-B14F-4D97-AF65-F5344CB8AC3E}">
        <p14:creationId xmlns:p14="http://schemas.microsoft.com/office/powerpoint/2010/main" val="3393417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D8A6EEE7-472F-4CE6-AAEC-E7F55F52CEB1}" type="slidenum">
              <a:rPr lang="es-CO" smtClean="0"/>
              <a:t>1</a:t>
            </a:fld>
            <a:endParaRPr lang="es-CO"/>
          </a:p>
        </p:txBody>
      </p:sp>
    </p:spTree>
    <p:extLst>
      <p:ext uri="{BB962C8B-B14F-4D97-AF65-F5344CB8AC3E}">
        <p14:creationId xmlns:p14="http://schemas.microsoft.com/office/powerpoint/2010/main" val="3323387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164C2-7E0A-B43B-71B3-4C7ACD6C43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EC05542-5C21-5D24-9E7A-B14EF8DF5C00}"/>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CD76C8B2-2E17-06FB-C6D9-ECD46AB61929}"/>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04CB9452-B4B5-0D8F-F7BA-39CC29F31D78}"/>
              </a:ext>
            </a:extLst>
          </p:cNvPr>
          <p:cNvSpPr>
            <a:spLocks noGrp="1"/>
          </p:cNvSpPr>
          <p:nvPr>
            <p:ph type="sldNum" sz="quarter" idx="5"/>
          </p:nvPr>
        </p:nvSpPr>
        <p:spPr/>
        <p:txBody>
          <a:bodyPr/>
          <a:lstStyle/>
          <a:p>
            <a:fld id="{D8A6EEE7-472F-4CE6-AAEC-E7F55F52CEB1}" type="slidenum">
              <a:rPr lang="es-CO" smtClean="0"/>
              <a:t>2</a:t>
            </a:fld>
            <a:endParaRPr lang="es-CO"/>
          </a:p>
        </p:txBody>
      </p:sp>
    </p:spTree>
    <p:extLst>
      <p:ext uri="{BB962C8B-B14F-4D97-AF65-F5344CB8AC3E}">
        <p14:creationId xmlns:p14="http://schemas.microsoft.com/office/powerpoint/2010/main" val="2325892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DA2F3-6E2B-D816-B5E7-10B7D1987BD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9547CF0-675A-1389-E02E-67D738651333}"/>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8CB694C7-CDE9-DBE9-6688-4F372649D9B2}"/>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59C23E2C-65C5-AF1E-907D-EECBDAD93AB3}"/>
              </a:ext>
            </a:extLst>
          </p:cNvPr>
          <p:cNvSpPr>
            <a:spLocks noGrp="1"/>
          </p:cNvSpPr>
          <p:nvPr>
            <p:ph type="sldNum" sz="quarter" idx="5"/>
          </p:nvPr>
        </p:nvSpPr>
        <p:spPr/>
        <p:txBody>
          <a:bodyPr/>
          <a:lstStyle/>
          <a:p>
            <a:fld id="{D8A6EEE7-472F-4CE6-AAEC-E7F55F52CEB1}" type="slidenum">
              <a:rPr lang="es-CO" smtClean="0"/>
              <a:t>3</a:t>
            </a:fld>
            <a:endParaRPr lang="es-CO"/>
          </a:p>
        </p:txBody>
      </p:sp>
    </p:spTree>
    <p:extLst>
      <p:ext uri="{BB962C8B-B14F-4D97-AF65-F5344CB8AC3E}">
        <p14:creationId xmlns:p14="http://schemas.microsoft.com/office/powerpoint/2010/main" val="668968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C8F99-082C-B4B5-375F-32EC6508DAB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447BC92-E3EB-CACA-B311-F1675E19FA4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F6A7F18B-27E4-62D7-0B53-5C257683CB53}"/>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A2C8B896-E4B7-77C0-919E-DBDEE262FE32}"/>
              </a:ext>
            </a:extLst>
          </p:cNvPr>
          <p:cNvSpPr>
            <a:spLocks noGrp="1"/>
          </p:cNvSpPr>
          <p:nvPr>
            <p:ph type="sldNum" sz="quarter" idx="5"/>
          </p:nvPr>
        </p:nvSpPr>
        <p:spPr/>
        <p:txBody>
          <a:bodyPr/>
          <a:lstStyle/>
          <a:p>
            <a:fld id="{D8A6EEE7-472F-4CE6-AAEC-E7F55F52CEB1}" type="slidenum">
              <a:rPr lang="es-CO" smtClean="0"/>
              <a:t>4</a:t>
            </a:fld>
            <a:endParaRPr lang="es-CO"/>
          </a:p>
        </p:txBody>
      </p:sp>
    </p:spTree>
    <p:extLst>
      <p:ext uri="{BB962C8B-B14F-4D97-AF65-F5344CB8AC3E}">
        <p14:creationId xmlns:p14="http://schemas.microsoft.com/office/powerpoint/2010/main" val="3657407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96B4F-238E-C987-74AF-000124F7F4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4BE10EA-0553-992B-AC08-330FFEE3568F}"/>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C818B41E-D10F-2E03-2292-175045DC6492}"/>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049532D9-49D7-3131-2BBA-F56C6B2CE49E}"/>
              </a:ext>
            </a:extLst>
          </p:cNvPr>
          <p:cNvSpPr>
            <a:spLocks noGrp="1"/>
          </p:cNvSpPr>
          <p:nvPr>
            <p:ph type="sldNum" sz="quarter" idx="5"/>
          </p:nvPr>
        </p:nvSpPr>
        <p:spPr/>
        <p:txBody>
          <a:bodyPr/>
          <a:lstStyle/>
          <a:p>
            <a:fld id="{D8A6EEE7-472F-4CE6-AAEC-E7F55F52CEB1}" type="slidenum">
              <a:rPr lang="es-CO" smtClean="0"/>
              <a:t>5</a:t>
            </a:fld>
            <a:endParaRPr lang="es-CO"/>
          </a:p>
        </p:txBody>
      </p:sp>
    </p:spTree>
    <p:extLst>
      <p:ext uri="{BB962C8B-B14F-4D97-AF65-F5344CB8AC3E}">
        <p14:creationId xmlns:p14="http://schemas.microsoft.com/office/powerpoint/2010/main" val="871380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34A96-8D6B-9C34-5CCE-4BFB16CEFF8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FE5C79-15CE-2252-D99B-39490D038F8C}"/>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4F8718D5-A441-109A-708F-FB06C1DC7FA2}"/>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C0FEE1B4-74E3-6E6D-ECF5-D73E0A6C8E4E}"/>
              </a:ext>
            </a:extLst>
          </p:cNvPr>
          <p:cNvSpPr>
            <a:spLocks noGrp="1"/>
          </p:cNvSpPr>
          <p:nvPr>
            <p:ph type="sldNum" sz="quarter" idx="5"/>
          </p:nvPr>
        </p:nvSpPr>
        <p:spPr/>
        <p:txBody>
          <a:bodyPr/>
          <a:lstStyle/>
          <a:p>
            <a:fld id="{D8A6EEE7-472F-4CE6-AAEC-E7F55F52CEB1}" type="slidenum">
              <a:rPr lang="es-CO" smtClean="0"/>
              <a:t>6</a:t>
            </a:fld>
            <a:endParaRPr lang="es-CO"/>
          </a:p>
        </p:txBody>
      </p:sp>
    </p:spTree>
    <p:extLst>
      <p:ext uri="{BB962C8B-B14F-4D97-AF65-F5344CB8AC3E}">
        <p14:creationId xmlns:p14="http://schemas.microsoft.com/office/powerpoint/2010/main" val="6881539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B271E-7BED-7702-0263-7FFDD74F3D3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1CD0C8-C0FA-6B1A-A145-04B0FEB20021}"/>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65097419-C0B5-5B16-4FCA-EA54E1C79090}"/>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97D40FB4-C537-F0D0-3E62-DD5965F93ACE}"/>
              </a:ext>
            </a:extLst>
          </p:cNvPr>
          <p:cNvSpPr>
            <a:spLocks noGrp="1"/>
          </p:cNvSpPr>
          <p:nvPr>
            <p:ph type="sldNum" sz="quarter" idx="5"/>
          </p:nvPr>
        </p:nvSpPr>
        <p:spPr/>
        <p:txBody>
          <a:bodyPr/>
          <a:lstStyle/>
          <a:p>
            <a:fld id="{D8A6EEE7-472F-4CE6-AAEC-E7F55F52CEB1}" type="slidenum">
              <a:rPr lang="es-CO" smtClean="0"/>
              <a:t>7</a:t>
            </a:fld>
            <a:endParaRPr lang="es-CO"/>
          </a:p>
        </p:txBody>
      </p:sp>
    </p:spTree>
    <p:extLst>
      <p:ext uri="{BB962C8B-B14F-4D97-AF65-F5344CB8AC3E}">
        <p14:creationId xmlns:p14="http://schemas.microsoft.com/office/powerpoint/2010/main" val="1720003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2F3F2-D8C2-2F22-AE0E-20053087EC1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E66D930-B90D-F5A0-2B2F-E1399E01703F}"/>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68F22609-1FE7-EAB3-9C1D-F64BA16F1282}"/>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20910E6C-5FA4-9E8D-7357-71F29770D879}"/>
              </a:ext>
            </a:extLst>
          </p:cNvPr>
          <p:cNvSpPr>
            <a:spLocks noGrp="1"/>
          </p:cNvSpPr>
          <p:nvPr>
            <p:ph type="sldNum" sz="quarter" idx="5"/>
          </p:nvPr>
        </p:nvSpPr>
        <p:spPr/>
        <p:txBody>
          <a:bodyPr/>
          <a:lstStyle/>
          <a:p>
            <a:fld id="{D8A6EEE7-472F-4CE6-AAEC-E7F55F52CEB1}" type="slidenum">
              <a:rPr lang="es-CO" smtClean="0"/>
              <a:t>8</a:t>
            </a:fld>
            <a:endParaRPr lang="es-CO"/>
          </a:p>
        </p:txBody>
      </p:sp>
    </p:spTree>
    <p:extLst>
      <p:ext uri="{BB962C8B-B14F-4D97-AF65-F5344CB8AC3E}">
        <p14:creationId xmlns:p14="http://schemas.microsoft.com/office/powerpoint/2010/main" val="16996676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2343C-E53D-39A8-1688-F4F8DB7D026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0768C08-CFF0-2578-BE31-582839A03FE3}"/>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8180DABA-78A3-F4AB-B2B0-DAFBF73F221F}"/>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7CC6F814-83F4-09C1-684C-7A63525DCEA7}"/>
              </a:ext>
            </a:extLst>
          </p:cNvPr>
          <p:cNvSpPr>
            <a:spLocks noGrp="1"/>
          </p:cNvSpPr>
          <p:nvPr>
            <p:ph type="sldNum" sz="quarter" idx="5"/>
          </p:nvPr>
        </p:nvSpPr>
        <p:spPr/>
        <p:txBody>
          <a:bodyPr/>
          <a:lstStyle/>
          <a:p>
            <a:fld id="{D8A6EEE7-472F-4CE6-AAEC-E7F55F52CEB1}" type="slidenum">
              <a:rPr lang="es-CO" smtClean="0"/>
              <a:t>9</a:t>
            </a:fld>
            <a:endParaRPr lang="es-CO"/>
          </a:p>
        </p:txBody>
      </p:sp>
    </p:spTree>
    <p:extLst>
      <p:ext uri="{BB962C8B-B14F-4D97-AF65-F5344CB8AC3E}">
        <p14:creationId xmlns:p14="http://schemas.microsoft.com/office/powerpoint/2010/main" val="41100946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7E8DC-0ACD-19DA-6E5C-5F2939DB032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D1F568D-3815-0D52-C710-161E69FA02A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A62FAE69-DB58-F38B-B0D3-BDDF2189D927}"/>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75CD5589-A841-752A-37F2-674DE18191CF}"/>
              </a:ext>
            </a:extLst>
          </p:cNvPr>
          <p:cNvSpPr>
            <a:spLocks noGrp="1"/>
          </p:cNvSpPr>
          <p:nvPr>
            <p:ph type="sldNum" sz="quarter" idx="5"/>
          </p:nvPr>
        </p:nvSpPr>
        <p:spPr/>
        <p:txBody>
          <a:bodyPr/>
          <a:lstStyle/>
          <a:p>
            <a:fld id="{D8A6EEE7-472F-4CE6-AAEC-E7F55F52CEB1}" type="slidenum">
              <a:rPr lang="es-CO" smtClean="0"/>
              <a:t>10</a:t>
            </a:fld>
            <a:endParaRPr lang="es-CO"/>
          </a:p>
        </p:txBody>
      </p:sp>
    </p:spTree>
    <p:extLst>
      <p:ext uri="{BB962C8B-B14F-4D97-AF65-F5344CB8AC3E}">
        <p14:creationId xmlns:p14="http://schemas.microsoft.com/office/powerpoint/2010/main" val="4389268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0FC51-94F6-B1B4-BB1F-3F00C1DDAFA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6AD381D-D37A-7240-D2E9-0C0945B01C76}"/>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CE9CF270-1A59-BF74-F87E-FA8183050AD3}"/>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D0C3A452-4C94-BD39-2755-597320112CF1}"/>
              </a:ext>
            </a:extLst>
          </p:cNvPr>
          <p:cNvSpPr>
            <a:spLocks noGrp="1"/>
          </p:cNvSpPr>
          <p:nvPr>
            <p:ph type="sldNum" sz="quarter" idx="5"/>
          </p:nvPr>
        </p:nvSpPr>
        <p:spPr/>
        <p:txBody>
          <a:bodyPr/>
          <a:lstStyle/>
          <a:p>
            <a:fld id="{D8A6EEE7-472F-4CE6-AAEC-E7F55F52CEB1}" type="slidenum">
              <a:rPr lang="es-CO" smtClean="0"/>
              <a:t>11</a:t>
            </a:fld>
            <a:endParaRPr lang="es-CO"/>
          </a:p>
        </p:txBody>
      </p:sp>
    </p:spTree>
    <p:extLst>
      <p:ext uri="{BB962C8B-B14F-4D97-AF65-F5344CB8AC3E}">
        <p14:creationId xmlns:p14="http://schemas.microsoft.com/office/powerpoint/2010/main" val="27033288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9C7EC-B86F-51A5-3F9E-7AA06D13080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258B185-39D8-8E07-383B-F8FA67760FB7}"/>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E19F29CD-8E52-DFDF-F6F0-AFA0188A76AC}"/>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BA0944D0-F82D-CFF4-89EC-43C2F4D1AD19}"/>
              </a:ext>
            </a:extLst>
          </p:cNvPr>
          <p:cNvSpPr>
            <a:spLocks noGrp="1"/>
          </p:cNvSpPr>
          <p:nvPr>
            <p:ph type="sldNum" sz="quarter" idx="5"/>
          </p:nvPr>
        </p:nvSpPr>
        <p:spPr/>
        <p:txBody>
          <a:bodyPr/>
          <a:lstStyle/>
          <a:p>
            <a:fld id="{D8A6EEE7-472F-4CE6-AAEC-E7F55F52CEB1}" type="slidenum">
              <a:rPr lang="es-CO" smtClean="0"/>
              <a:t>12</a:t>
            </a:fld>
            <a:endParaRPr lang="es-CO"/>
          </a:p>
        </p:txBody>
      </p:sp>
    </p:spTree>
    <p:extLst>
      <p:ext uri="{BB962C8B-B14F-4D97-AF65-F5344CB8AC3E}">
        <p14:creationId xmlns:p14="http://schemas.microsoft.com/office/powerpoint/2010/main" val="35111017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5472D-3DFA-289B-8D25-6ADE7F31FB8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314F161-6492-81DB-2BE3-B81A74C0A6B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9CDBFD22-70C4-84BE-2374-B6E5C663B306}"/>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D2B65195-95C8-BC8B-E4CB-1B54633F6F86}"/>
              </a:ext>
            </a:extLst>
          </p:cNvPr>
          <p:cNvSpPr>
            <a:spLocks noGrp="1"/>
          </p:cNvSpPr>
          <p:nvPr>
            <p:ph type="sldNum" sz="quarter" idx="5"/>
          </p:nvPr>
        </p:nvSpPr>
        <p:spPr/>
        <p:txBody>
          <a:bodyPr/>
          <a:lstStyle/>
          <a:p>
            <a:fld id="{D8A6EEE7-472F-4CE6-AAEC-E7F55F52CEB1}" type="slidenum">
              <a:rPr lang="es-CO" smtClean="0"/>
              <a:t>13</a:t>
            </a:fld>
            <a:endParaRPr lang="es-CO"/>
          </a:p>
        </p:txBody>
      </p:sp>
    </p:spTree>
    <p:extLst>
      <p:ext uri="{BB962C8B-B14F-4D97-AF65-F5344CB8AC3E}">
        <p14:creationId xmlns:p14="http://schemas.microsoft.com/office/powerpoint/2010/main" val="12025833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F5FC4-F199-2083-8A8D-B902F90A6E5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5A85297-DDBB-B419-36E2-0AA3D2634ECD}"/>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C5EDC2BB-89BC-E720-C8D3-77ADBCF89B59}"/>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05C04C98-36F6-9745-A36D-92C679F59E50}"/>
              </a:ext>
            </a:extLst>
          </p:cNvPr>
          <p:cNvSpPr>
            <a:spLocks noGrp="1"/>
          </p:cNvSpPr>
          <p:nvPr>
            <p:ph type="sldNum" sz="quarter" idx="5"/>
          </p:nvPr>
        </p:nvSpPr>
        <p:spPr/>
        <p:txBody>
          <a:bodyPr/>
          <a:lstStyle/>
          <a:p>
            <a:fld id="{D8A6EEE7-472F-4CE6-AAEC-E7F55F52CEB1}" type="slidenum">
              <a:rPr lang="es-CO" smtClean="0"/>
              <a:t>14</a:t>
            </a:fld>
            <a:endParaRPr lang="es-CO"/>
          </a:p>
        </p:txBody>
      </p:sp>
    </p:spTree>
    <p:extLst>
      <p:ext uri="{BB962C8B-B14F-4D97-AF65-F5344CB8AC3E}">
        <p14:creationId xmlns:p14="http://schemas.microsoft.com/office/powerpoint/2010/main" val="22057460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FFC8B-4EE5-1D3A-D91F-99B0CFB6D36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50F4B0-5634-66E4-BA26-2E1973822F05}"/>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9AECC567-6CE8-2577-33E4-D970FEC02A22}"/>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5E87D792-BA94-1435-66D5-FEFC796AEA48}"/>
              </a:ext>
            </a:extLst>
          </p:cNvPr>
          <p:cNvSpPr>
            <a:spLocks noGrp="1"/>
          </p:cNvSpPr>
          <p:nvPr>
            <p:ph type="sldNum" sz="quarter" idx="5"/>
          </p:nvPr>
        </p:nvSpPr>
        <p:spPr/>
        <p:txBody>
          <a:bodyPr/>
          <a:lstStyle/>
          <a:p>
            <a:fld id="{D8A6EEE7-472F-4CE6-AAEC-E7F55F52CEB1}" type="slidenum">
              <a:rPr lang="es-CO" smtClean="0"/>
              <a:t>15</a:t>
            </a:fld>
            <a:endParaRPr lang="es-CO"/>
          </a:p>
        </p:txBody>
      </p:sp>
    </p:spTree>
    <p:extLst>
      <p:ext uri="{BB962C8B-B14F-4D97-AF65-F5344CB8AC3E}">
        <p14:creationId xmlns:p14="http://schemas.microsoft.com/office/powerpoint/2010/main" val="9419616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AE586-B26E-0E8F-B84B-F234EB7FE50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24F907E-F4EC-66D8-0C45-7EEC609C212A}"/>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12E58DBA-D901-CA72-9987-01CEF1A3904D}"/>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77A04B00-E76A-85F4-4903-CE77038D9430}"/>
              </a:ext>
            </a:extLst>
          </p:cNvPr>
          <p:cNvSpPr>
            <a:spLocks noGrp="1"/>
          </p:cNvSpPr>
          <p:nvPr>
            <p:ph type="sldNum" sz="quarter" idx="5"/>
          </p:nvPr>
        </p:nvSpPr>
        <p:spPr/>
        <p:txBody>
          <a:bodyPr/>
          <a:lstStyle/>
          <a:p>
            <a:fld id="{D8A6EEE7-472F-4CE6-AAEC-E7F55F52CEB1}" type="slidenum">
              <a:rPr lang="es-CO" smtClean="0"/>
              <a:t>16</a:t>
            </a:fld>
            <a:endParaRPr lang="es-CO"/>
          </a:p>
        </p:txBody>
      </p:sp>
    </p:spTree>
    <p:extLst>
      <p:ext uri="{BB962C8B-B14F-4D97-AF65-F5344CB8AC3E}">
        <p14:creationId xmlns:p14="http://schemas.microsoft.com/office/powerpoint/2010/main" val="1436021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2CBAD-D28F-D5EC-8399-7E808AE16B9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4CB438-41C6-80DB-B2F4-85BE57080C39}"/>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C1FB521A-93B5-EC6F-BFD3-BE27577B23B6}"/>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BAD4D28A-E395-9C0B-1CE6-80FE88B1F611}"/>
              </a:ext>
            </a:extLst>
          </p:cNvPr>
          <p:cNvSpPr>
            <a:spLocks noGrp="1"/>
          </p:cNvSpPr>
          <p:nvPr>
            <p:ph type="sldNum" sz="quarter" idx="5"/>
          </p:nvPr>
        </p:nvSpPr>
        <p:spPr/>
        <p:txBody>
          <a:bodyPr/>
          <a:lstStyle/>
          <a:p>
            <a:fld id="{D8A6EEE7-472F-4CE6-AAEC-E7F55F52CEB1}" type="slidenum">
              <a:rPr lang="es-CO" smtClean="0"/>
              <a:t>17</a:t>
            </a:fld>
            <a:endParaRPr lang="es-CO"/>
          </a:p>
        </p:txBody>
      </p:sp>
    </p:spTree>
    <p:extLst>
      <p:ext uri="{BB962C8B-B14F-4D97-AF65-F5344CB8AC3E}">
        <p14:creationId xmlns:p14="http://schemas.microsoft.com/office/powerpoint/2010/main" val="35618858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03416-556A-7789-4B77-D0277695A2C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72379E6-B901-4731-BD1C-2B755632DBB9}"/>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452D23F2-E07A-CD3F-AD93-F20293C8A2B0}"/>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9BF684FD-19B7-4DB1-B8CF-FE8CC1497E6D}"/>
              </a:ext>
            </a:extLst>
          </p:cNvPr>
          <p:cNvSpPr>
            <a:spLocks noGrp="1"/>
          </p:cNvSpPr>
          <p:nvPr>
            <p:ph type="sldNum" sz="quarter" idx="5"/>
          </p:nvPr>
        </p:nvSpPr>
        <p:spPr/>
        <p:txBody>
          <a:bodyPr/>
          <a:lstStyle/>
          <a:p>
            <a:fld id="{D8A6EEE7-472F-4CE6-AAEC-E7F55F52CEB1}" type="slidenum">
              <a:rPr lang="es-CO" smtClean="0"/>
              <a:t>18</a:t>
            </a:fld>
            <a:endParaRPr lang="es-CO"/>
          </a:p>
        </p:txBody>
      </p:sp>
    </p:spTree>
    <p:extLst>
      <p:ext uri="{BB962C8B-B14F-4D97-AF65-F5344CB8AC3E}">
        <p14:creationId xmlns:p14="http://schemas.microsoft.com/office/powerpoint/2010/main" val="38400404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6CD0A-237A-7222-09FB-7E07CE23460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EDC6BE1-4742-C286-CAD9-52D1462AE7CA}"/>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2AEA5A33-2E10-D047-6C47-9DC0880FFB2B}"/>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F331EFAD-AD88-4FE7-C59A-48C9EB5A27E1}"/>
              </a:ext>
            </a:extLst>
          </p:cNvPr>
          <p:cNvSpPr>
            <a:spLocks noGrp="1"/>
          </p:cNvSpPr>
          <p:nvPr>
            <p:ph type="sldNum" sz="quarter" idx="5"/>
          </p:nvPr>
        </p:nvSpPr>
        <p:spPr/>
        <p:txBody>
          <a:bodyPr/>
          <a:lstStyle/>
          <a:p>
            <a:fld id="{D8A6EEE7-472F-4CE6-AAEC-E7F55F52CEB1}" type="slidenum">
              <a:rPr lang="es-CO" smtClean="0"/>
              <a:t>19</a:t>
            </a:fld>
            <a:endParaRPr lang="es-CO"/>
          </a:p>
        </p:txBody>
      </p:sp>
    </p:spTree>
    <p:extLst>
      <p:ext uri="{BB962C8B-B14F-4D97-AF65-F5344CB8AC3E}">
        <p14:creationId xmlns:p14="http://schemas.microsoft.com/office/powerpoint/2010/main" val="42618592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C0586-C853-E678-8601-A35E55F34F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932D301-AD26-31C6-F91B-3090E06AB261}"/>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14B77680-F637-3960-43EC-BB2361273C1B}"/>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534DB1C6-6FE8-2F9A-449D-2326D2353F96}"/>
              </a:ext>
            </a:extLst>
          </p:cNvPr>
          <p:cNvSpPr>
            <a:spLocks noGrp="1"/>
          </p:cNvSpPr>
          <p:nvPr>
            <p:ph type="sldNum" sz="quarter" idx="5"/>
          </p:nvPr>
        </p:nvSpPr>
        <p:spPr/>
        <p:txBody>
          <a:bodyPr/>
          <a:lstStyle/>
          <a:p>
            <a:fld id="{D8A6EEE7-472F-4CE6-AAEC-E7F55F52CEB1}" type="slidenum">
              <a:rPr lang="es-CO" smtClean="0"/>
              <a:t>20</a:t>
            </a:fld>
            <a:endParaRPr lang="es-CO"/>
          </a:p>
        </p:txBody>
      </p:sp>
    </p:spTree>
    <p:extLst>
      <p:ext uri="{BB962C8B-B14F-4D97-AF65-F5344CB8AC3E}">
        <p14:creationId xmlns:p14="http://schemas.microsoft.com/office/powerpoint/2010/main" val="28376569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9AC58-AAA9-D10C-051D-9A49916CCC0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041CD5E-ACB3-7CF6-D668-FC9F36B422D7}"/>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DEF0E685-2B1D-4F95-1705-3DA11850A704}"/>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81F84F6F-6941-CEFB-7342-4897986CE5EC}"/>
              </a:ext>
            </a:extLst>
          </p:cNvPr>
          <p:cNvSpPr>
            <a:spLocks noGrp="1"/>
          </p:cNvSpPr>
          <p:nvPr>
            <p:ph type="sldNum" sz="quarter" idx="5"/>
          </p:nvPr>
        </p:nvSpPr>
        <p:spPr/>
        <p:txBody>
          <a:bodyPr/>
          <a:lstStyle/>
          <a:p>
            <a:fld id="{D8A6EEE7-472F-4CE6-AAEC-E7F55F52CEB1}" type="slidenum">
              <a:rPr lang="es-CO" smtClean="0"/>
              <a:t>21</a:t>
            </a:fld>
            <a:endParaRPr lang="es-CO"/>
          </a:p>
        </p:txBody>
      </p:sp>
    </p:spTree>
    <p:extLst>
      <p:ext uri="{BB962C8B-B14F-4D97-AF65-F5344CB8AC3E}">
        <p14:creationId xmlns:p14="http://schemas.microsoft.com/office/powerpoint/2010/main" val="8031653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12784-B5B4-4AA5-1F34-C6C6A58A10F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4136A58-C930-AAA6-BC5E-26D11AF2C709}"/>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B26D333A-245F-6773-5130-8D3ABC286738}"/>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42B3E290-363A-BA4B-1BC2-C2A445FEF363}"/>
              </a:ext>
            </a:extLst>
          </p:cNvPr>
          <p:cNvSpPr>
            <a:spLocks noGrp="1"/>
          </p:cNvSpPr>
          <p:nvPr>
            <p:ph type="sldNum" sz="quarter" idx="5"/>
          </p:nvPr>
        </p:nvSpPr>
        <p:spPr/>
        <p:txBody>
          <a:bodyPr/>
          <a:lstStyle/>
          <a:p>
            <a:fld id="{D8A6EEE7-472F-4CE6-AAEC-E7F55F52CEB1}" type="slidenum">
              <a:rPr lang="es-CO" smtClean="0"/>
              <a:t>22</a:t>
            </a:fld>
            <a:endParaRPr lang="es-CO"/>
          </a:p>
        </p:txBody>
      </p:sp>
    </p:spTree>
    <p:extLst>
      <p:ext uri="{BB962C8B-B14F-4D97-AF65-F5344CB8AC3E}">
        <p14:creationId xmlns:p14="http://schemas.microsoft.com/office/powerpoint/2010/main" val="14122595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7EC68-8E19-019C-2D06-3978D8B02C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EB83E6F-4B76-F391-9464-760EC8226013}"/>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5811A172-6409-B67A-509B-CA0871FA7AE8}"/>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A0BD6C68-2EE7-9484-E8B7-23302BEAFB5C}"/>
              </a:ext>
            </a:extLst>
          </p:cNvPr>
          <p:cNvSpPr>
            <a:spLocks noGrp="1"/>
          </p:cNvSpPr>
          <p:nvPr>
            <p:ph type="sldNum" sz="quarter" idx="5"/>
          </p:nvPr>
        </p:nvSpPr>
        <p:spPr/>
        <p:txBody>
          <a:bodyPr/>
          <a:lstStyle/>
          <a:p>
            <a:fld id="{D8A6EEE7-472F-4CE6-AAEC-E7F55F52CEB1}" type="slidenum">
              <a:rPr lang="es-CO" smtClean="0"/>
              <a:t>23</a:t>
            </a:fld>
            <a:endParaRPr lang="es-CO"/>
          </a:p>
        </p:txBody>
      </p:sp>
    </p:spTree>
    <p:extLst>
      <p:ext uri="{BB962C8B-B14F-4D97-AF65-F5344CB8AC3E}">
        <p14:creationId xmlns:p14="http://schemas.microsoft.com/office/powerpoint/2010/main" val="25925946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13FE9-F052-A714-30C0-99439C8597B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C6A1AD-E79D-84DF-E429-74667FDBE521}"/>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3133F6F0-EFB5-D938-2F6F-14CD048583B6}"/>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9B82BC1E-C9A4-9786-4CEC-79A50EB461E3}"/>
              </a:ext>
            </a:extLst>
          </p:cNvPr>
          <p:cNvSpPr>
            <a:spLocks noGrp="1"/>
          </p:cNvSpPr>
          <p:nvPr>
            <p:ph type="sldNum" sz="quarter" idx="5"/>
          </p:nvPr>
        </p:nvSpPr>
        <p:spPr/>
        <p:txBody>
          <a:bodyPr/>
          <a:lstStyle/>
          <a:p>
            <a:fld id="{D8A6EEE7-472F-4CE6-AAEC-E7F55F52CEB1}" type="slidenum">
              <a:rPr lang="es-CO" smtClean="0"/>
              <a:t>24</a:t>
            </a:fld>
            <a:endParaRPr lang="es-CO"/>
          </a:p>
        </p:txBody>
      </p:sp>
    </p:spTree>
    <p:extLst>
      <p:ext uri="{BB962C8B-B14F-4D97-AF65-F5344CB8AC3E}">
        <p14:creationId xmlns:p14="http://schemas.microsoft.com/office/powerpoint/2010/main" val="534274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BB19CD-E911-B0F2-530E-5D9375A5AA3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B69EEBBA-69EA-0D69-8831-59737AE804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EEEEA375-D1D1-1A5C-AC4D-881D52103A71}"/>
              </a:ext>
            </a:extLst>
          </p:cNvPr>
          <p:cNvSpPr>
            <a:spLocks noGrp="1"/>
          </p:cNvSpPr>
          <p:nvPr>
            <p:ph type="dt" sz="half" idx="10"/>
          </p:nvPr>
        </p:nvSpPr>
        <p:spPr/>
        <p:txBody>
          <a:bodyPr/>
          <a:lstStyle/>
          <a:p>
            <a:fld id="{D60CB4A1-8DD3-4FE5-BE8A-895868F06B5B}" type="datetimeFigureOut">
              <a:rPr lang="es-CO" smtClean="0"/>
              <a:t>8/06/2026</a:t>
            </a:fld>
            <a:endParaRPr lang="es-CO"/>
          </a:p>
        </p:txBody>
      </p:sp>
      <p:sp>
        <p:nvSpPr>
          <p:cNvPr id="5" name="Marcador de pie de página 4">
            <a:extLst>
              <a:ext uri="{FF2B5EF4-FFF2-40B4-BE49-F238E27FC236}">
                <a16:creationId xmlns:a16="http://schemas.microsoft.com/office/drawing/2014/main" id="{E4DCBFF0-0A41-A06E-1558-5AB183EE8A2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BC47017-7517-15B0-8AC3-4CAAA38C97F5}"/>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2708897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C2EBE9-8B51-21E7-16CA-0C9977B00323}"/>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F9247366-C209-7145-A818-B503EEB22EA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A6F8759-5D6F-AD54-2713-084500C128BA}"/>
              </a:ext>
            </a:extLst>
          </p:cNvPr>
          <p:cNvSpPr>
            <a:spLocks noGrp="1"/>
          </p:cNvSpPr>
          <p:nvPr>
            <p:ph type="dt" sz="half" idx="10"/>
          </p:nvPr>
        </p:nvSpPr>
        <p:spPr/>
        <p:txBody>
          <a:bodyPr/>
          <a:lstStyle/>
          <a:p>
            <a:fld id="{D60CB4A1-8DD3-4FE5-BE8A-895868F06B5B}" type="datetimeFigureOut">
              <a:rPr lang="es-CO" smtClean="0"/>
              <a:t>8/06/2026</a:t>
            </a:fld>
            <a:endParaRPr lang="es-CO"/>
          </a:p>
        </p:txBody>
      </p:sp>
      <p:sp>
        <p:nvSpPr>
          <p:cNvPr id="5" name="Marcador de pie de página 4">
            <a:extLst>
              <a:ext uri="{FF2B5EF4-FFF2-40B4-BE49-F238E27FC236}">
                <a16:creationId xmlns:a16="http://schemas.microsoft.com/office/drawing/2014/main" id="{1F1619DE-C52D-9F91-E824-B7A86E12890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4A99F7C-ADEF-63E6-6C8A-FD119EA06682}"/>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1511277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78F2EE-BC11-DD98-EB05-5EF76ADE415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5AB02C83-C729-26E9-8AC2-1837FF4B92E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89FC7B7-3F71-ED4F-725B-51C02EEEC377}"/>
              </a:ext>
            </a:extLst>
          </p:cNvPr>
          <p:cNvSpPr>
            <a:spLocks noGrp="1"/>
          </p:cNvSpPr>
          <p:nvPr>
            <p:ph type="dt" sz="half" idx="10"/>
          </p:nvPr>
        </p:nvSpPr>
        <p:spPr/>
        <p:txBody>
          <a:bodyPr/>
          <a:lstStyle/>
          <a:p>
            <a:fld id="{D60CB4A1-8DD3-4FE5-BE8A-895868F06B5B}" type="datetimeFigureOut">
              <a:rPr lang="es-CO" smtClean="0"/>
              <a:t>8/06/2026</a:t>
            </a:fld>
            <a:endParaRPr lang="es-CO"/>
          </a:p>
        </p:txBody>
      </p:sp>
      <p:sp>
        <p:nvSpPr>
          <p:cNvPr id="5" name="Marcador de pie de página 4">
            <a:extLst>
              <a:ext uri="{FF2B5EF4-FFF2-40B4-BE49-F238E27FC236}">
                <a16:creationId xmlns:a16="http://schemas.microsoft.com/office/drawing/2014/main" id="{CB4E812A-295F-A672-163A-BC07A5AB52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18BC3DE-8655-C666-6566-7D5F9A0015D1}"/>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2031682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ABB655-5854-2AA5-1DF6-3E456D279E1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F610DDA-1647-B13D-0A45-BAAFFD268A3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514EAF04-C88F-2DCE-A801-1CB5A22B4E3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C9748B92-0590-C520-E6C0-A33728867F75}"/>
              </a:ext>
            </a:extLst>
          </p:cNvPr>
          <p:cNvSpPr>
            <a:spLocks noGrp="1"/>
          </p:cNvSpPr>
          <p:nvPr>
            <p:ph type="dt" sz="half" idx="10"/>
          </p:nvPr>
        </p:nvSpPr>
        <p:spPr/>
        <p:txBody>
          <a:bodyPr/>
          <a:lstStyle/>
          <a:p>
            <a:fld id="{D60CB4A1-8DD3-4FE5-BE8A-895868F06B5B}" type="datetimeFigureOut">
              <a:rPr lang="es-CO" smtClean="0"/>
              <a:t>8/06/2026</a:t>
            </a:fld>
            <a:endParaRPr lang="es-CO"/>
          </a:p>
        </p:txBody>
      </p:sp>
      <p:sp>
        <p:nvSpPr>
          <p:cNvPr id="6" name="Marcador de pie de página 5">
            <a:extLst>
              <a:ext uri="{FF2B5EF4-FFF2-40B4-BE49-F238E27FC236}">
                <a16:creationId xmlns:a16="http://schemas.microsoft.com/office/drawing/2014/main" id="{8DDB60A8-225C-647C-42F2-33C70D43DA9E}"/>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9C9A180-A62A-641E-74F5-2CF40D06B640}"/>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2127538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ADD9A6-5833-58F1-BB87-B6C38EE7C32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4F9806E-5A6E-3419-3EDE-BEDEB48DDE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BF328E8-1160-C649-B3FE-9FCF1C34572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E4FF3543-0628-1AB3-1A3F-9C9A3C1397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1B1D106-8961-F808-7B8D-B97A3F6BF8A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FA2ECA66-96CF-67AA-387A-86328EF565AB}"/>
              </a:ext>
            </a:extLst>
          </p:cNvPr>
          <p:cNvSpPr>
            <a:spLocks noGrp="1"/>
          </p:cNvSpPr>
          <p:nvPr>
            <p:ph type="dt" sz="half" idx="10"/>
          </p:nvPr>
        </p:nvSpPr>
        <p:spPr/>
        <p:txBody>
          <a:bodyPr/>
          <a:lstStyle/>
          <a:p>
            <a:fld id="{D60CB4A1-8DD3-4FE5-BE8A-895868F06B5B}" type="datetimeFigureOut">
              <a:rPr lang="es-CO" smtClean="0"/>
              <a:t>8/06/2026</a:t>
            </a:fld>
            <a:endParaRPr lang="es-CO"/>
          </a:p>
        </p:txBody>
      </p:sp>
      <p:sp>
        <p:nvSpPr>
          <p:cNvPr id="8" name="Marcador de pie de página 7">
            <a:extLst>
              <a:ext uri="{FF2B5EF4-FFF2-40B4-BE49-F238E27FC236}">
                <a16:creationId xmlns:a16="http://schemas.microsoft.com/office/drawing/2014/main" id="{5E9FC931-003E-465D-267B-D9E7764953CD}"/>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EE05E26D-1527-B216-F6BB-715BE7A4BEE1}"/>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405265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E9B5FA-A6C9-A747-56CC-B3FBDB85826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2BE98B96-E616-07C8-0745-D28057A0C2F0}"/>
              </a:ext>
            </a:extLst>
          </p:cNvPr>
          <p:cNvSpPr>
            <a:spLocks noGrp="1"/>
          </p:cNvSpPr>
          <p:nvPr>
            <p:ph type="dt" sz="half" idx="10"/>
          </p:nvPr>
        </p:nvSpPr>
        <p:spPr/>
        <p:txBody>
          <a:bodyPr/>
          <a:lstStyle/>
          <a:p>
            <a:fld id="{D60CB4A1-8DD3-4FE5-BE8A-895868F06B5B}" type="datetimeFigureOut">
              <a:rPr lang="es-CO" smtClean="0"/>
              <a:t>8/06/2026</a:t>
            </a:fld>
            <a:endParaRPr lang="es-CO"/>
          </a:p>
        </p:txBody>
      </p:sp>
      <p:sp>
        <p:nvSpPr>
          <p:cNvPr id="4" name="Marcador de pie de página 3">
            <a:extLst>
              <a:ext uri="{FF2B5EF4-FFF2-40B4-BE49-F238E27FC236}">
                <a16:creationId xmlns:a16="http://schemas.microsoft.com/office/drawing/2014/main" id="{FC0F952F-25F5-13AC-44B8-FBA9DFDB0B4A}"/>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D8A35729-3AAC-0C3A-2D57-7AB77F7AA392}"/>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1032565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73AB42E-52AF-F9B1-90D6-0EBDF59A00A2}"/>
              </a:ext>
            </a:extLst>
          </p:cNvPr>
          <p:cNvSpPr>
            <a:spLocks noGrp="1"/>
          </p:cNvSpPr>
          <p:nvPr>
            <p:ph type="dt" sz="half" idx="10"/>
          </p:nvPr>
        </p:nvSpPr>
        <p:spPr/>
        <p:txBody>
          <a:bodyPr/>
          <a:lstStyle/>
          <a:p>
            <a:fld id="{D60CB4A1-8DD3-4FE5-BE8A-895868F06B5B}" type="datetimeFigureOut">
              <a:rPr lang="es-CO" smtClean="0"/>
              <a:t>8/06/2026</a:t>
            </a:fld>
            <a:endParaRPr lang="es-CO"/>
          </a:p>
        </p:txBody>
      </p:sp>
      <p:sp>
        <p:nvSpPr>
          <p:cNvPr id="3" name="Marcador de pie de página 2">
            <a:extLst>
              <a:ext uri="{FF2B5EF4-FFF2-40B4-BE49-F238E27FC236}">
                <a16:creationId xmlns:a16="http://schemas.microsoft.com/office/drawing/2014/main" id="{D242C9A3-3B2E-5D34-76BB-D8CFC0E6E791}"/>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B7EE9D03-2235-3ED9-737B-C8661DC510D0}"/>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2758440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162848-2500-FA0F-93F7-BED9A8853ED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105934F-635D-F93C-249C-AB809CA13F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E46956CF-0394-7DB8-6E58-315EA22A03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1DAB6DB-F165-836F-1FA4-2F2C06F83BEE}"/>
              </a:ext>
            </a:extLst>
          </p:cNvPr>
          <p:cNvSpPr>
            <a:spLocks noGrp="1"/>
          </p:cNvSpPr>
          <p:nvPr>
            <p:ph type="dt" sz="half" idx="10"/>
          </p:nvPr>
        </p:nvSpPr>
        <p:spPr/>
        <p:txBody>
          <a:bodyPr/>
          <a:lstStyle/>
          <a:p>
            <a:fld id="{D60CB4A1-8DD3-4FE5-BE8A-895868F06B5B}" type="datetimeFigureOut">
              <a:rPr lang="es-CO" smtClean="0"/>
              <a:t>8/06/2026</a:t>
            </a:fld>
            <a:endParaRPr lang="es-CO"/>
          </a:p>
        </p:txBody>
      </p:sp>
      <p:sp>
        <p:nvSpPr>
          <p:cNvPr id="6" name="Marcador de pie de página 5">
            <a:extLst>
              <a:ext uri="{FF2B5EF4-FFF2-40B4-BE49-F238E27FC236}">
                <a16:creationId xmlns:a16="http://schemas.microsoft.com/office/drawing/2014/main" id="{354E0F44-C4EC-3DC9-F9B6-829BE2269C27}"/>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B8328E6A-D04A-E65A-8885-DA4F22C6D086}"/>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537601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C7D5C2-3909-B7BD-45D1-106612B05D3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8904F900-3ADA-0358-61E1-78D749240E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9B717034-BC13-4886-634C-25DB59FEA9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5DB243A-1BEF-A018-DB22-CBA31514EAA9}"/>
              </a:ext>
            </a:extLst>
          </p:cNvPr>
          <p:cNvSpPr>
            <a:spLocks noGrp="1"/>
          </p:cNvSpPr>
          <p:nvPr>
            <p:ph type="dt" sz="half" idx="10"/>
          </p:nvPr>
        </p:nvSpPr>
        <p:spPr/>
        <p:txBody>
          <a:bodyPr/>
          <a:lstStyle/>
          <a:p>
            <a:fld id="{D60CB4A1-8DD3-4FE5-BE8A-895868F06B5B}" type="datetimeFigureOut">
              <a:rPr lang="es-CO" smtClean="0"/>
              <a:t>8/06/2026</a:t>
            </a:fld>
            <a:endParaRPr lang="es-CO"/>
          </a:p>
        </p:txBody>
      </p:sp>
      <p:sp>
        <p:nvSpPr>
          <p:cNvPr id="6" name="Marcador de pie de página 5">
            <a:extLst>
              <a:ext uri="{FF2B5EF4-FFF2-40B4-BE49-F238E27FC236}">
                <a16:creationId xmlns:a16="http://schemas.microsoft.com/office/drawing/2014/main" id="{6F2C932B-0613-BF74-E295-D603D2791FD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EBBB783-98E5-58AA-2CFC-2744FBC3A5F3}"/>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1119119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582FB3-EF9E-24AE-9564-835EA222749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83BE044F-EBCD-FE69-89F3-486DBBC9518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9A5F9B8-C7FD-27D1-4600-088BF070AC13}"/>
              </a:ext>
            </a:extLst>
          </p:cNvPr>
          <p:cNvSpPr>
            <a:spLocks noGrp="1"/>
          </p:cNvSpPr>
          <p:nvPr>
            <p:ph type="dt" sz="half" idx="10"/>
          </p:nvPr>
        </p:nvSpPr>
        <p:spPr/>
        <p:txBody>
          <a:bodyPr/>
          <a:lstStyle/>
          <a:p>
            <a:fld id="{D60CB4A1-8DD3-4FE5-BE8A-895868F06B5B}" type="datetimeFigureOut">
              <a:rPr lang="es-CO" smtClean="0"/>
              <a:t>8/06/2026</a:t>
            </a:fld>
            <a:endParaRPr lang="es-CO"/>
          </a:p>
        </p:txBody>
      </p:sp>
      <p:sp>
        <p:nvSpPr>
          <p:cNvPr id="5" name="Marcador de pie de página 4">
            <a:extLst>
              <a:ext uri="{FF2B5EF4-FFF2-40B4-BE49-F238E27FC236}">
                <a16:creationId xmlns:a16="http://schemas.microsoft.com/office/drawing/2014/main" id="{DBBE6F67-03AA-6645-CC3E-1F8988A6473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4F923CF-2BA0-80EC-BE54-EF7F924DB5DA}"/>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2070114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91572B0-CB40-AAEA-2DC0-85A871F6FAD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4269E3F9-7BB0-259D-46CB-8646D0865E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4B24975-E789-BABC-701A-EC573D86479C}"/>
              </a:ext>
            </a:extLst>
          </p:cNvPr>
          <p:cNvSpPr>
            <a:spLocks noGrp="1"/>
          </p:cNvSpPr>
          <p:nvPr>
            <p:ph type="dt" sz="half" idx="10"/>
          </p:nvPr>
        </p:nvSpPr>
        <p:spPr/>
        <p:txBody>
          <a:bodyPr/>
          <a:lstStyle/>
          <a:p>
            <a:fld id="{D60CB4A1-8DD3-4FE5-BE8A-895868F06B5B}" type="datetimeFigureOut">
              <a:rPr lang="es-CO" smtClean="0"/>
              <a:t>8/06/2026</a:t>
            </a:fld>
            <a:endParaRPr lang="es-CO"/>
          </a:p>
        </p:txBody>
      </p:sp>
      <p:sp>
        <p:nvSpPr>
          <p:cNvPr id="5" name="Marcador de pie de página 4">
            <a:extLst>
              <a:ext uri="{FF2B5EF4-FFF2-40B4-BE49-F238E27FC236}">
                <a16:creationId xmlns:a16="http://schemas.microsoft.com/office/drawing/2014/main" id="{B27A25A5-D295-138B-989A-D2E6DCE19E0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433266A-E9CB-D1E6-7843-06547CF59D9C}"/>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631167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99A2319-155E-97F0-ED12-AAD870766D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4BFD99D-2FDA-2A10-389A-6E3B59B9C9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D20BDDA-9332-58A4-A090-7D4ABCC1E8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0CB4A1-8DD3-4FE5-BE8A-895868F06B5B}" type="datetimeFigureOut">
              <a:rPr lang="es-CO" smtClean="0"/>
              <a:t>8/06/2026</a:t>
            </a:fld>
            <a:endParaRPr lang="es-CO"/>
          </a:p>
        </p:txBody>
      </p:sp>
      <p:sp>
        <p:nvSpPr>
          <p:cNvPr id="5" name="Marcador de pie de página 4">
            <a:extLst>
              <a:ext uri="{FF2B5EF4-FFF2-40B4-BE49-F238E27FC236}">
                <a16:creationId xmlns:a16="http://schemas.microsoft.com/office/drawing/2014/main" id="{3DFD1646-8240-5B62-BFEC-43904A46FE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99CE4881-9413-20FB-44BD-B0774D5698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EBA82CD-C19C-47DE-B7FA-9BD926D7F90A}" type="slidenum">
              <a:rPr lang="es-CO" smtClean="0"/>
              <a:t>‹Nº›</a:t>
            </a:fld>
            <a:endParaRPr lang="es-CO"/>
          </a:p>
        </p:txBody>
      </p:sp>
    </p:spTree>
    <p:extLst>
      <p:ext uri="{BB962C8B-B14F-4D97-AF65-F5344CB8AC3E}">
        <p14:creationId xmlns:p14="http://schemas.microsoft.com/office/powerpoint/2010/main" val="1205133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mailto:sladinod@unal.edu.co"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descr="Se conmemoran 150 años de la Universidad Nacional de Colombia">
            <a:extLst>
              <a:ext uri="{FF2B5EF4-FFF2-40B4-BE49-F238E27FC236}">
                <a16:creationId xmlns:a16="http://schemas.microsoft.com/office/drawing/2014/main" id="{C0469491-2588-22AA-6D65-E300CCD4BE5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5273" y="3738903"/>
            <a:ext cx="4032448" cy="1713790"/>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4A992B16-5FA3-E2E3-B79D-90A13624A1F8}"/>
              </a:ext>
            </a:extLst>
          </p:cNvPr>
          <p:cNvSpPr txBox="1"/>
          <p:nvPr/>
        </p:nvSpPr>
        <p:spPr>
          <a:xfrm>
            <a:off x="1906259" y="5605955"/>
            <a:ext cx="3977244" cy="584775"/>
          </a:xfrm>
          <a:prstGeom prst="rect">
            <a:avLst/>
          </a:prstGeom>
          <a:noFill/>
        </p:spPr>
        <p:txBody>
          <a:bodyPr wrap="square" rtlCol="0">
            <a:spAutoFit/>
          </a:bodyPr>
          <a:lstStyle/>
          <a:p>
            <a:pPr algn="ctr"/>
            <a:r>
              <a:rPr lang="es-CO" sz="1600">
                <a:latin typeface="Calibri" panose="020F0502020204030204" pitchFamily="34" charset="0"/>
                <a:ea typeface="Calibri" panose="020F0502020204030204" pitchFamily="34" charset="0"/>
                <a:cs typeface="Calibri" panose="020F0502020204030204" pitchFamily="34" charset="0"/>
              </a:rPr>
              <a:t>Departamento de Ingeniería Civil y Agrícola</a:t>
            </a:r>
          </a:p>
          <a:p>
            <a:pPr algn="ctr"/>
            <a:r>
              <a:rPr lang="es-CO" sz="1600">
                <a:latin typeface="Calibri" panose="020F0502020204030204" pitchFamily="34" charset="0"/>
                <a:ea typeface="Calibri" panose="020F0502020204030204" pitchFamily="34" charset="0"/>
                <a:cs typeface="Calibri" panose="020F0502020204030204" pitchFamily="34" charset="0"/>
              </a:rPr>
              <a:t>Facultad Ingeniería pregrado</a:t>
            </a:r>
          </a:p>
        </p:txBody>
      </p:sp>
      <p:sp>
        <p:nvSpPr>
          <p:cNvPr id="4" name="CuadroTexto 3">
            <a:extLst>
              <a:ext uri="{FF2B5EF4-FFF2-40B4-BE49-F238E27FC236}">
                <a16:creationId xmlns:a16="http://schemas.microsoft.com/office/drawing/2014/main" id="{1A374074-2F39-489E-F67C-EC9D32AC688E}"/>
              </a:ext>
            </a:extLst>
          </p:cNvPr>
          <p:cNvSpPr txBox="1"/>
          <p:nvPr/>
        </p:nvSpPr>
        <p:spPr>
          <a:xfrm>
            <a:off x="7903032" y="2857502"/>
            <a:ext cx="3977244" cy="1077218"/>
          </a:xfrm>
          <a:prstGeom prst="rect">
            <a:avLst/>
          </a:prstGeom>
          <a:noFill/>
        </p:spPr>
        <p:txBody>
          <a:bodyPr wrap="square" rtlCol="0">
            <a:spAutoFit/>
          </a:bodyPr>
          <a:lstStyle/>
          <a:p>
            <a:pPr algn="ctr"/>
            <a:r>
              <a:rPr lang="es-CO" sz="3200" b="1" dirty="0">
                <a:latin typeface="Calibri" panose="020F0502020204030204" pitchFamily="34" charset="0"/>
                <a:ea typeface="Calibri" panose="020F0502020204030204" pitchFamily="34" charset="0"/>
                <a:cs typeface="Calibri" panose="020F0502020204030204" pitchFamily="34" charset="0"/>
              </a:rPr>
              <a:t>Diseño estructural</a:t>
            </a:r>
          </a:p>
          <a:p>
            <a:pPr algn="ctr"/>
            <a:r>
              <a:rPr lang="es-CO" sz="3200" b="1" dirty="0">
                <a:latin typeface="Calibri" panose="020F0502020204030204" pitchFamily="34" charset="0"/>
                <a:ea typeface="Calibri" panose="020F0502020204030204" pitchFamily="34" charset="0"/>
                <a:cs typeface="Calibri" panose="020F0502020204030204" pitchFamily="34" charset="0"/>
              </a:rPr>
              <a:t>Concreto reforzado</a:t>
            </a:r>
          </a:p>
        </p:txBody>
      </p:sp>
      <p:sp>
        <p:nvSpPr>
          <p:cNvPr id="5" name="CuadroTexto 4">
            <a:extLst>
              <a:ext uri="{FF2B5EF4-FFF2-40B4-BE49-F238E27FC236}">
                <a16:creationId xmlns:a16="http://schemas.microsoft.com/office/drawing/2014/main" id="{D7326A36-D114-372A-6BB6-6FA285F218E4}"/>
              </a:ext>
            </a:extLst>
          </p:cNvPr>
          <p:cNvSpPr txBox="1"/>
          <p:nvPr/>
        </p:nvSpPr>
        <p:spPr>
          <a:xfrm>
            <a:off x="7903032" y="3969627"/>
            <a:ext cx="3977244" cy="984885"/>
          </a:xfrm>
          <a:prstGeom prst="rect">
            <a:avLst/>
          </a:prstGeom>
          <a:noFill/>
        </p:spPr>
        <p:txBody>
          <a:bodyPr wrap="square" rtlCol="0">
            <a:spAutoFit/>
          </a:bodyPr>
          <a:lstStyle/>
          <a:p>
            <a:pPr algn="ctr"/>
            <a:r>
              <a:rPr lang="es-CO" sz="2000" dirty="0">
                <a:latin typeface="Calibri" panose="020F0502020204030204" pitchFamily="34" charset="0"/>
                <a:ea typeface="Calibri" panose="020F0502020204030204" pitchFamily="34" charset="0"/>
                <a:cs typeface="Calibri" panose="020F0502020204030204" pitchFamily="34" charset="0"/>
              </a:rPr>
              <a:t>PROVISIONES SISMICAS PARA COLUMNAS</a:t>
            </a:r>
          </a:p>
          <a:p>
            <a:pPr algn="ctr"/>
            <a:endParaRPr lang="es-CO" dirty="0">
              <a:latin typeface="Calibri" panose="020F0502020204030204" pitchFamily="34" charset="0"/>
              <a:ea typeface="Calibri" panose="020F0502020204030204" pitchFamily="34" charset="0"/>
              <a:cs typeface="Calibri" panose="020F0502020204030204" pitchFamily="34" charset="0"/>
            </a:endParaRPr>
          </a:p>
        </p:txBody>
      </p:sp>
      <p:sp>
        <p:nvSpPr>
          <p:cNvPr id="6" name="CuadroTexto 5">
            <a:extLst>
              <a:ext uri="{FF2B5EF4-FFF2-40B4-BE49-F238E27FC236}">
                <a16:creationId xmlns:a16="http://schemas.microsoft.com/office/drawing/2014/main" id="{B2199F67-1E75-7CB4-2924-41DE7661095B}"/>
              </a:ext>
            </a:extLst>
          </p:cNvPr>
          <p:cNvSpPr txBox="1"/>
          <p:nvPr/>
        </p:nvSpPr>
        <p:spPr>
          <a:xfrm>
            <a:off x="7396316" y="4829949"/>
            <a:ext cx="4649742" cy="1015663"/>
          </a:xfrm>
          <a:prstGeom prst="rect">
            <a:avLst/>
          </a:prstGeom>
          <a:noFill/>
        </p:spPr>
        <p:txBody>
          <a:bodyPr wrap="square" rtlCol="0">
            <a:spAutoFit/>
          </a:bodyPr>
          <a:lstStyle/>
          <a:p>
            <a:pPr algn="ctr"/>
            <a:r>
              <a:rPr lang="es-CO" sz="1400">
                <a:latin typeface="Calibri" panose="020F0502020204030204" pitchFamily="34" charset="0"/>
                <a:ea typeface="Calibri" panose="020F0502020204030204" pitchFamily="34" charset="0"/>
                <a:cs typeface="Calibri" panose="020F0502020204030204" pitchFamily="34" charset="0"/>
              </a:rPr>
              <a:t>Profesor: Ing. Sergio Daniel Ladino Delgado</a:t>
            </a:r>
          </a:p>
          <a:p>
            <a:pPr algn="ctr"/>
            <a:r>
              <a:rPr lang="es-CO" sz="1400">
                <a:latin typeface="Calibri" panose="020F0502020204030204" pitchFamily="34" charset="0"/>
                <a:ea typeface="Calibri" panose="020F0502020204030204" pitchFamily="34" charset="0"/>
                <a:cs typeface="Calibri" panose="020F0502020204030204" pitchFamily="34" charset="0"/>
              </a:rPr>
              <a:t>Correo: </a:t>
            </a:r>
            <a:r>
              <a:rPr lang="es-CO" sz="1400">
                <a:latin typeface="Calibri" panose="020F0502020204030204" pitchFamily="34" charset="0"/>
                <a:ea typeface="Calibri" panose="020F0502020204030204" pitchFamily="34" charset="0"/>
                <a:cs typeface="Calibri" panose="020F0502020204030204" pitchFamily="34" charset="0"/>
                <a:hlinkClick r:id="rId4"/>
              </a:rPr>
              <a:t>sladinod@unal.edu.co</a:t>
            </a:r>
            <a:endParaRPr lang="es-CO" sz="1400">
              <a:latin typeface="Calibri" panose="020F0502020204030204" pitchFamily="34" charset="0"/>
              <a:ea typeface="Calibri" panose="020F0502020204030204" pitchFamily="34" charset="0"/>
              <a:cs typeface="Calibri" panose="020F0502020204030204" pitchFamily="34" charset="0"/>
            </a:endParaRPr>
          </a:p>
          <a:p>
            <a:pPr algn="ctr"/>
            <a:endParaRPr lang="es-CO" sz="1400">
              <a:latin typeface="Calibri" panose="020F0502020204030204" pitchFamily="34" charset="0"/>
              <a:ea typeface="Calibri" panose="020F0502020204030204" pitchFamily="34" charset="0"/>
              <a:cs typeface="Calibri" panose="020F0502020204030204" pitchFamily="34" charset="0"/>
            </a:endParaRPr>
          </a:p>
          <a:p>
            <a:pPr algn="ctr"/>
            <a:endParaRPr lang="es-CO">
              <a:latin typeface="Calibri" panose="020F0502020204030204" pitchFamily="34" charset="0"/>
              <a:ea typeface="Calibri" panose="020F0502020204030204" pitchFamily="34" charset="0"/>
              <a:cs typeface="Calibri" panose="020F0502020204030204" pitchFamily="34" charset="0"/>
            </a:endParaRPr>
          </a:p>
        </p:txBody>
      </p:sp>
      <p:cxnSp>
        <p:nvCxnSpPr>
          <p:cNvPr id="10" name="Conector recto 9">
            <a:extLst>
              <a:ext uri="{FF2B5EF4-FFF2-40B4-BE49-F238E27FC236}">
                <a16:creationId xmlns:a16="http://schemas.microsoft.com/office/drawing/2014/main" id="{65CE1B3B-288A-2DCF-F470-B125B7120439}"/>
              </a:ext>
            </a:extLst>
          </p:cNvPr>
          <p:cNvCxnSpPr>
            <a:cxnSpLocks/>
          </p:cNvCxnSpPr>
          <p:nvPr/>
        </p:nvCxnSpPr>
        <p:spPr>
          <a:xfrm>
            <a:off x="7834998" y="0"/>
            <a:ext cx="0" cy="685800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8143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07380-A3AE-448B-08FC-0E2E8FD061C1}"/>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8A6ADF49-5CDC-A83D-1415-2FA23A0B4BB1}"/>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C2DD0567-B34C-675D-7294-E0E835AF25D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8F9504D8-D8DD-D50A-93C5-AF417A6A5768}"/>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C82A5BB0-9EFF-2D6C-6929-DF50DC8CB702}"/>
              </a:ext>
            </a:extLst>
          </p:cNvPr>
          <p:cNvSpPr txBox="1"/>
          <p:nvPr/>
        </p:nvSpPr>
        <p:spPr>
          <a:xfrm>
            <a:off x="2846697" y="2458296"/>
            <a:ext cx="7169938" cy="3046988"/>
          </a:xfrm>
          <a:prstGeom prst="rect">
            <a:avLst/>
          </a:prstGeom>
          <a:noFill/>
        </p:spPr>
        <p:txBody>
          <a:bodyPr wrap="square">
            <a:spAutoFit/>
          </a:bodyPr>
          <a:lstStyle/>
          <a:p>
            <a:r>
              <a:rPr lang="es-CO" sz="4800" b="1" dirty="0"/>
              <a:t>Requisitos de Diseño sismo resistente -Columnas- Capitulo C.21 NSR-10</a:t>
            </a:r>
          </a:p>
        </p:txBody>
      </p:sp>
    </p:spTree>
    <p:extLst>
      <p:ext uri="{BB962C8B-B14F-4D97-AF65-F5344CB8AC3E}">
        <p14:creationId xmlns:p14="http://schemas.microsoft.com/office/powerpoint/2010/main" val="1267595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05E53-A168-E65D-9080-1DD382843A3C}"/>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3C5C9A9B-4F99-08FA-47A5-FE3F38648C55}"/>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A5201A5A-8234-871F-EA80-8C26B6637FE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B0FA4618-6F1A-CBCB-BFCB-45A6820F4934}"/>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81EDDE9E-DAA9-AF45-F1D0-8052CB80CF45}"/>
              </a:ext>
            </a:extLst>
          </p:cNvPr>
          <p:cNvSpPr txBox="1"/>
          <p:nvPr/>
        </p:nvSpPr>
        <p:spPr>
          <a:xfrm>
            <a:off x="295635" y="1171288"/>
            <a:ext cx="11282181" cy="400110"/>
          </a:xfrm>
          <a:prstGeom prst="rect">
            <a:avLst/>
          </a:prstGeom>
          <a:noFill/>
        </p:spPr>
        <p:txBody>
          <a:bodyPr wrap="square">
            <a:spAutoFit/>
          </a:bodyPr>
          <a:lstStyle/>
          <a:p>
            <a:r>
              <a:rPr lang="es-CO" sz="2000" b="1" dirty="0"/>
              <a:t>C.21.3.5- COLUMNAS CON CAPACIDAD MODERADA DE DISIPACIÓN DE ENERGÍA (DMO)</a:t>
            </a:r>
          </a:p>
        </p:txBody>
      </p:sp>
      <p:sp>
        <p:nvSpPr>
          <p:cNvPr id="9" name="CuadroTexto 8">
            <a:extLst>
              <a:ext uri="{FF2B5EF4-FFF2-40B4-BE49-F238E27FC236}">
                <a16:creationId xmlns:a16="http://schemas.microsoft.com/office/drawing/2014/main" id="{36E98F5C-1E65-695C-7EF9-E17F14C93E92}"/>
              </a:ext>
            </a:extLst>
          </p:cNvPr>
          <p:cNvSpPr txBox="1"/>
          <p:nvPr/>
        </p:nvSpPr>
        <p:spPr>
          <a:xfrm>
            <a:off x="295636" y="2163170"/>
            <a:ext cx="11683004" cy="3785652"/>
          </a:xfrm>
          <a:prstGeom prst="rect">
            <a:avLst/>
          </a:prstGeom>
          <a:noFill/>
        </p:spPr>
        <p:txBody>
          <a:bodyPr wrap="square" rtlCol="0">
            <a:spAutoFit/>
          </a:bodyPr>
          <a:lstStyle/>
          <a:p>
            <a:r>
              <a:rPr lang="es-CO" sz="2000" b="1" dirty="0">
                <a:solidFill>
                  <a:schemeClr val="accent1"/>
                </a:solidFill>
              </a:rPr>
              <a:t>C.21.3.5.1- </a:t>
            </a:r>
            <a:r>
              <a:rPr lang="es-CO" sz="2000" dirty="0"/>
              <a:t>La dimensión menor de la sección transversal, medida en una línea recta que pasa a través del centroide geométrico, no debe ser menor de 250 </a:t>
            </a:r>
            <a:r>
              <a:rPr lang="es-CO" sz="2000" dirty="0" err="1"/>
              <a:t>mm.</a:t>
            </a:r>
            <a:r>
              <a:rPr lang="es-CO" sz="2000" dirty="0"/>
              <a:t> Las columnas en forma de T, C o I pueden tener una dimensión mínima de 0.20 m pero su área no puede ser menor de 0.0625 m².</a:t>
            </a:r>
          </a:p>
          <a:p>
            <a:endParaRPr lang="es-CO" sz="2000" dirty="0"/>
          </a:p>
          <a:p>
            <a:endParaRPr lang="es-CO" sz="2000" dirty="0"/>
          </a:p>
          <a:p>
            <a:endParaRPr lang="es-CO" sz="2000" dirty="0"/>
          </a:p>
          <a:p>
            <a:r>
              <a:rPr lang="es-CO" sz="2000" b="1" dirty="0">
                <a:solidFill>
                  <a:schemeClr val="accent1"/>
                </a:solidFill>
              </a:rPr>
              <a:t>C.21.1.5.4.- </a:t>
            </a:r>
            <a:r>
              <a:rPr lang="es-CO" sz="2000" dirty="0"/>
              <a:t>El área de refuerzo  longitudinal, </a:t>
            </a:r>
            <a:r>
              <a:rPr lang="es-CO" sz="2000" dirty="0" err="1"/>
              <a:t>Ast</a:t>
            </a:r>
            <a:r>
              <a:rPr lang="es-CO" sz="2000" dirty="0"/>
              <a:t> , no debe ser menor que 0.01Ag  ni mayor que 0.04Ag.</a:t>
            </a:r>
          </a:p>
          <a:p>
            <a:endParaRPr lang="es-CO" sz="2000" dirty="0"/>
          </a:p>
          <a:p>
            <a:endParaRPr lang="es-CO" sz="2000" u="sng" dirty="0"/>
          </a:p>
          <a:p>
            <a:r>
              <a:rPr lang="es-CO" sz="2000" b="1" dirty="0">
                <a:solidFill>
                  <a:schemeClr val="accent1"/>
                </a:solidFill>
              </a:rPr>
              <a:t>C.21.3.5.3- </a:t>
            </a:r>
            <a:r>
              <a:rPr lang="es-CO" sz="2000" dirty="0"/>
              <a:t>… Los empalmes por traslapo se permiten únicamente en la mitad central de la longitud del elemento y deben diseñarse como empalmes en tracción.</a:t>
            </a:r>
          </a:p>
          <a:p>
            <a:endParaRPr lang="es-CO" sz="2000" u="sng" dirty="0"/>
          </a:p>
        </p:txBody>
      </p:sp>
    </p:spTree>
    <p:extLst>
      <p:ext uri="{BB962C8B-B14F-4D97-AF65-F5344CB8AC3E}">
        <p14:creationId xmlns:p14="http://schemas.microsoft.com/office/powerpoint/2010/main" val="1536117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A6BBA-28F7-B9A2-68B5-5E581FF06988}"/>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1ED2F4BC-85F0-39D4-3DA7-E0BA53C14FA5}"/>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6772C662-ABCB-FE6B-2BF2-5126D78D730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DCB0D398-1230-5E56-7F4A-C7C11C25FA4E}"/>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BB202398-0EAF-48F0-A9D8-36B09862BCBB}"/>
              </a:ext>
            </a:extLst>
          </p:cNvPr>
          <p:cNvSpPr txBox="1"/>
          <p:nvPr/>
        </p:nvSpPr>
        <p:spPr>
          <a:xfrm>
            <a:off x="295636" y="1171288"/>
            <a:ext cx="9762764" cy="400110"/>
          </a:xfrm>
          <a:prstGeom prst="rect">
            <a:avLst/>
          </a:prstGeom>
          <a:noFill/>
        </p:spPr>
        <p:txBody>
          <a:bodyPr wrap="square">
            <a:spAutoFit/>
          </a:bodyPr>
          <a:lstStyle/>
          <a:p>
            <a:r>
              <a:rPr lang="es-CO" sz="2000" b="1" dirty="0"/>
              <a:t>C.21.3.3- Resistencia a cortante</a:t>
            </a: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8A6E9A1E-84C9-0445-CA8F-61AD849F139C}"/>
                  </a:ext>
                </a:extLst>
              </p:cNvPr>
              <p:cNvSpPr txBox="1"/>
              <p:nvPr/>
            </p:nvSpPr>
            <p:spPr>
              <a:xfrm>
                <a:off x="295636" y="2163170"/>
                <a:ext cx="11683004" cy="3170099"/>
              </a:xfrm>
              <a:prstGeom prst="rect">
                <a:avLst/>
              </a:prstGeom>
              <a:noFill/>
            </p:spPr>
            <p:txBody>
              <a:bodyPr wrap="square" rtlCol="0">
                <a:spAutoFit/>
              </a:bodyPr>
              <a:lstStyle/>
              <a:p>
                <a:r>
                  <a:rPr lang="es-CO" sz="2000" b="1" dirty="0">
                    <a:solidFill>
                      <a:schemeClr val="accent1"/>
                    </a:solidFill>
                  </a:rPr>
                  <a:t>C.21.3.3.1- </a:t>
                </a:r>
                <a:r>
                  <a:rPr lang="es-CO" sz="2000" dirty="0"/>
                  <a:t>El </a:t>
                </a:r>
                <a:r>
                  <a:rPr lang="es-CO" sz="2000" dirty="0" err="1"/>
                  <a:t>ΦVn</a:t>
                </a:r>
                <a:r>
                  <a:rPr lang="es-CO" sz="2000" dirty="0"/>
                  <a:t> de columnas que resisten efectos sísmicos, E, no debe ser menor que el menor de (a) y (b):</a:t>
                </a:r>
              </a:p>
              <a:p>
                <a:endParaRPr lang="es-CO" sz="2000" dirty="0"/>
              </a:p>
              <a:p>
                <a:pPr marL="457200" indent="-457200">
                  <a:buFont typeface="+mj-lt"/>
                  <a:buAutoNum type="alphaLcParenR"/>
                </a:pPr>
                <a:r>
                  <a:rPr lang="es-CO" sz="2000" dirty="0"/>
                  <a:t>La suma del cortante debido a flexión en curvatura inversa asociado con el desarrollo de los momentos nominales de la columna en cada extremo restringido de la luz libre. La resistencia a flexión de la columna debe calcularse para la fuerza axial mayorada, consistente con la dirección de las fuerzas laterales consideradas que resulte en el mayor valor de la resistencia a flexión</a:t>
                </a:r>
              </a:p>
              <a:p>
                <a:pPr marL="457200" indent="-457200">
                  <a:buFont typeface="+mj-lt"/>
                  <a:buAutoNum type="alphaLcParenR"/>
                </a:pPr>
                <a:endParaRPr lang="es-CO" sz="2000" dirty="0"/>
              </a:p>
              <a:p>
                <a:pPr marL="457200" indent="-457200">
                  <a:buFont typeface="+mj-lt"/>
                  <a:buAutoNum type="alphaLcParenR"/>
                </a:pPr>
                <a:r>
                  <a:rPr lang="es-CO" sz="2000" dirty="0"/>
                  <a:t>El cortante máximo obtenido de las combinaciones de carga de diseño que incluyan E , considerando E incrementado por </a:t>
                </a:r>
                <a14:m>
                  <m:oMath xmlns:m="http://schemas.openxmlformats.org/officeDocument/2006/math">
                    <m:sSub>
                      <m:sSubPr>
                        <m:ctrlPr>
                          <a:rPr lang="es-CO" sz="2000" i="1" smtClean="0">
                            <a:latin typeface="Cambria Math" panose="02040503050406030204" pitchFamily="18" charset="0"/>
                          </a:rPr>
                        </m:ctrlPr>
                      </m:sSubPr>
                      <m:e>
                        <m:r>
                          <m:rPr>
                            <m:sty m:val="p"/>
                          </m:rPr>
                          <a:rPr lang="el-GR" sz="2000" i="1" smtClean="0">
                            <a:latin typeface="Cambria Math" panose="02040503050406030204" pitchFamily="18" charset="0"/>
                            <a:ea typeface="Cambria Math" panose="02040503050406030204" pitchFamily="18" charset="0"/>
                          </a:rPr>
                          <m:t>Ω</m:t>
                        </m:r>
                      </m:e>
                      <m:sub>
                        <m:r>
                          <m:rPr>
                            <m:sty m:val="p"/>
                          </m:rPr>
                          <a:rPr lang="es-419" sz="2000" b="0" i="1" smtClean="0">
                            <a:latin typeface="Cambria Math" panose="02040503050406030204" pitchFamily="18" charset="0"/>
                          </a:rPr>
                          <m:t>o</m:t>
                        </m:r>
                      </m:sub>
                    </m:sSub>
                  </m:oMath>
                </a14:m>
                <a:endParaRPr lang="es-CO" sz="2000" dirty="0"/>
              </a:p>
            </p:txBody>
          </p:sp>
        </mc:Choice>
        <mc:Fallback xmlns="">
          <p:sp>
            <p:nvSpPr>
              <p:cNvPr id="9" name="CuadroTexto 8">
                <a:extLst>
                  <a:ext uri="{FF2B5EF4-FFF2-40B4-BE49-F238E27FC236}">
                    <a16:creationId xmlns:a16="http://schemas.microsoft.com/office/drawing/2014/main" id="{8A6E9A1E-84C9-0445-CA8F-61AD849F139C}"/>
                  </a:ext>
                </a:extLst>
              </p:cNvPr>
              <p:cNvSpPr txBox="1">
                <a:spLocks noRot="1" noChangeAspect="1" noMove="1" noResize="1" noEditPoints="1" noAdjustHandles="1" noChangeArrowheads="1" noChangeShapeType="1" noTextEdit="1"/>
              </p:cNvSpPr>
              <p:nvPr/>
            </p:nvSpPr>
            <p:spPr>
              <a:xfrm>
                <a:off x="295636" y="2163170"/>
                <a:ext cx="11683004" cy="3170099"/>
              </a:xfrm>
              <a:prstGeom prst="rect">
                <a:avLst/>
              </a:prstGeom>
              <a:blipFill>
                <a:blip r:embed="rId4"/>
                <a:stretch>
                  <a:fillRect l="-574" t="-1154" r="-52" b="-2692"/>
                </a:stretch>
              </a:blipFill>
            </p:spPr>
            <p:txBody>
              <a:bodyPr/>
              <a:lstStyle/>
              <a:p>
                <a:r>
                  <a:rPr lang="es-CO">
                    <a:noFill/>
                  </a:rPr>
                  <a:t> </a:t>
                </a:r>
              </a:p>
            </p:txBody>
          </p:sp>
        </mc:Fallback>
      </mc:AlternateContent>
    </p:spTree>
    <p:extLst>
      <p:ext uri="{BB962C8B-B14F-4D97-AF65-F5344CB8AC3E}">
        <p14:creationId xmlns:p14="http://schemas.microsoft.com/office/powerpoint/2010/main" val="854287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57A0F-80FA-4B4D-95F0-34DF696F3170}"/>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E26E2CC0-9536-6E56-B20F-1084DB9B1CFE}"/>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FE2DC106-A663-E319-B07F-CED66BD43CC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D0CEAD74-38CD-43E8-7847-71C167AF4F66}"/>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5A6117E7-C23E-C91B-4003-E008970147E3}"/>
              </a:ext>
            </a:extLst>
          </p:cNvPr>
          <p:cNvSpPr txBox="1"/>
          <p:nvPr/>
        </p:nvSpPr>
        <p:spPr>
          <a:xfrm>
            <a:off x="295635" y="1171288"/>
            <a:ext cx="11282181" cy="400110"/>
          </a:xfrm>
          <a:prstGeom prst="rect">
            <a:avLst/>
          </a:prstGeom>
          <a:noFill/>
        </p:spPr>
        <p:txBody>
          <a:bodyPr wrap="square">
            <a:spAutoFit/>
          </a:bodyPr>
          <a:lstStyle/>
          <a:p>
            <a:r>
              <a:rPr lang="es-CO" sz="2000" b="1" dirty="0"/>
              <a:t>C.21.3.5- COLUMNAS CON CAPACIDAD MODERADA DE DISIPACIÓN DE ENERGÍA (DMO)</a:t>
            </a:r>
          </a:p>
        </p:txBody>
      </p:sp>
      <p:sp>
        <p:nvSpPr>
          <p:cNvPr id="9" name="CuadroTexto 8">
            <a:extLst>
              <a:ext uri="{FF2B5EF4-FFF2-40B4-BE49-F238E27FC236}">
                <a16:creationId xmlns:a16="http://schemas.microsoft.com/office/drawing/2014/main" id="{C16EE46F-3394-C092-BA25-BD69DE2AFFD5}"/>
              </a:ext>
            </a:extLst>
          </p:cNvPr>
          <p:cNvSpPr txBox="1"/>
          <p:nvPr/>
        </p:nvSpPr>
        <p:spPr>
          <a:xfrm>
            <a:off x="295635" y="1764409"/>
            <a:ext cx="11683004" cy="1938992"/>
          </a:xfrm>
          <a:prstGeom prst="rect">
            <a:avLst/>
          </a:prstGeom>
          <a:noFill/>
        </p:spPr>
        <p:txBody>
          <a:bodyPr wrap="square" rtlCol="0">
            <a:spAutoFit/>
          </a:bodyPr>
          <a:lstStyle/>
          <a:p>
            <a:r>
              <a:rPr lang="es-CO" sz="2000" b="1" dirty="0">
                <a:solidFill>
                  <a:schemeClr val="accent1"/>
                </a:solidFill>
              </a:rPr>
              <a:t>C.21.3.5.4- </a:t>
            </a:r>
            <a:r>
              <a:rPr lang="es-CO" sz="2000" dirty="0"/>
              <a:t>Debe utilizarse refuerzo en espiral, o estribos de confinamiento, como se indica a continuación, a menos que se requieran cantidades mayores por esfuerzos cortantes. Cuando se utilice refuerzo en espiral debe cumplirse con C.21.3.5.5. Cuando se utilicen  estribos de confinamiento se debe cumplir con C.21.3.5.6 a C.21.3.5.11. La Sección C.21.3.5.12 se aplica a todas las columnas, y C.21.3.5.13 se aplica a todas las columnas que soportan elementos rígidos discontinuos.</a:t>
            </a:r>
          </a:p>
          <a:p>
            <a:endParaRPr lang="es-CO" sz="2000" u="sng" dirty="0"/>
          </a:p>
        </p:txBody>
      </p:sp>
      <p:pic>
        <p:nvPicPr>
          <p:cNvPr id="4" name="Picture 3">
            <a:extLst>
              <a:ext uri="{FF2B5EF4-FFF2-40B4-BE49-F238E27FC236}">
                <a16:creationId xmlns:a16="http://schemas.microsoft.com/office/drawing/2014/main" id="{16A77BEA-F554-021A-703B-5DE9E0B0C7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1737" y="3882018"/>
            <a:ext cx="2590800" cy="139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81056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5091-04CC-270F-5845-BD68261AB352}"/>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D7E84B66-1038-D9F2-3757-11117F5A0FE0}"/>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B3E687BF-8CF8-6502-2457-CBB7B33F2CA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B3CD4FB2-9ABA-F1A4-5E63-EA9DE57B538A}"/>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AE10E7D5-94FD-CB0A-B595-9CFD7094BE60}"/>
              </a:ext>
            </a:extLst>
          </p:cNvPr>
          <p:cNvSpPr txBox="1"/>
          <p:nvPr/>
        </p:nvSpPr>
        <p:spPr>
          <a:xfrm>
            <a:off x="295635" y="1736909"/>
            <a:ext cx="11683004" cy="4401205"/>
          </a:xfrm>
          <a:prstGeom prst="rect">
            <a:avLst/>
          </a:prstGeom>
          <a:noFill/>
        </p:spPr>
        <p:txBody>
          <a:bodyPr wrap="square" rtlCol="0">
            <a:spAutoFit/>
          </a:bodyPr>
          <a:lstStyle/>
          <a:p>
            <a:r>
              <a:rPr lang="es-CO" sz="2000" b="1" dirty="0">
                <a:solidFill>
                  <a:schemeClr val="accent1"/>
                </a:solidFill>
              </a:rPr>
              <a:t>C.21.3.5.6 </a:t>
            </a:r>
            <a:r>
              <a:rPr lang="es-CO" sz="2000" dirty="0"/>
              <a:t>En ambos extremos del elemento debe proporcionarse estribos cerrados de confinamiento con un espaciamiento de  s0 por una longitud   ℓ0 , medida desde la cara del nudo. El espaciamiento  s0 no debe exceder el menor de (a), (b), (c) y (d): </a:t>
            </a:r>
          </a:p>
          <a:p>
            <a:endParaRPr lang="es-CO" sz="2000" dirty="0"/>
          </a:p>
          <a:p>
            <a:pPr marL="457200" indent="-457200">
              <a:buFont typeface="+mj-lt"/>
              <a:buAutoNum type="alphaLcParenR"/>
            </a:pPr>
            <a:r>
              <a:rPr lang="es-CO" sz="2000" dirty="0"/>
              <a:t>Ocho veces el diámetro de la barra longitudinal confinada de menor diámetro.</a:t>
            </a:r>
          </a:p>
          <a:p>
            <a:pPr marL="457200" indent="-457200">
              <a:buFont typeface="+mj-lt"/>
              <a:buAutoNum type="alphaLcParenR"/>
            </a:pPr>
            <a:r>
              <a:rPr lang="es-CO" sz="2000" dirty="0"/>
              <a:t>16 veces el diámetro de la barra del estribo cerrado de confinamiento.</a:t>
            </a:r>
          </a:p>
          <a:p>
            <a:pPr marL="457200" indent="-457200">
              <a:buFont typeface="+mj-lt"/>
              <a:buAutoNum type="alphaLcParenR"/>
            </a:pPr>
            <a:r>
              <a:rPr lang="es-CO" sz="2000" dirty="0"/>
              <a:t>Un tercio de la menor dimensión de la sección transversal de la columna.</a:t>
            </a:r>
          </a:p>
          <a:p>
            <a:pPr marL="457200" indent="-457200">
              <a:buFont typeface="+mj-lt"/>
              <a:buAutoNum type="alphaLcParenR"/>
            </a:pPr>
            <a:r>
              <a:rPr lang="es-CO" sz="2000" dirty="0"/>
              <a:t>150 </a:t>
            </a:r>
            <a:r>
              <a:rPr lang="es-CO" sz="2000" dirty="0" err="1"/>
              <a:t>mm.</a:t>
            </a:r>
            <a:endParaRPr lang="es-CO" sz="2000" dirty="0"/>
          </a:p>
          <a:p>
            <a:endParaRPr lang="es-CO" sz="2000" dirty="0"/>
          </a:p>
          <a:p>
            <a:r>
              <a:rPr lang="es-CO" sz="2000" dirty="0"/>
              <a:t>La longitud ℓ0 , no debe ser menor que la mayor entre (e), (f) y (g):</a:t>
            </a:r>
          </a:p>
          <a:p>
            <a:endParaRPr lang="es-CO" sz="2000" dirty="0"/>
          </a:p>
          <a:p>
            <a:r>
              <a:rPr lang="es-CO" sz="2000" dirty="0"/>
              <a:t>e) Una sexta parte de la luz libre de la columna</a:t>
            </a:r>
          </a:p>
          <a:p>
            <a:r>
              <a:rPr lang="es-CO" sz="2000" dirty="0"/>
              <a:t>f) La mayor dimensión de la sección transversal de la columna</a:t>
            </a:r>
          </a:p>
          <a:p>
            <a:r>
              <a:rPr lang="es-CO" sz="2000" dirty="0"/>
              <a:t>g) 500 mm</a:t>
            </a:r>
          </a:p>
        </p:txBody>
      </p:sp>
      <p:sp>
        <p:nvSpPr>
          <p:cNvPr id="4" name="CuadroTexto 3">
            <a:extLst>
              <a:ext uri="{FF2B5EF4-FFF2-40B4-BE49-F238E27FC236}">
                <a16:creationId xmlns:a16="http://schemas.microsoft.com/office/drawing/2014/main" id="{C8AB8C79-D384-4A4D-3516-0D243FC517F3}"/>
              </a:ext>
            </a:extLst>
          </p:cNvPr>
          <p:cNvSpPr txBox="1"/>
          <p:nvPr/>
        </p:nvSpPr>
        <p:spPr>
          <a:xfrm>
            <a:off x="295635" y="1145851"/>
            <a:ext cx="11282181" cy="400110"/>
          </a:xfrm>
          <a:prstGeom prst="rect">
            <a:avLst/>
          </a:prstGeom>
          <a:noFill/>
        </p:spPr>
        <p:txBody>
          <a:bodyPr wrap="square">
            <a:spAutoFit/>
          </a:bodyPr>
          <a:lstStyle/>
          <a:p>
            <a:r>
              <a:rPr lang="es-CO" sz="2000" b="1" dirty="0"/>
              <a:t>C.21.3.5- COLUMNAS CON CAPACIDAD MODERADA DE DISIPACIÓN DE ENERGÍA (DMO)</a:t>
            </a:r>
          </a:p>
        </p:txBody>
      </p:sp>
    </p:spTree>
    <p:extLst>
      <p:ext uri="{BB962C8B-B14F-4D97-AF65-F5344CB8AC3E}">
        <p14:creationId xmlns:p14="http://schemas.microsoft.com/office/powerpoint/2010/main" val="2352461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6C8EB-808C-D1D3-FAA0-DA422FAD12E9}"/>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4DFA3AC2-A529-171E-EB9C-81E4BA4FB194}"/>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3B700DA1-FEAF-F819-6C64-7988A4D3CF9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FBDB9C9A-7517-96A7-12EC-F41300F83FEC}"/>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0164A842-7BF5-C2EA-7814-4B230F80E670}"/>
              </a:ext>
            </a:extLst>
          </p:cNvPr>
          <p:cNvSpPr txBox="1"/>
          <p:nvPr/>
        </p:nvSpPr>
        <p:spPr>
          <a:xfrm>
            <a:off x="295635" y="1736909"/>
            <a:ext cx="11683004" cy="1323439"/>
          </a:xfrm>
          <a:prstGeom prst="rect">
            <a:avLst/>
          </a:prstGeom>
          <a:noFill/>
        </p:spPr>
        <p:txBody>
          <a:bodyPr wrap="square" rtlCol="0">
            <a:spAutoFit/>
          </a:bodyPr>
          <a:lstStyle/>
          <a:p>
            <a:r>
              <a:rPr lang="es-CO" sz="2000" b="1" dirty="0">
                <a:solidFill>
                  <a:schemeClr val="accent1"/>
                </a:solidFill>
              </a:rPr>
              <a:t>C.21.3.5.7</a:t>
            </a:r>
            <a:r>
              <a:rPr lang="es-CO" sz="2000" dirty="0"/>
              <a:t>- El área total de la sección transversal del   refuerzo   de   estribos   cerrados   de   confinamiento rectangulares, Ash , colocados en la longitud ℓ0 no debe ser menor que la requerida por las ecuaciones  (C.21-2) y (C.21-3).</a:t>
            </a:r>
          </a:p>
          <a:p>
            <a:endParaRPr lang="es-CO" sz="2000" dirty="0"/>
          </a:p>
        </p:txBody>
      </p:sp>
      <p:sp>
        <p:nvSpPr>
          <p:cNvPr id="4" name="CuadroTexto 3">
            <a:extLst>
              <a:ext uri="{FF2B5EF4-FFF2-40B4-BE49-F238E27FC236}">
                <a16:creationId xmlns:a16="http://schemas.microsoft.com/office/drawing/2014/main" id="{6A2D7B60-FE8C-683A-4CCE-F8B668538D35}"/>
              </a:ext>
            </a:extLst>
          </p:cNvPr>
          <p:cNvSpPr txBox="1"/>
          <p:nvPr/>
        </p:nvSpPr>
        <p:spPr>
          <a:xfrm>
            <a:off x="295635" y="1145851"/>
            <a:ext cx="11282181" cy="400110"/>
          </a:xfrm>
          <a:prstGeom prst="rect">
            <a:avLst/>
          </a:prstGeom>
          <a:noFill/>
        </p:spPr>
        <p:txBody>
          <a:bodyPr wrap="square">
            <a:spAutoFit/>
          </a:bodyPr>
          <a:lstStyle/>
          <a:p>
            <a:r>
              <a:rPr lang="es-CO" sz="2000" b="1" dirty="0"/>
              <a:t>C.21.3.5- COLUMNAS CON CAPACIDAD MODERADA DE DISIPACIÓN DE ENERGÍA (DMO)</a:t>
            </a:r>
          </a:p>
        </p:txBody>
      </p:sp>
      <p:pic>
        <p:nvPicPr>
          <p:cNvPr id="6" name="Picture 2">
            <a:extLst>
              <a:ext uri="{FF2B5EF4-FFF2-40B4-BE49-F238E27FC236}">
                <a16:creationId xmlns:a16="http://schemas.microsoft.com/office/drawing/2014/main" id="{0EA579CC-BABA-B9B6-9FA7-2D9CD396FA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0761" y="3249171"/>
            <a:ext cx="5895975"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a:extLst>
              <a:ext uri="{FF2B5EF4-FFF2-40B4-BE49-F238E27FC236}">
                <a16:creationId xmlns:a16="http://schemas.microsoft.com/office/drawing/2014/main" id="{2B1EF870-C51A-C779-BAE6-9F21A7A783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50761" y="4534957"/>
            <a:ext cx="594201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19639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56DF5-0ADF-C520-57F7-7598289FBBDC}"/>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106F9F3D-25FD-AB9D-9A48-C612E2347813}"/>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9063D91D-768B-C626-6E6C-8F3773D76DA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D84CF2EA-B9C5-0E44-DF14-6F61D5F9F58B}"/>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211D0FD7-AE97-BDFA-5838-600A8F2B1628}"/>
              </a:ext>
            </a:extLst>
          </p:cNvPr>
          <p:cNvSpPr txBox="1"/>
          <p:nvPr/>
        </p:nvSpPr>
        <p:spPr>
          <a:xfrm>
            <a:off x="295635" y="1736909"/>
            <a:ext cx="10568307" cy="2862322"/>
          </a:xfrm>
          <a:prstGeom prst="rect">
            <a:avLst/>
          </a:prstGeom>
          <a:noFill/>
        </p:spPr>
        <p:txBody>
          <a:bodyPr wrap="square" rtlCol="0">
            <a:spAutoFit/>
          </a:bodyPr>
          <a:lstStyle/>
          <a:p>
            <a:r>
              <a:rPr lang="es-CO" sz="2000" b="1" dirty="0">
                <a:solidFill>
                  <a:schemeClr val="accent1"/>
                </a:solidFill>
              </a:rPr>
              <a:t>C.21.3.5.8- </a:t>
            </a:r>
            <a:r>
              <a:rPr lang="es-CO" sz="2000" dirty="0"/>
              <a:t>El refuerzo transversal debe disponerse mediante estribos cerrados de confinamiento rectilíneos, como mínimo de diámetro </a:t>
            </a:r>
            <a:r>
              <a:rPr lang="es-CO" sz="2000" dirty="0" err="1"/>
              <a:t>Nº</a:t>
            </a:r>
            <a:r>
              <a:rPr lang="es-CO" sz="2000" dirty="0"/>
              <a:t> 3 (3/8”) </a:t>
            </a:r>
            <a:r>
              <a:rPr lang="es-CO" sz="2000" dirty="0" err="1"/>
              <a:t>ó</a:t>
            </a:r>
            <a:r>
              <a:rPr lang="es-CO" sz="2000" dirty="0"/>
              <a:t> 10M (10 mm), con o sin ganchos suplementarios. Se pueden usar ganchos suplementarios del mismo diámetro de barra con el mismo espaciamiento de los estribos cerrados de confinamiento. Cada extremo del gancho suplementario debe  enlazar una barra perimetral del refuerzo longitudinal. Los extremos de los ganchos suplementarios consecutivos deben alternarse a lo largo del refuerzo longitudinal. El espaciamiento de los ganchos suplementarios o ramas con estribos de confinamiento rectilíneos dentro de una sección del elemento no debe exceder de 350 mm centro a centro en la dirección perpendicular al eje longitudinal del elemento estructural.</a:t>
            </a:r>
          </a:p>
        </p:txBody>
      </p:sp>
      <p:sp>
        <p:nvSpPr>
          <p:cNvPr id="4" name="CuadroTexto 3">
            <a:extLst>
              <a:ext uri="{FF2B5EF4-FFF2-40B4-BE49-F238E27FC236}">
                <a16:creationId xmlns:a16="http://schemas.microsoft.com/office/drawing/2014/main" id="{FD0A2B41-28C6-11F1-32CF-E3C9555BC63B}"/>
              </a:ext>
            </a:extLst>
          </p:cNvPr>
          <p:cNvSpPr txBox="1"/>
          <p:nvPr/>
        </p:nvSpPr>
        <p:spPr>
          <a:xfrm>
            <a:off x="295635" y="1145851"/>
            <a:ext cx="11282181" cy="400110"/>
          </a:xfrm>
          <a:prstGeom prst="rect">
            <a:avLst/>
          </a:prstGeom>
          <a:noFill/>
        </p:spPr>
        <p:txBody>
          <a:bodyPr wrap="square">
            <a:spAutoFit/>
          </a:bodyPr>
          <a:lstStyle/>
          <a:p>
            <a:r>
              <a:rPr lang="es-CO" sz="2000" b="1" dirty="0"/>
              <a:t>C.21.3.5- COLUMNAS CON CAPACIDAD MODERADA DE DISIPACIÓN DE ENERGÍA (DMO)</a:t>
            </a:r>
          </a:p>
        </p:txBody>
      </p:sp>
    </p:spTree>
    <p:extLst>
      <p:ext uri="{BB962C8B-B14F-4D97-AF65-F5344CB8AC3E}">
        <p14:creationId xmlns:p14="http://schemas.microsoft.com/office/powerpoint/2010/main" val="3559254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6F5F3-AEB7-B90D-BE13-D8546F8ECECA}"/>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363A5ED6-641C-F6A4-97F9-BAC8C54530C8}"/>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2D11B6F9-D77E-2DF1-C404-2C471E32418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6C8636D4-B70E-B60A-39F0-5D5BC0C20F25}"/>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C17B3367-8968-6F25-8516-551443050CBE}"/>
              </a:ext>
            </a:extLst>
          </p:cNvPr>
          <p:cNvSpPr txBox="1"/>
          <p:nvPr/>
        </p:nvSpPr>
        <p:spPr>
          <a:xfrm>
            <a:off x="295635" y="1736909"/>
            <a:ext cx="11282181" cy="4093428"/>
          </a:xfrm>
          <a:prstGeom prst="rect">
            <a:avLst/>
          </a:prstGeom>
          <a:noFill/>
        </p:spPr>
        <p:txBody>
          <a:bodyPr wrap="square" rtlCol="0">
            <a:spAutoFit/>
          </a:bodyPr>
          <a:lstStyle/>
          <a:p>
            <a:r>
              <a:rPr lang="es-CO" sz="2000" b="1" dirty="0">
                <a:solidFill>
                  <a:schemeClr val="accent1"/>
                </a:solidFill>
              </a:rPr>
              <a:t>C.21.3.5.9- </a:t>
            </a:r>
            <a:r>
              <a:rPr lang="es-CO" sz="2000" dirty="0"/>
              <a:t>Alternativamente   a   lo   indicado   en C.21.3.5.7 y C.21.3.5.8 pueden colocarse estribos de confinamiento de diámetro </a:t>
            </a:r>
            <a:r>
              <a:rPr lang="es-CO" sz="2000" dirty="0" err="1"/>
              <a:t>Nº</a:t>
            </a:r>
            <a:r>
              <a:rPr lang="es-CO" sz="2000" dirty="0"/>
              <a:t> 3 (3/8”) </a:t>
            </a:r>
            <a:r>
              <a:rPr lang="es-CO" sz="2000" dirty="0" err="1"/>
              <a:t>ó</a:t>
            </a:r>
            <a:r>
              <a:rPr lang="es-CO" sz="2000" dirty="0"/>
              <a:t> 10M (10 mm), con </a:t>
            </a:r>
            <a:r>
              <a:rPr lang="es-CO" sz="2000" dirty="0" err="1"/>
              <a:t>fyt</a:t>
            </a:r>
            <a:r>
              <a:rPr lang="es-CO" sz="2000" dirty="0"/>
              <a:t> de 420 MPa, con una separación s de 100 </a:t>
            </a:r>
            <a:r>
              <a:rPr lang="es-CO" sz="2000" dirty="0" err="1"/>
              <a:t>mm.</a:t>
            </a:r>
            <a:r>
              <a:rPr lang="es-CO" sz="2000" dirty="0"/>
              <a:t> Si la distancia horizontal entre dos ramas paralelas de estribo es mayor que la mitad de la menor dimensión de la sección de la columna </a:t>
            </a:r>
            <a:r>
              <a:rPr lang="es-CO" sz="2000" dirty="0" err="1"/>
              <a:t>ó</a:t>
            </a:r>
            <a:r>
              <a:rPr lang="es-CO" sz="2000" dirty="0"/>
              <a:t> 200 mm, deben utilizarse cuantos estribos suplementarios de diámetro </a:t>
            </a:r>
            <a:r>
              <a:rPr lang="es-CO" sz="2000" dirty="0" err="1"/>
              <a:t>Nº</a:t>
            </a:r>
            <a:r>
              <a:rPr lang="es-CO" sz="2000" dirty="0"/>
              <a:t> 3 (3/8”) </a:t>
            </a:r>
            <a:r>
              <a:rPr lang="es-CO" sz="2000" dirty="0" err="1"/>
              <a:t>ó</a:t>
            </a:r>
            <a:r>
              <a:rPr lang="es-CO" sz="2000" dirty="0"/>
              <a:t> 10M (10 mm), con </a:t>
            </a:r>
            <a:r>
              <a:rPr lang="es-CO" sz="2000" dirty="0" err="1"/>
              <a:t>fyt</a:t>
            </a:r>
            <a:r>
              <a:rPr lang="es-CO" sz="2000" dirty="0"/>
              <a:t> de 420 MPa, sean necesarios para que esta separación entre ramas paralelas no exceda la mitad de la dimensión menor de la sección de la columna </a:t>
            </a:r>
            <a:r>
              <a:rPr lang="es-CO" sz="2000" dirty="0" err="1"/>
              <a:t>ó</a:t>
            </a:r>
            <a:r>
              <a:rPr lang="es-CO" sz="2000" dirty="0"/>
              <a:t> 200 </a:t>
            </a:r>
            <a:r>
              <a:rPr lang="es-CO" sz="2000" dirty="0" err="1"/>
              <a:t>mm.</a:t>
            </a:r>
            <a:r>
              <a:rPr lang="es-CO" sz="2000" dirty="0"/>
              <a:t> Este  procedimiento  alterno  solo  puede  emplearse     en columnas cuyo concreto tenga un </a:t>
            </a:r>
            <a:r>
              <a:rPr lang="es-CO" sz="2000" dirty="0" err="1"/>
              <a:t>fc</a:t>
            </a:r>
            <a:r>
              <a:rPr lang="es-CO" sz="2000" dirty="0"/>
              <a:t>’   menor o igual a  35  MPa.</a:t>
            </a:r>
          </a:p>
          <a:p>
            <a:endParaRPr lang="es-CO" sz="2000" dirty="0"/>
          </a:p>
          <a:p>
            <a:endParaRPr lang="es-CO" sz="2000" dirty="0"/>
          </a:p>
          <a:p>
            <a:r>
              <a:rPr lang="es-CO" sz="2000" b="1" dirty="0">
                <a:solidFill>
                  <a:schemeClr val="accent1"/>
                </a:solidFill>
              </a:rPr>
              <a:t>C.21.3.5.10- </a:t>
            </a:r>
            <a:r>
              <a:rPr lang="es-CO" sz="2000" dirty="0"/>
              <a:t>El	primer	estribo	cerrado	de confinamiento debe estar situado a no más de so/2 de la cara del nudo.</a:t>
            </a:r>
          </a:p>
          <a:p>
            <a:endParaRPr lang="es-CO" sz="2000" dirty="0"/>
          </a:p>
        </p:txBody>
      </p:sp>
      <p:sp>
        <p:nvSpPr>
          <p:cNvPr id="4" name="CuadroTexto 3">
            <a:extLst>
              <a:ext uri="{FF2B5EF4-FFF2-40B4-BE49-F238E27FC236}">
                <a16:creationId xmlns:a16="http://schemas.microsoft.com/office/drawing/2014/main" id="{C62380C5-2E18-FB83-4734-C713F699228A}"/>
              </a:ext>
            </a:extLst>
          </p:cNvPr>
          <p:cNvSpPr txBox="1"/>
          <p:nvPr/>
        </p:nvSpPr>
        <p:spPr>
          <a:xfrm>
            <a:off x="295635" y="1145851"/>
            <a:ext cx="11282181" cy="400110"/>
          </a:xfrm>
          <a:prstGeom prst="rect">
            <a:avLst/>
          </a:prstGeom>
          <a:noFill/>
        </p:spPr>
        <p:txBody>
          <a:bodyPr wrap="square">
            <a:spAutoFit/>
          </a:bodyPr>
          <a:lstStyle/>
          <a:p>
            <a:r>
              <a:rPr lang="es-CO" sz="2000" b="1" dirty="0"/>
              <a:t>C.21.3.5- COLUMNAS CON CAPACIDAD MODERADA DE DISIPACIÓN DE ENERGÍA (DMO)</a:t>
            </a:r>
          </a:p>
        </p:txBody>
      </p:sp>
    </p:spTree>
    <p:extLst>
      <p:ext uri="{BB962C8B-B14F-4D97-AF65-F5344CB8AC3E}">
        <p14:creationId xmlns:p14="http://schemas.microsoft.com/office/powerpoint/2010/main" val="2847917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264D2-0F0F-8B99-E5AC-E9E2C4025673}"/>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649B35A9-E08E-C3B2-21C4-6D28D085252F}"/>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45FAB90E-39EB-BF0B-7D80-2BB50CA4265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47009E30-DA44-1017-4252-3C0B0670A195}"/>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436BB629-F4E1-C1ED-76EC-26BD235858D6}"/>
              </a:ext>
            </a:extLst>
          </p:cNvPr>
          <p:cNvSpPr txBox="1"/>
          <p:nvPr/>
        </p:nvSpPr>
        <p:spPr>
          <a:xfrm>
            <a:off x="295635" y="1736909"/>
            <a:ext cx="11282181" cy="4401205"/>
          </a:xfrm>
          <a:prstGeom prst="rect">
            <a:avLst/>
          </a:prstGeom>
          <a:noFill/>
        </p:spPr>
        <p:txBody>
          <a:bodyPr wrap="square" rtlCol="0">
            <a:spAutoFit/>
          </a:bodyPr>
          <a:lstStyle/>
          <a:p>
            <a:r>
              <a:rPr lang="es-CO" sz="2000" b="1" dirty="0">
                <a:solidFill>
                  <a:schemeClr val="accent1"/>
                </a:solidFill>
              </a:rPr>
              <a:t>C.21.3.5.11- </a:t>
            </a:r>
            <a:r>
              <a:rPr lang="es-CO" sz="2000" dirty="0"/>
              <a:t>Fuera   de   la   longitud ℓ0, deben colocarse estribos de confinamiento con la misma disposición, diámetro de barra y resistencia a la fluencia, </a:t>
            </a:r>
            <a:r>
              <a:rPr lang="es-CO" sz="2000" dirty="0" err="1"/>
              <a:t>fyt</a:t>
            </a:r>
            <a:r>
              <a:rPr lang="es-CO" sz="2000" dirty="0"/>
              <a:t>,  con un  espaciamiento centro a  centro  que no  debe ser mayor que 2 veces el espaciamiento utilizado en la longitud ℓ0. </a:t>
            </a:r>
          </a:p>
          <a:p>
            <a:endParaRPr lang="es-CO" sz="2000" dirty="0"/>
          </a:p>
          <a:p>
            <a:endParaRPr lang="es-CO" sz="2000" dirty="0"/>
          </a:p>
          <a:p>
            <a:r>
              <a:rPr lang="es-CO" sz="2000" b="1" dirty="0">
                <a:solidFill>
                  <a:schemeClr val="accent1"/>
                </a:solidFill>
              </a:rPr>
              <a:t>C.21.3.5.12- </a:t>
            </a:r>
            <a:r>
              <a:rPr lang="es-CO" sz="2000" dirty="0"/>
              <a:t>El refuerzo transversal del nudo debe cumplir con C.11.10.</a:t>
            </a:r>
          </a:p>
          <a:p>
            <a:endParaRPr lang="es-CO" sz="2000" b="1" dirty="0">
              <a:solidFill>
                <a:schemeClr val="accent1"/>
              </a:solidFill>
            </a:endParaRPr>
          </a:p>
          <a:p>
            <a:r>
              <a:rPr lang="es-CO" sz="2000" b="1" dirty="0">
                <a:solidFill>
                  <a:schemeClr val="accent1"/>
                </a:solidFill>
              </a:rPr>
              <a:t>C.11.10- </a:t>
            </a:r>
            <a:r>
              <a:rPr lang="es-CO" sz="2000" dirty="0"/>
              <a:t>Transmisión de momentos a las columnas</a:t>
            </a:r>
          </a:p>
          <a:p>
            <a:endParaRPr lang="es-CO" sz="2000" b="1" dirty="0">
              <a:solidFill>
                <a:schemeClr val="accent1"/>
              </a:solidFill>
            </a:endParaRPr>
          </a:p>
          <a:p>
            <a:r>
              <a:rPr lang="es-CO" sz="2000" b="1" dirty="0">
                <a:solidFill>
                  <a:schemeClr val="accent1"/>
                </a:solidFill>
              </a:rPr>
              <a:t>C.11.10.1- </a:t>
            </a:r>
            <a:r>
              <a:rPr lang="es-CO" sz="2000" dirty="0"/>
              <a:t>Cuando la carga por gravedad, viento, sismo u otras fuerzas laterales produzcan transmisión de momento en las conexiones de los elementos de la estructura a las columnas, el cortante que se derive de la transmisión de momento debe tomarse en consideración en el diseño del refuerzo transversal de las columnas.</a:t>
            </a:r>
          </a:p>
          <a:p>
            <a:endParaRPr lang="es-CO" sz="2000" dirty="0"/>
          </a:p>
        </p:txBody>
      </p:sp>
      <p:sp>
        <p:nvSpPr>
          <p:cNvPr id="4" name="CuadroTexto 3">
            <a:extLst>
              <a:ext uri="{FF2B5EF4-FFF2-40B4-BE49-F238E27FC236}">
                <a16:creationId xmlns:a16="http://schemas.microsoft.com/office/drawing/2014/main" id="{324C0253-B480-AD7E-B810-C8AC2B0987B9}"/>
              </a:ext>
            </a:extLst>
          </p:cNvPr>
          <p:cNvSpPr txBox="1"/>
          <p:nvPr/>
        </p:nvSpPr>
        <p:spPr>
          <a:xfrm>
            <a:off x="295635" y="1145851"/>
            <a:ext cx="11282181" cy="400110"/>
          </a:xfrm>
          <a:prstGeom prst="rect">
            <a:avLst/>
          </a:prstGeom>
          <a:noFill/>
        </p:spPr>
        <p:txBody>
          <a:bodyPr wrap="square">
            <a:spAutoFit/>
          </a:bodyPr>
          <a:lstStyle/>
          <a:p>
            <a:r>
              <a:rPr lang="es-CO" sz="2000" b="1" dirty="0"/>
              <a:t>C.21.3.5- COLUMNAS CON CAPACIDAD MODERADA DE DISIPACIÓN DE ENERGÍA (DMO)</a:t>
            </a:r>
          </a:p>
        </p:txBody>
      </p:sp>
    </p:spTree>
    <p:extLst>
      <p:ext uri="{BB962C8B-B14F-4D97-AF65-F5344CB8AC3E}">
        <p14:creationId xmlns:p14="http://schemas.microsoft.com/office/powerpoint/2010/main" val="3224939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DDBAD-96B4-A1AA-6421-C2E43E098954}"/>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C5DEACBC-4268-D8F6-C400-9FA92FF79574}"/>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70F600A0-A543-0B14-972D-7186F67F8D5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20F098D8-5EE5-7655-BEB6-ED21A79D5436}"/>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9D9445AA-FABA-3C8A-F08E-E0A2E7A9F7A7}"/>
              </a:ext>
            </a:extLst>
          </p:cNvPr>
          <p:cNvSpPr txBox="1"/>
          <p:nvPr/>
        </p:nvSpPr>
        <p:spPr>
          <a:xfrm>
            <a:off x="295635" y="1088622"/>
            <a:ext cx="12014351" cy="400110"/>
          </a:xfrm>
          <a:prstGeom prst="rect">
            <a:avLst/>
          </a:prstGeom>
          <a:noFill/>
        </p:spPr>
        <p:txBody>
          <a:bodyPr wrap="square">
            <a:spAutoFit/>
          </a:bodyPr>
          <a:lstStyle/>
          <a:p>
            <a:r>
              <a:rPr lang="es-CO" sz="2000" b="1" dirty="0"/>
              <a:t>C.21.5.2- Requisitos de resistencia a cortante (DMO)</a:t>
            </a:r>
          </a:p>
        </p:txBody>
      </p:sp>
      <p:sp>
        <p:nvSpPr>
          <p:cNvPr id="6" name="CuadroTexto 5">
            <a:extLst>
              <a:ext uri="{FF2B5EF4-FFF2-40B4-BE49-F238E27FC236}">
                <a16:creationId xmlns:a16="http://schemas.microsoft.com/office/drawing/2014/main" id="{4B1D57F5-E26D-2C79-E9BB-95878DF3AEEA}"/>
              </a:ext>
            </a:extLst>
          </p:cNvPr>
          <p:cNvSpPr txBox="1"/>
          <p:nvPr/>
        </p:nvSpPr>
        <p:spPr>
          <a:xfrm>
            <a:off x="584393" y="1808938"/>
            <a:ext cx="4449910" cy="4708981"/>
          </a:xfrm>
          <a:prstGeom prst="rect">
            <a:avLst/>
          </a:prstGeom>
          <a:noFill/>
        </p:spPr>
        <p:txBody>
          <a:bodyPr wrap="square">
            <a:spAutoFit/>
          </a:bodyPr>
          <a:lstStyle/>
          <a:p>
            <a:r>
              <a:rPr lang="es-CO" sz="2000" dirty="0"/>
              <a:t>Notas de la figura CR21.3.3: </a:t>
            </a:r>
          </a:p>
          <a:p>
            <a:endParaRPr lang="es-CO" sz="2000" dirty="0"/>
          </a:p>
          <a:p>
            <a:pPr marL="457200" indent="-457200">
              <a:buFont typeface="+mj-lt"/>
              <a:buAutoNum type="alphaLcParenR"/>
            </a:pPr>
            <a:r>
              <a:rPr lang="es-CO" sz="2000" dirty="0"/>
              <a:t>La suma del cortante debido a flexión en curvatura inversa asociado con el desarrollo de los momentos nominales de la columna en cada extremo restringido de la luz libre. La resistencia a flexión de la columna debe calcularse para la fuerza axial mayorada, consistente con la dirección de las fuerzas laterales consideradas que resulte en el mayor valor de la resistencia a flexión</a:t>
            </a:r>
          </a:p>
        </p:txBody>
      </p:sp>
      <p:pic>
        <p:nvPicPr>
          <p:cNvPr id="7" name="Imagen 6">
            <a:extLst>
              <a:ext uri="{FF2B5EF4-FFF2-40B4-BE49-F238E27FC236}">
                <a16:creationId xmlns:a16="http://schemas.microsoft.com/office/drawing/2014/main" id="{E5B2B4CD-34B2-DEDA-FC41-0C6977159B53}"/>
              </a:ext>
            </a:extLst>
          </p:cNvPr>
          <p:cNvPicPr>
            <a:picLocks noChangeAspect="1"/>
          </p:cNvPicPr>
          <p:nvPr/>
        </p:nvPicPr>
        <p:blipFill>
          <a:blip r:embed="rId4"/>
          <a:stretch>
            <a:fillRect/>
          </a:stretch>
        </p:blipFill>
        <p:spPr>
          <a:xfrm rot="5400000">
            <a:off x="5888289" y="1236629"/>
            <a:ext cx="4230113" cy="5374731"/>
          </a:xfrm>
          <a:prstGeom prst="rect">
            <a:avLst/>
          </a:prstGeom>
        </p:spPr>
      </p:pic>
    </p:spTree>
    <p:extLst>
      <p:ext uri="{BB962C8B-B14F-4D97-AF65-F5344CB8AC3E}">
        <p14:creationId xmlns:p14="http://schemas.microsoft.com/office/powerpoint/2010/main" val="1054313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A3802-5698-5419-B441-DB3E278340CB}"/>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B550B80B-B4A3-3B95-5FE5-CCB03CC05969}"/>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DA0F1F20-A5DB-6255-F5EA-5E990CD9DF2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D442B3FA-3135-355F-854A-7B4693BA49FF}"/>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67E16956-6C1A-3579-F81F-AC2F3304928F}"/>
              </a:ext>
            </a:extLst>
          </p:cNvPr>
          <p:cNvSpPr txBox="1"/>
          <p:nvPr/>
        </p:nvSpPr>
        <p:spPr>
          <a:xfrm>
            <a:off x="295635" y="1736909"/>
            <a:ext cx="11282181" cy="707886"/>
          </a:xfrm>
          <a:prstGeom prst="rect">
            <a:avLst/>
          </a:prstGeom>
          <a:noFill/>
        </p:spPr>
        <p:txBody>
          <a:bodyPr wrap="square" rtlCol="0">
            <a:spAutoFit/>
          </a:bodyPr>
          <a:lstStyle/>
          <a:p>
            <a:r>
              <a:rPr lang="es-CO" sz="2000" b="1" dirty="0">
                <a:solidFill>
                  <a:schemeClr val="accent1"/>
                </a:solidFill>
              </a:rPr>
              <a:t>C.21.3.6.2- </a:t>
            </a:r>
            <a:r>
              <a:rPr lang="es-CO" sz="2000" dirty="0"/>
              <a:t>Las resistencias a flexión de las columnas deben satisfacer la ecuación (C.21-4).</a:t>
            </a:r>
          </a:p>
          <a:p>
            <a:endParaRPr lang="es-CO" sz="2000" dirty="0"/>
          </a:p>
        </p:txBody>
      </p:sp>
      <p:sp>
        <p:nvSpPr>
          <p:cNvPr id="4" name="CuadroTexto 3">
            <a:extLst>
              <a:ext uri="{FF2B5EF4-FFF2-40B4-BE49-F238E27FC236}">
                <a16:creationId xmlns:a16="http://schemas.microsoft.com/office/drawing/2014/main" id="{EE1FEE97-52AD-7E57-F7C3-01F8C0524C84}"/>
              </a:ext>
            </a:extLst>
          </p:cNvPr>
          <p:cNvSpPr txBox="1"/>
          <p:nvPr/>
        </p:nvSpPr>
        <p:spPr>
          <a:xfrm>
            <a:off x="295635" y="1145851"/>
            <a:ext cx="11282181" cy="400110"/>
          </a:xfrm>
          <a:prstGeom prst="rect">
            <a:avLst/>
          </a:prstGeom>
          <a:noFill/>
        </p:spPr>
        <p:txBody>
          <a:bodyPr wrap="square">
            <a:spAutoFit/>
          </a:bodyPr>
          <a:lstStyle/>
          <a:p>
            <a:r>
              <a:rPr lang="es-CO" sz="2000" b="1" dirty="0"/>
              <a:t>C.21.3.5- COLUMNAS CON CAPACIDAD MODERADA DE DISIPACIÓN DE ENERGÍA (DMO)</a:t>
            </a:r>
          </a:p>
        </p:txBody>
      </p:sp>
      <p:pic>
        <p:nvPicPr>
          <p:cNvPr id="8" name="Picture 4">
            <a:extLst>
              <a:ext uri="{FF2B5EF4-FFF2-40B4-BE49-F238E27FC236}">
                <a16:creationId xmlns:a16="http://schemas.microsoft.com/office/drawing/2014/main" id="{C1C6BAFD-BEBD-0B82-EC3E-1773BD5562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5916" y="3583311"/>
            <a:ext cx="6330950" cy="212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4">
            <a:extLst>
              <a:ext uri="{FF2B5EF4-FFF2-40B4-BE49-F238E27FC236}">
                <a16:creationId xmlns:a16="http://schemas.microsoft.com/office/drawing/2014/main" id="{CF9092AF-B8B2-95E8-269B-98AB80C8F086}"/>
              </a:ext>
            </a:extLst>
          </p:cNvPr>
          <p:cNvGrpSpPr>
            <a:grpSpLocks noChangeAspect="1"/>
          </p:cNvGrpSpPr>
          <p:nvPr/>
        </p:nvGrpSpPr>
        <p:grpSpPr bwMode="auto">
          <a:xfrm>
            <a:off x="4775200" y="2635250"/>
            <a:ext cx="2268538" cy="576263"/>
            <a:chOff x="3008" y="1660"/>
            <a:chExt cx="1429" cy="363"/>
          </a:xfrm>
        </p:grpSpPr>
        <p:sp>
          <p:nvSpPr>
            <p:cNvPr id="11" name="AutoShape 3">
              <a:extLst>
                <a:ext uri="{FF2B5EF4-FFF2-40B4-BE49-F238E27FC236}">
                  <a16:creationId xmlns:a16="http://schemas.microsoft.com/office/drawing/2014/main" id="{F2C7C8C7-A4B0-3D02-0D7F-681651C4A70F}"/>
                </a:ext>
              </a:extLst>
            </p:cNvPr>
            <p:cNvSpPr>
              <a:spLocks noChangeAspect="1" noChangeArrowheads="1" noTextEdit="1"/>
            </p:cNvSpPr>
            <p:nvPr/>
          </p:nvSpPr>
          <p:spPr bwMode="auto">
            <a:xfrm>
              <a:off x="3008" y="1660"/>
              <a:ext cx="1429"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O"/>
            </a:p>
          </p:txBody>
        </p:sp>
        <p:sp>
          <p:nvSpPr>
            <p:cNvPr id="12" name="Rectangle 5">
              <a:extLst>
                <a:ext uri="{FF2B5EF4-FFF2-40B4-BE49-F238E27FC236}">
                  <a16:creationId xmlns:a16="http://schemas.microsoft.com/office/drawing/2014/main" id="{F7285AAF-7C8D-9742-CE63-69A433E1DA92}"/>
                </a:ext>
              </a:extLst>
            </p:cNvPr>
            <p:cNvSpPr>
              <a:spLocks noChangeArrowheads="1"/>
            </p:cNvSpPr>
            <p:nvPr/>
          </p:nvSpPr>
          <p:spPr bwMode="auto">
            <a:xfrm>
              <a:off x="4269" y="1833"/>
              <a:ext cx="184"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1800" b="0" i="1" u="none" strike="noStrike" cap="none" normalizeH="0" baseline="0">
                  <a:ln>
                    <a:noFill/>
                  </a:ln>
                  <a:solidFill>
                    <a:srgbClr val="000000"/>
                  </a:solidFill>
                  <a:effectLst/>
                  <a:latin typeface="Arial Narrow" panose="020B0606020202030204" pitchFamily="34" charset="0"/>
                </a:rPr>
                <a:t>nb</a:t>
              </a:r>
              <a:endParaRPr kumimoji="0" lang="es-CO" altLang="es-CO" sz="1800" b="0" i="0" u="none" strike="noStrike" cap="none" normalizeH="0" baseline="0">
                <a:ln>
                  <a:noFill/>
                </a:ln>
                <a:solidFill>
                  <a:schemeClr val="tx1"/>
                </a:solidFill>
                <a:effectLst/>
                <a:latin typeface="Arial" panose="020B0604020202020204" pitchFamily="34" charset="0"/>
              </a:endParaRPr>
            </a:p>
          </p:txBody>
        </p:sp>
        <p:sp>
          <p:nvSpPr>
            <p:cNvPr id="13" name="Rectangle 6">
              <a:extLst>
                <a:ext uri="{FF2B5EF4-FFF2-40B4-BE49-F238E27FC236}">
                  <a16:creationId xmlns:a16="http://schemas.microsoft.com/office/drawing/2014/main" id="{A75DB13C-2B44-FF89-132D-688A34911831}"/>
                </a:ext>
              </a:extLst>
            </p:cNvPr>
            <p:cNvSpPr>
              <a:spLocks noChangeArrowheads="1"/>
            </p:cNvSpPr>
            <p:nvPr/>
          </p:nvSpPr>
          <p:spPr bwMode="auto">
            <a:xfrm>
              <a:off x="3362" y="1833"/>
              <a:ext cx="177"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1800" b="0" i="1" u="none" strike="noStrike" cap="none" normalizeH="0" baseline="0" dirty="0" err="1">
                  <a:ln>
                    <a:noFill/>
                  </a:ln>
                  <a:solidFill>
                    <a:srgbClr val="000000"/>
                  </a:solidFill>
                  <a:effectLst/>
                  <a:latin typeface="Arial Narrow" panose="020B0606020202030204" pitchFamily="34" charset="0"/>
                </a:rPr>
                <a:t>nc</a:t>
              </a: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sp>
          <p:nvSpPr>
            <p:cNvPr id="14" name="Rectangle 7">
              <a:extLst>
                <a:ext uri="{FF2B5EF4-FFF2-40B4-BE49-F238E27FC236}">
                  <a16:creationId xmlns:a16="http://schemas.microsoft.com/office/drawing/2014/main" id="{58402AC9-D7FD-519E-9F20-346ABC65B274}"/>
                </a:ext>
              </a:extLst>
            </p:cNvPr>
            <p:cNvSpPr>
              <a:spLocks noChangeArrowheads="1"/>
            </p:cNvSpPr>
            <p:nvPr/>
          </p:nvSpPr>
          <p:spPr bwMode="auto">
            <a:xfrm>
              <a:off x="4088" y="1679"/>
              <a:ext cx="259"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3000" b="0" i="1" u="none" strike="noStrike" cap="none" normalizeH="0" baseline="0">
                  <a:ln>
                    <a:noFill/>
                  </a:ln>
                  <a:solidFill>
                    <a:srgbClr val="000000"/>
                  </a:solidFill>
                  <a:effectLst/>
                  <a:latin typeface="Arial Narrow" panose="020B0606020202030204" pitchFamily="34" charset="0"/>
                </a:rPr>
                <a:t>M</a:t>
              </a:r>
              <a:endParaRPr kumimoji="0" lang="es-CO" altLang="es-CO" sz="1800" b="0" i="0" u="none" strike="noStrike" cap="none" normalizeH="0" baseline="0">
                <a:ln>
                  <a:noFill/>
                </a:ln>
                <a:solidFill>
                  <a:schemeClr val="tx1"/>
                </a:solidFill>
                <a:effectLst/>
                <a:latin typeface="Arial" panose="020B0604020202020204" pitchFamily="34" charset="0"/>
              </a:endParaRPr>
            </a:p>
          </p:txBody>
        </p:sp>
        <p:sp>
          <p:nvSpPr>
            <p:cNvPr id="15" name="Rectangle 8">
              <a:extLst>
                <a:ext uri="{FF2B5EF4-FFF2-40B4-BE49-F238E27FC236}">
                  <a16:creationId xmlns:a16="http://schemas.microsoft.com/office/drawing/2014/main" id="{069A9B4B-D8ED-11AB-994F-FDC5EEAF1B30}"/>
                </a:ext>
              </a:extLst>
            </p:cNvPr>
            <p:cNvSpPr>
              <a:spLocks noChangeArrowheads="1"/>
            </p:cNvSpPr>
            <p:nvPr/>
          </p:nvSpPr>
          <p:spPr bwMode="auto">
            <a:xfrm>
              <a:off x="3967" y="1679"/>
              <a:ext cx="212"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3000" b="0" i="1" u="none" strike="noStrike" cap="none" normalizeH="0" baseline="0">
                  <a:ln>
                    <a:noFill/>
                  </a:ln>
                  <a:solidFill>
                    <a:srgbClr val="000000"/>
                  </a:solidFill>
                  <a:effectLst/>
                  <a:latin typeface="Arial Narrow" panose="020B0606020202030204" pitchFamily="34" charset="0"/>
                </a:rPr>
                <a:t>Σ</a:t>
              </a:r>
              <a:endParaRPr kumimoji="0" lang="es-CO" altLang="es-CO" sz="1800" b="0" i="0" u="none" strike="noStrike" cap="none" normalizeH="0" baseline="0">
                <a:ln>
                  <a:noFill/>
                </a:ln>
                <a:solidFill>
                  <a:schemeClr val="tx1"/>
                </a:solidFill>
                <a:effectLst/>
                <a:latin typeface="Arial" panose="020B0604020202020204" pitchFamily="34" charset="0"/>
              </a:endParaRPr>
            </a:p>
          </p:txBody>
        </p:sp>
        <p:sp>
          <p:nvSpPr>
            <p:cNvPr id="16" name="Rectangle 9">
              <a:extLst>
                <a:ext uri="{FF2B5EF4-FFF2-40B4-BE49-F238E27FC236}">
                  <a16:creationId xmlns:a16="http://schemas.microsoft.com/office/drawing/2014/main" id="{D5D697AF-CABE-6B23-01E8-66B2EC4EF1EB}"/>
                </a:ext>
              </a:extLst>
            </p:cNvPr>
            <p:cNvSpPr>
              <a:spLocks noChangeArrowheads="1"/>
            </p:cNvSpPr>
            <p:nvPr/>
          </p:nvSpPr>
          <p:spPr bwMode="auto">
            <a:xfrm>
              <a:off x="3843" y="1679"/>
              <a:ext cx="203"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3000" b="0" i="1" u="none" strike="noStrike" cap="none" normalizeH="0" baseline="0" dirty="0">
                  <a:ln>
                    <a:noFill/>
                  </a:ln>
                  <a:solidFill>
                    <a:srgbClr val="000000"/>
                  </a:solidFill>
                  <a:effectLst/>
                  <a:latin typeface="Arial Narrow" panose="020B0606020202030204" pitchFamily="34" charset="0"/>
                </a:rPr>
                <a:t>2</a:t>
              </a: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sp>
          <p:nvSpPr>
            <p:cNvPr id="17" name="Rectangle 10">
              <a:extLst>
                <a:ext uri="{FF2B5EF4-FFF2-40B4-BE49-F238E27FC236}">
                  <a16:creationId xmlns:a16="http://schemas.microsoft.com/office/drawing/2014/main" id="{4A27E97F-53F5-6720-CB7C-530F75F0ED20}"/>
                </a:ext>
              </a:extLst>
            </p:cNvPr>
            <p:cNvSpPr>
              <a:spLocks noChangeArrowheads="1"/>
            </p:cNvSpPr>
            <p:nvPr/>
          </p:nvSpPr>
          <p:spPr bwMode="auto">
            <a:xfrm>
              <a:off x="3665" y="1679"/>
              <a:ext cx="203"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3000" b="0" i="1" u="none" strike="noStrike" cap="none" normalizeH="0" baseline="0" dirty="0">
                  <a:ln>
                    <a:noFill/>
                  </a:ln>
                  <a:solidFill>
                    <a:srgbClr val="000000"/>
                  </a:solidFill>
                  <a:effectLst/>
                  <a:latin typeface="Arial Narrow" panose="020B0606020202030204" pitchFamily="34" charset="0"/>
                </a:rPr>
                <a:t>1</a:t>
              </a: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sp>
          <p:nvSpPr>
            <p:cNvPr id="18" name="Rectangle 11">
              <a:extLst>
                <a:ext uri="{FF2B5EF4-FFF2-40B4-BE49-F238E27FC236}">
                  <a16:creationId xmlns:a16="http://schemas.microsoft.com/office/drawing/2014/main" id="{7327970F-8CD8-BAD9-1127-016749F2A2CC}"/>
                </a:ext>
              </a:extLst>
            </p:cNvPr>
            <p:cNvSpPr>
              <a:spLocks noChangeArrowheads="1"/>
            </p:cNvSpPr>
            <p:nvPr/>
          </p:nvSpPr>
          <p:spPr bwMode="auto">
            <a:xfrm>
              <a:off x="3166" y="1679"/>
              <a:ext cx="259"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3000" b="0" i="1" u="none" strike="noStrike" cap="none" normalizeH="0" baseline="0" dirty="0">
                  <a:ln>
                    <a:noFill/>
                  </a:ln>
                  <a:solidFill>
                    <a:srgbClr val="000000"/>
                  </a:solidFill>
                  <a:effectLst/>
                  <a:latin typeface="Arial Narrow" panose="020B0606020202030204" pitchFamily="34" charset="0"/>
                </a:rPr>
                <a:t>M</a:t>
              </a: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sp>
          <p:nvSpPr>
            <p:cNvPr id="19" name="Rectangle 12">
              <a:extLst>
                <a:ext uri="{FF2B5EF4-FFF2-40B4-BE49-F238E27FC236}">
                  <a16:creationId xmlns:a16="http://schemas.microsoft.com/office/drawing/2014/main" id="{E06A99CB-98F3-96D8-A4EB-1EDC51E0E31B}"/>
                </a:ext>
              </a:extLst>
            </p:cNvPr>
            <p:cNvSpPr>
              <a:spLocks noChangeArrowheads="1"/>
            </p:cNvSpPr>
            <p:nvPr/>
          </p:nvSpPr>
          <p:spPr bwMode="auto">
            <a:xfrm>
              <a:off x="3045" y="1679"/>
              <a:ext cx="212"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3000" b="0" i="1" u="none" strike="noStrike" cap="none" normalizeH="0" baseline="0" dirty="0">
                  <a:ln>
                    <a:noFill/>
                  </a:ln>
                  <a:solidFill>
                    <a:srgbClr val="000000"/>
                  </a:solidFill>
                  <a:effectLst/>
                  <a:latin typeface="Arial Narrow" panose="020B0606020202030204" pitchFamily="34" charset="0"/>
                </a:rPr>
                <a:t>Σ</a:t>
              </a: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sp>
          <p:nvSpPr>
            <p:cNvPr id="20" name="Rectangle 13">
              <a:extLst>
                <a:ext uri="{FF2B5EF4-FFF2-40B4-BE49-F238E27FC236}">
                  <a16:creationId xmlns:a16="http://schemas.microsoft.com/office/drawing/2014/main" id="{F40FE212-7EC3-122C-A1F6-F08B58BD0862}"/>
                </a:ext>
              </a:extLst>
            </p:cNvPr>
            <p:cNvSpPr>
              <a:spLocks noChangeArrowheads="1"/>
            </p:cNvSpPr>
            <p:nvPr/>
          </p:nvSpPr>
          <p:spPr bwMode="auto">
            <a:xfrm>
              <a:off x="3775" y="1686"/>
              <a:ext cx="17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3000" b="0" i="1" u="none" strike="noStrike" cap="none" normalizeH="0" baseline="0">
                  <a:ln>
                    <a:noFill/>
                  </a:ln>
                  <a:solidFill>
                    <a:srgbClr val="000000"/>
                  </a:solidFill>
                  <a:effectLst/>
                  <a:latin typeface="Arial" panose="020B0604020202020204" pitchFamily="34" charset="0"/>
                </a:rPr>
                <a:t>.</a:t>
              </a:r>
              <a:endParaRPr kumimoji="0" lang="es-CO" altLang="es-CO" sz="1800" b="0" i="0" u="none" strike="noStrike" cap="none" normalizeH="0" baseline="0">
                <a:ln>
                  <a:noFill/>
                </a:ln>
                <a:solidFill>
                  <a:schemeClr val="tx1"/>
                </a:solidFill>
                <a:effectLst/>
                <a:latin typeface="Arial" panose="020B0604020202020204" pitchFamily="34" charset="0"/>
              </a:endParaRPr>
            </a:p>
          </p:txBody>
        </p:sp>
        <p:sp>
          <p:nvSpPr>
            <p:cNvPr id="21" name="Rectangle 14">
              <a:extLst>
                <a:ext uri="{FF2B5EF4-FFF2-40B4-BE49-F238E27FC236}">
                  <a16:creationId xmlns:a16="http://schemas.microsoft.com/office/drawing/2014/main" id="{691E948E-2690-5750-930B-D336D471F8D2}"/>
                </a:ext>
              </a:extLst>
            </p:cNvPr>
            <p:cNvSpPr>
              <a:spLocks noChangeArrowheads="1"/>
            </p:cNvSpPr>
            <p:nvPr/>
          </p:nvSpPr>
          <p:spPr bwMode="auto">
            <a:xfrm>
              <a:off x="3496" y="1660"/>
              <a:ext cx="285"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3000" b="0" i="0" u="none" strike="noStrike" cap="none" normalizeH="0" baseline="0">
                  <a:ln>
                    <a:noFill/>
                  </a:ln>
                  <a:solidFill>
                    <a:srgbClr val="000000"/>
                  </a:solidFill>
                  <a:effectLst/>
                  <a:latin typeface="Symbol" panose="05050102010706020507" pitchFamily="18" charset="2"/>
                </a:rPr>
                <a:t>=</a:t>
              </a:r>
              <a:endParaRPr kumimoji="0" lang="es-CO" altLang="es-CO" sz="18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2333339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E7FE6-C41E-5143-6963-8037C08614D0}"/>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1D268716-35D6-34D0-1052-1746D16F715D}"/>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547A5DB1-6F9C-E3FC-2285-9177EC03017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CC6BCBA2-1E8E-D86B-9CCB-51C4D83F1A2B}"/>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20B3D57B-1559-4092-1C59-C9C1E1D29E13}"/>
              </a:ext>
            </a:extLst>
          </p:cNvPr>
          <p:cNvSpPr txBox="1"/>
          <p:nvPr/>
        </p:nvSpPr>
        <p:spPr>
          <a:xfrm>
            <a:off x="2677026" y="1299388"/>
            <a:ext cx="6934200" cy="4524315"/>
          </a:xfrm>
          <a:prstGeom prst="rect">
            <a:avLst/>
          </a:prstGeom>
          <a:noFill/>
        </p:spPr>
        <p:txBody>
          <a:bodyPr wrap="square">
            <a:spAutoFit/>
          </a:bodyPr>
          <a:lstStyle/>
          <a:p>
            <a:pPr algn="ctr"/>
            <a:r>
              <a:rPr lang="es-CO" sz="4800" b="1" dirty="0"/>
              <a:t>PÓRTICOS ESPECIALES RESISTENTES A MOMENTO CON CAPACIDAD ESPECIAL DE DISIPACIÓN DE ENERGÍA (DES)</a:t>
            </a:r>
          </a:p>
        </p:txBody>
      </p:sp>
    </p:spTree>
    <p:extLst>
      <p:ext uri="{BB962C8B-B14F-4D97-AF65-F5344CB8AC3E}">
        <p14:creationId xmlns:p14="http://schemas.microsoft.com/office/powerpoint/2010/main" val="1664826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ACD0A-8ADC-ACD2-80E3-F02F2B7A7BA3}"/>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F2E1D0DA-7715-798E-DB01-5D409B72A5DB}"/>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652AAE48-E32A-6030-A012-17E1DF607E8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CD2B8542-684E-1F34-00C7-2F26BBF56C96}"/>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8E1DD372-CD2B-DB87-EFDF-1074F3313731}"/>
              </a:ext>
            </a:extLst>
          </p:cNvPr>
          <p:cNvSpPr txBox="1"/>
          <p:nvPr/>
        </p:nvSpPr>
        <p:spPr>
          <a:xfrm>
            <a:off x="295635" y="1171288"/>
            <a:ext cx="11282181" cy="400110"/>
          </a:xfrm>
          <a:prstGeom prst="rect">
            <a:avLst/>
          </a:prstGeom>
          <a:noFill/>
        </p:spPr>
        <p:txBody>
          <a:bodyPr wrap="square">
            <a:spAutoFit/>
          </a:bodyPr>
          <a:lstStyle/>
          <a:p>
            <a:r>
              <a:rPr lang="es-CO" sz="2000" b="1" dirty="0"/>
              <a:t>C.21.3.5- COLUMNAS CON CAPACIDAD MODERADA DE DISIPACIÓN DE ENERGÍA (DES)</a:t>
            </a:r>
          </a:p>
        </p:txBody>
      </p:sp>
      <p:sp>
        <p:nvSpPr>
          <p:cNvPr id="9" name="CuadroTexto 8">
            <a:extLst>
              <a:ext uri="{FF2B5EF4-FFF2-40B4-BE49-F238E27FC236}">
                <a16:creationId xmlns:a16="http://schemas.microsoft.com/office/drawing/2014/main" id="{68A8A6E7-54EC-2851-267B-1174BE885C39}"/>
              </a:ext>
            </a:extLst>
          </p:cNvPr>
          <p:cNvSpPr txBox="1"/>
          <p:nvPr/>
        </p:nvSpPr>
        <p:spPr>
          <a:xfrm>
            <a:off x="295636" y="2163170"/>
            <a:ext cx="11683004" cy="5016758"/>
          </a:xfrm>
          <a:prstGeom prst="rect">
            <a:avLst/>
          </a:prstGeom>
          <a:noFill/>
        </p:spPr>
        <p:txBody>
          <a:bodyPr wrap="square" rtlCol="0">
            <a:spAutoFit/>
          </a:bodyPr>
          <a:lstStyle/>
          <a:p>
            <a:r>
              <a:rPr lang="es-CO" sz="2000" b="1" dirty="0">
                <a:solidFill>
                  <a:schemeClr val="accent1"/>
                </a:solidFill>
              </a:rPr>
              <a:t>C.21.6.1.1- </a:t>
            </a:r>
            <a:r>
              <a:rPr lang="es-CO" sz="2000" dirty="0"/>
              <a:t>La dimensión menor de la sección transversal, medida en una línea recta que pasa a través del centroide geométrico, no debe ser menor de 300 </a:t>
            </a:r>
            <a:r>
              <a:rPr lang="es-CO" sz="2000" dirty="0" err="1"/>
              <a:t>mm.</a:t>
            </a:r>
            <a:r>
              <a:rPr lang="es-CO" sz="2000" dirty="0"/>
              <a:t> Las columnas en forma de T, C o I pueden tener una dimensión mínima de 0.25 m pero su área no puede ser menor de 0.09 m²</a:t>
            </a:r>
          </a:p>
          <a:p>
            <a:endParaRPr lang="es-CO" sz="2000" dirty="0"/>
          </a:p>
          <a:p>
            <a:endParaRPr lang="es-CO" sz="2000" dirty="0"/>
          </a:p>
          <a:p>
            <a:r>
              <a:rPr lang="es-CO" sz="2000" b="1" dirty="0">
                <a:solidFill>
                  <a:schemeClr val="accent1"/>
                </a:solidFill>
              </a:rPr>
              <a:t>C.21.6.1.2- </a:t>
            </a:r>
            <a:r>
              <a:rPr lang="es-CO" sz="2000" dirty="0"/>
              <a:t>La relación entre la dimensión menor de la  sección  transversal  y  la  dimensión  perpendicular no debe ser menor que:</a:t>
            </a:r>
          </a:p>
          <a:p>
            <a:endParaRPr lang="es-CO" sz="2000" dirty="0"/>
          </a:p>
          <a:p>
            <a:pPr marL="457200" indent="-457200">
              <a:buFont typeface="+mj-lt"/>
              <a:buAutoNum type="alphaLcParenR"/>
            </a:pPr>
            <a:r>
              <a:rPr lang="es-CO" sz="2000" dirty="0"/>
              <a:t>0.35 para &lt; menor dimensión 300mm</a:t>
            </a:r>
          </a:p>
          <a:p>
            <a:pPr marL="457200" indent="-457200">
              <a:buFont typeface="+mj-lt"/>
              <a:buAutoNum type="alphaLcParenR"/>
            </a:pPr>
            <a:r>
              <a:rPr lang="es-CO" sz="2000" dirty="0"/>
              <a:t>0.25 para 0.30 &lt; menor dimensión 500mm</a:t>
            </a:r>
          </a:p>
          <a:p>
            <a:pPr marL="457200" indent="-457200">
              <a:buFont typeface="+mj-lt"/>
              <a:buAutoNum type="alphaLcParenR"/>
            </a:pPr>
            <a:r>
              <a:rPr lang="es-CO" sz="2000" dirty="0"/>
              <a:t>0.20 para menor dimensión &gt; 0.500m</a:t>
            </a:r>
          </a:p>
          <a:p>
            <a:endParaRPr lang="es-CO" sz="2000" dirty="0"/>
          </a:p>
          <a:p>
            <a:endParaRPr lang="es-CO" sz="2000" u="sng" dirty="0"/>
          </a:p>
          <a:p>
            <a:r>
              <a:rPr lang="es-CO" sz="2000" b="1" dirty="0">
                <a:solidFill>
                  <a:schemeClr val="accent1"/>
                </a:solidFill>
              </a:rPr>
              <a:t>C.21.3.5.3- </a:t>
            </a:r>
            <a:r>
              <a:rPr lang="es-CO" sz="2000" dirty="0"/>
              <a:t>… Los empalmes por traslapo se permiten únicamente en la mitad central de la longitud del elemento y deben diseñarse como empalmes en tracción.</a:t>
            </a:r>
          </a:p>
          <a:p>
            <a:endParaRPr lang="es-CO" sz="2000" u="sng" dirty="0"/>
          </a:p>
        </p:txBody>
      </p:sp>
    </p:spTree>
    <p:extLst>
      <p:ext uri="{BB962C8B-B14F-4D97-AF65-F5344CB8AC3E}">
        <p14:creationId xmlns:p14="http://schemas.microsoft.com/office/powerpoint/2010/main" val="854032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9DFEA-30BF-3C6F-9520-16CF2D125615}"/>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5988F7DD-DC94-4793-1A9B-8ABB48654B63}"/>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3E934443-E2D1-235E-B9A2-6DD7DA35F6C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D4D8A08D-F31F-CD7F-AEB7-80608D36DB12}"/>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4B54646B-879E-1C40-24AD-9B9AF3EF8EA0}"/>
              </a:ext>
            </a:extLst>
          </p:cNvPr>
          <p:cNvSpPr txBox="1"/>
          <p:nvPr/>
        </p:nvSpPr>
        <p:spPr>
          <a:xfrm>
            <a:off x="88824" y="1078239"/>
            <a:ext cx="12014351" cy="400110"/>
          </a:xfrm>
          <a:prstGeom prst="rect">
            <a:avLst/>
          </a:prstGeom>
          <a:noFill/>
        </p:spPr>
        <p:txBody>
          <a:bodyPr wrap="square">
            <a:spAutoFit/>
          </a:bodyPr>
          <a:lstStyle/>
          <a:p>
            <a:r>
              <a:rPr lang="es-CO" sz="2000" b="1" dirty="0"/>
              <a:t>C.21.3.5- COLUMNAS CON CAPACIDAD MODERADA DE DISIPACIÓN DE ENERGÍA (DES)</a:t>
            </a:r>
          </a:p>
        </p:txBody>
      </p:sp>
      <p:sp>
        <p:nvSpPr>
          <p:cNvPr id="6" name="CuadroTexto 5">
            <a:extLst>
              <a:ext uri="{FF2B5EF4-FFF2-40B4-BE49-F238E27FC236}">
                <a16:creationId xmlns:a16="http://schemas.microsoft.com/office/drawing/2014/main" id="{79A6B185-AC5D-31AD-CFAA-5F768AC92650}"/>
              </a:ext>
            </a:extLst>
          </p:cNvPr>
          <p:cNvSpPr txBox="1"/>
          <p:nvPr/>
        </p:nvSpPr>
        <p:spPr>
          <a:xfrm>
            <a:off x="596576" y="1977072"/>
            <a:ext cx="4449910" cy="1938992"/>
          </a:xfrm>
          <a:prstGeom prst="rect">
            <a:avLst/>
          </a:prstGeom>
          <a:noFill/>
        </p:spPr>
        <p:txBody>
          <a:bodyPr wrap="square">
            <a:spAutoFit/>
          </a:bodyPr>
          <a:lstStyle/>
          <a:p>
            <a:r>
              <a:rPr lang="es-CO" sz="2000" b="1" dirty="0">
                <a:solidFill>
                  <a:srgbClr val="0070C0"/>
                </a:solidFill>
              </a:rPr>
              <a:t>PRINCIPIO DE COLUMNA FUERTE Y VIGA DÉBIL</a:t>
            </a:r>
          </a:p>
          <a:p>
            <a:endParaRPr lang="es-CO" sz="2000" dirty="0"/>
          </a:p>
          <a:p>
            <a:r>
              <a:rPr lang="es-CO" sz="2000" dirty="0"/>
              <a:t>Las resistencias a flexión de las columnas deben satisfacer la ecuación (C.21-4).</a:t>
            </a:r>
          </a:p>
        </p:txBody>
      </p:sp>
      <p:pic>
        <p:nvPicPr>
          <p:cNvPr id="7" name="Imagen 6">
            <a:extLst>
              <a:ext uri="{FF2B5EF4-FFF2-40B4-BE49-F238E27FC236}">
                <a16:creationId xmlns:a16="http://schemas.microsoft.com/office/drawing/2014/main" id="{FA4F8038-2955-477C-0F53-E86E3895CBE6}"/>
              </a:ext>
            </a:extLst>
          </p:cNvPr>
          <p:cNvPicPr>
            <a:picLocks noChangeAspect="1"/>
          </p:cNvPicPr>
          <p:nvPr/>
        </p:nvPicPr>
        <p:blipFill>
          <a:blip r:embed="rId4"/>
          <a:stretch>
            <a:fillRect/>
          </a:stretch>
        </p:blipFill>
        <p:spPr>
          <a:xfrm>
            <a:off x="596576" y="5085544"/>
            <a:ext cx="4354800" cy="1278275"/>
          </a:xfrm>
          <a:prstGeom prst="rect">
            <a:avLst/>
          </a:prstGeom>
        </p:spPr>
      </p:pic>
      <p:pic>
        <p:nvPicPr>
          <p:cNvPr id="10" name="Imagen 9">
            <a:extLst>
              <a:ext uri="{FF2B5EF4-FFF2-40B4-BE49-F238E27FC236}">
                <a16:creationId xmlns:a16="http://schemas.microsoft.com/office/drawing/2014/main" id="{F14AED86-FB5C-3E8D-ACE0-9299C78C427F}"/>
              </a:ext>
            </a:extLst>
          </p:cNvPr>
          <p:cNvPicPr>
            <a:picLocks noChangeAspect="1"/>
          </p:cNvPicPr>
          <p:nvPr/>
        </p:nvPicPr>
        <p:blipFill>
          <a:blip r:embed="rId5"/>
          <a:stretch>
            <a:fillRect/>
          </a:stretch>
        </p:blipFill>
        <p:spPr>
          <a:xfrm>
            <a:off x="6311974" y="2228440"/>
            <a:ext cx="5791201" cy="1946777"/>
          </a:xfrm>
          <a:prstGeom prst="rect">
            <a:avLst/>
          </a:prstGeom>
        </p:spPr>
      </p:pic>
      <p:pic>
        <p:nvPicPr>
          <p:cNvPr id="13" name="Imagen 12">
            <a:extLst>
              <a:ext uri="{FF2B5EF4-FFF2-40B4-BE49-F238E27FC236}">
                <a16:creationId xmlns:a16="http://schemas.microsoft.com/office/drawing/2014/main" id="{DEE2A55B-568A-BA48-F579-BE57E178DD2F}"/>
              </a:ext>
            </a:extLst>
          </p:cNvPr>
          <p:cNvPicPr>
            <a:picLocks noChangeAspect="1"/>
          </p:cNvPicPr>
          <p:nvPr/>
        </p:nvPicPr>
        <p:blipFill>
          <a:blip r:embed="rId6"/>
          <a:stretch>
            <a:fillRect/>
          </a:stretch>
        </p:blipFill>
        <p:spPr>
          <a:xfrm>
            <a:off x="6436035" y="4529400"/>
            <a:ext cx="5543077" cy="2390561"/>
          </a:xfrm>
          <a:prstGeom prst="rect">
            <a:avLst/>
          </a:prstGeom>
        </p:spPr>
      </p:pic>
    </p:spTree>
    <p:extLst>
      <p:ext uri="{BB962C8B-B14F-4D97-AF65-F5344CB8AC3E}">
        <p14:creationId xmlns:p14="http://schemas.microsoft.com/office/powerpoint/2010/main" val="225662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4D758-1A8D-BAC5-3893-176F3CE18711}"/>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A9CE01BE-344E-58C7-383E-F64F45F47B86}"/>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2B24D099-E1BB-8F6C-A6FB-D471D637F8A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1B0E7125-B91A-5C37-12B1-0DFED0DE830F}"/>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9D88EFFD-688C-CFCC-6E33-74E973F8A1AF}"/>
              </a:ext>
            </a:extLst>
          </p:cNvPr>
          <p:cNvSpPr txBox="1"/>
          <p:nvPr/>
        </p:nvSpPr>
        <p:spPr>
          <a:xfrm>
            <a:off x="295635" y="1171288"/>
            <a:ext cx="11282181" cy="400110"/>
          </a:xfrm>
          <a:prstGeom prst="rect">
            <a:avLst/>
          </a:prstGeom>
          <a:noFill/>
        </p:spPr>
        <p:txBody>
          <a:bodyPr wrap="square">
            <a:spAutoFit/>
          </a:bodyPr>
          <a:lstStyle/>
          <a:p>
            <a:r>
              <a:rPr lang="es-CO" sz="2000" b="1" dirty="0"/>
              <a:t>C.21.3.5- COLUMNAS CON CAPACIDAD MODERADA DE DISIPACIÓN DE ENERGÍA (DES)</a:t>
            </a:r>
          </a:p>
        </p:txBody>
      </p:sp>
      <p:sp>
        <p:nvSpPr>
          <p:cNvPr id="9" name="CuadroTexto 8">
            <a:extLst>
              <a:ext uri="{FF2B5EF4-FFF2-40B4-BE49-F238E27FC236}">
                <a16:creationId xmlns:a16="http://schemas.microsoft.com/office/drawing/2014/main" id="{6406F89E-6E32-D66E-C5B8-5A7FAB391E9A}"/>
              </a:ext>
            </a:extLst>
          </p:cNvPr>
          <p:cNvSpPr txBox="1"/>
          <p:nvPr/>
        </p:nvSpPr>
        <p:spPr>
          <a:xfrm>
            <a:off x="295636" y="2163170"/>
            <a:ext cx="11683004" cy="4093428"/>
          </a:xfrm>
          <a:prstGeom prst="rect">
            <a:avLst/>
          </a:prstGeom>
          <a:noFill/>
        </p:spPr>
        <p:txBody>
          <a:bodyPr wrap="square" rtlCol="0">
            <a:spAutoFit/>
          </a:bodyPr>
          <a:lstStyle/>
          <a:p>
            <a:r>
              <a:rPr lang="es-CO" sz="2000" b="1" dirty="0">
                <a:solidFill>
                  <a:schemeClr val="accent1"/>
                </a:solidFill>
              </a:rPr>
              <a:t>C.21.6.2.3- </a:t>
            </a:r>
            <a:r>
              <a:rPr lang="es-CO" sz="2000" dirty="0"/>
              <a:t>Cuando C.21.6.2.2 no se satisface en un nudo, la resistencia lateral y la rigidez de las columnas  que soportan las reacciones provenientes de dicho nudo deben ser ignoradas al determinar la resistencia y la rigidez calculadas para la estructura. Estas columnas deben satisfacer C.21.13.</a:t>
            </a:r>
          </a:p>
          <a:p>
            <a:endParaRPr lang="es-CO" sz="2000" dirty="0"/>
          </a:p>
          <a:p>
            <a:endParaRPr lang="es-CO" sz="2000" dirty="0"/>
          </a:p>
          <a:p>
            <a:r>
              <a:rPr lang="es-CO" sz="2000" b="1" dirty="0">
                <a:solidFill>
                  <a:schemeClr val="accent1"/>
                </a:solidFill>
              </a:rPr>
              <a:t>C.21.6.3- Refuerzo longitudinal</a:t>
            </a:r>
          </a:p>
          <a:p>
            <a:endParaRPr lang="es-CO" sz="2000" u="sng" dirty="0"/>
          </a:p>
          <a:p>
            <a:r>
              <a:rPr lang="es-CO" sz="2000" b="1" dirty="0">
                <a:solidFill>
                  <a:schemeClr val="accent1"/>
                </a:solidFill>
              </a:rPr>
              <a:t>C.21.6.3.1- </a:t>
            </a:r>
            <a:r>
              <a:rPr lang="es-CO" sz="2000" dirty="0"/>
              <a:t>El área de refuerzo  longitudinal, </a:t>
            </a:r>
            <a:r>
              <a:rPr lang="es-CO" sz="2000" dirty="0" err="1"/>
              <a:t>Ast</a:t>
            </a:r>
            <a:r>
              <a:rPr lang="es-CO" sz="2000" dirty="0"/>
              <a:t> , no debe ser menor que  0.01Ag  ni mayor que 0.04Ag .</a:t>
            </a:r>
          </a:p>
          <a:p>
            <a:endParaRPr lang="es-CO" sz="2000" u="sng" dirty="0"/>
          </a:p>
          <a:p>
            <a:r>
              <a:rPr lang="es-CO" sz="2000" b="1" dirty="0">
                <a:solidFill>
                  <a:schemeClr val="accent1"/>
                </a:solidFill>
              </a:rPr>
              <a:t>C.21.6.3.2- </a:t>
            </a:r>
            <a:r>
              <a:rPr lang="es-CO" sz="2000" dirty="0"/>
              <a:t>En columnas con estribos de confinamiento circulares, el mínimo numero de barras longitudinales es 6.</a:t>
            </a:r>
          </a:p>
          <a:p>
            <a:endParaRPr lang="es-CO" sz="2000" u="sng" dirty="0"/>
          </a:p>
          <a:p>
            <a:endParaRPr lang="es-CO" sz="2000" u="sng" dirty="0"/>
          </a:p>
        </p:txBody>
      </p:sp>
    </p:spTree>
    <p:extLst>
      <p:ext uri="{BB962C8B-B14F-4D97-AF65-F5344CB8AC3E}">
        <p14:creationId xmlns:p14="http://schemas.microsoft.com/office/powerpoint/2010/main" val="3154896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40EA7-2AB6-A50D-3FA4-1F56BF6735DA}"/>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503CB911-3DA2-EBA7-6551-24257654AE2C}"/>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80FD00FB-E0F6-BF2A-964A-4025739F8F55}"/>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172D3AAF-77FA-D113-8A42-30B484746B22}"/>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AB7525C2-DEC8-63B2-E4F3-51391453200A}"/>
              </a:ext>
            </a:extLst>
          </p:cNvPr>
          <p:cNvSpPr txBox="1"/>
          <p:nvPr/>
        </p:nvSpPr>
        <p:spPr>
          <a:xfrm>
            <a:off x="295635" y="1171288"/>
            <a:ext cx="11282181" cy="400110"/>
          </a:xfrm>
          <a:prstGeom prst="rect">
            <a:avLst/>
          </a:prstGeom>
          <a:noFill/>
        </p:spPr>
        <p:txBody>
          <a:bodyPr wrap="square">
            <a:spAutoFit/>
          </a:bodyPr>
          <a:lstStyle/>
          <a:p>
            <a:r>
              <a:rPr lang="es-CO" sz="2000" b="1" dirty="0"/>
              <a:t>C.21.3.5- COLUMNAS CON CAPACIDAD MODERADA DE DISIPACIÓN DE ENERGÍA (DES)</a:t>
            </a:r>
          </a:p>
        </p:txBody>
      </p:sp>
      <p:sp>
        <p:nvSpPr>
          <p:cNvPr id="9" name="CuadroTexto 8">
            <a:extLst>
              <a:ext uri="{FF2B5EF4-FFF2-40B4-BE49-F238E27FC236}">
                <a16:creationId xmlns:a16="http://schemas.microsoft.com/office/drawing/2014/main" id="{DC2C5FAA-CA60-9CEE-F217-AA4E486BE792}"/>
              </a:ext>
            </a:extLst>
          </p:cNvPr>
          <p:cNvSpPr txBox="1"/>
          <p:nvPr/>
        </p:nvSpPr>
        <p:spPr>
          <a:xfrm>
            <a:off x="295636" y="2163170"/>
            <a:ext cx="11683004" cy="4093428"/>
          </a:xfrm>
          <a:prstGeom prst="rect">
            <a:avLst/>
          </a:prstGeom>
          <a:noFill/>
        </p:spPr>
        <p:txBody>
          <a:bodyPr wrap="square" rtlCol="0">
            <a:spAutoFit/>
          </a:bodyPr>
          <a:lstStyle/>
          <a:p>
            <a:r>
              <a:rPr lang="es-CO" sz="2000" b="1" dirty="0">
                <a:solidFill>
                  <a:schemeClr val="accent1"/>
                </a:solidFill>
              </a:rPr>
              <a:t>C.21.6.4- Refuerzo transversal</a:t>
            </a:r>
          </a:p>
          <a:p>
            <a:endParaRPr lang="es-CO" sz="2000" dirty="0"/>
          </a:p>
          <a:p>
            <a:endParaRPr lang="es-CO" sz="2000" dirty="0"/>
          </a:p>
          <a:p>
            <a:r>
              <a:rPr lang="es-CO" sz="2000" b="1" dirty="0">
                <a:solidFill>
                  <a:schemeClr val="accent1"/>
                </a:solidFill>
              </a:rPr>
              <a:t>C.21.6.4.1- </a:t>
            </a:r>
            <a:r>
              <a:rPr lang="es-CO" sz="2000" dirty="0"/>
              <a:t>El refuerzo transversal en las cantidades que se especifican en C.21.6.4.2 hasta C.21.6.4.4, debe suministrarse en una longitud ℓo medida desde cada cara del nudo y a ambos lados de cualquier sección donde pueda ocurrir fluencia por flexión como resultado de desplazamientos laterales inelásticos del pórtico. La longitud ℓo no debe ser menor que la mayor de (a), (b) y (c):</a:t>
            </a:r>
          </a:p>
          <a:p>
            <a:endParaRPr lang="es-CO" sz="2000" dirty="0"/>
          </a:p>
          <a:p>
            <a:pPr marL="457200" indent="-457200">
              <a:buFont typeface="+mj-lt"/>
              <a:buAutoNum type="alphaLcParenR"/>
            </a:pPr>
            <a:r>
              <a:rPr lang="es-CO" sz="2000" dirty="0"/>
              <a:t>La altura del elemento en la cara del nudo o en  la sección donde puede ocurrir fluencia por flexión.</a:t>
            </a:r>
          </a:p>
          <a:p>
            <a:pPr marL="457200" indent="-457200">
              <a:buFont typeface="+mj-lt"/>
              <a:buAutoNum type="alphaLcParenR"/>
            </a:pPr>
            <a:r>
              <a:rPr lang="es-CO" sz="2000" dirty="0"/>
              <a:t>Un sexto de la luz libre del elemento, y</a:t>
            </a:r>
          </a:p>
          <a:p>
            <a:pPr marL="457200" indent="-457200">
              <a:buFont typeface="+mj-lt"/>
              <a:buAutoNum type="alphaLcParenR"/>
            </a:pPr>
            <a:r>
              <a:rPr lang="es-CO" sz="2000" dirty="0"/>
              <a:t>450 mm</a:t>
            </a:r>
          </a:p>
          <a:p>
            <a:endParaRPr lang="es-CO" sz="2000" u="sng" dirty="0"/>
          </a:p>
          <a:p>
            <a:endParaRPr lang="es-CO" sz="2000" u="sng" dirty="0"/>
          </a:p>
        </p:txBody>
      </p:sp>
    </p:spTree>
    <p:extLst>
      <p:ext uri="{BB962C8B-B14F-4D97-AF65-F5344CB8AC3E}">
        <p14:creationId xmlns:p14="http://schemas.microsoft.com/office/powerpoint/2010/main" val="1305127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DD1F8-B6FE-31CE-01DA-487ED8AB0904}"/>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8411DD31-04F5-2F08-4A58-003E04933E79}"/>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EFE84FE5-C0B4-0FFC-8699-417030821BD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0BFCEA37-7980-E400-0815-6F2B841676F0}"/>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FB272CA1-79A6-ADDB-F18D-2F1C5CD400EE}"/>
              </a:ext>
            </a:extLst>
          </p:cNvPr>
          <p:cNvSpPr txBox="1"/>
          <p:nvPr/>
        </p:nvSpPr>
        <p:spPr>
          <a:xfrm>
            <a:off x="295635" y="1171288"/>
            <a:ext cx="11282181" cy="400110"/>
          </a:xfrm>
          <a:prstGeom prst="rect">
            <a:avLst/>
          </a:prstGeom>
          <a:noFill/>
        </p:spPr>
        <p:txBody>
          <a:bodyPr wrap="square">
            <a:spAutoFit/>
          </a:bodyPr>
          <a:lstStyle/>
          <a:p>
            <a:r>
              <a:rPr lang="es-CO" sz="2000" b="1" dirty="0"/>
              <a:t>C.21.3.5- COLUMNAS CON CAPACIDAD MODERADA DE DISIPACIÓN DE ENERGÍA (DES)</a:t>
            </a:r>
          </a:p>
        </p:txBody>
      </p:sp>
      <p:sp>
        <p:nvSpPr>
          <p:cNvPr id="9" name="CuadroTexto 8">
            <a:extLst>
              <a:ext uri="{FF2B5EF4-FFF2-40B4-BE49-F238E27FC236}">
                <a16:creationId xmlns:a16="http://schemas.microsoft.com/office/drawing/2014/main" id="{1A4F00AF-4243-8B08-509C-E699A3609BBF}"/>
              </a:ext>
            </a:extLst>
          </p:cNvPr>
          <p:cNvSpPr txBox="1"/>
          <p:nvPr/>
        </p:nvSpPr>
        <p:spPr>
          <a:xfrm>
            <a:off x="295635" y="1908788"/>
            <a:ext cx="11683004" cy="4401205"/>
          </a:xfrm>
          <a:prstGeom prst="rect">
            <a:avLst/>
          </a:prstGeom>
          <a:noFill/>
        </p:spPr>
        <p:txBody>
          <a:bodyPr wrap="square" rtlCol="0">
            <a:spAutoFit/>
          </a:bodyPr>
          <a:lstStyle/>
          <a:p>
            <a:r>
              <a:rPr lang="es-CO" sz="2000" b="1" dirty="0">
                <a:solidFill>
                  <a:schemeClr val="accent1"/>
                </a:solidFill>
              </a:rPr>
              <a:t>C.21.6.4- Refuerzo transversal</a:t>
            </a:r>
          </a:p>
          <a:p>
            <a:endParaRPr lang="es-CO" sz="2000" dirty="0"/>
          </a:p>
          <a:p>
            <a:endParaRPr lang="es-CO" sz="2000" dirty="0"/>
          </a:p>
          <a:p>
            <a:r>
              <a:rPr lang="es-CO" sz="2000" b="1" dirty="0">
                <a:solidFill>
                  <a:schemeClr val="accent1"/>
                </a:solidFill>
              </a:rPr>
              <a:t>C.21.6.4.2- </a:t>
            </a:r>
            <a:r>
              <a:rPr lang="es-CO" sz="2000" dirty="0"/>
              <a:t>El refuerzo transversal debe disponerse mediante espirales sencillas o traslapadas, que cumplan con C.7.10.4, estribos cerrados de confinamiento circulares o estribos cerrados de confinamiento rectilíneos con o sin ganchos suplementarios. Se pueden usar ganchos suplementarios del mismo diámetro de barra o con un diámetro menor y con el mismo espaciamiento de los estribos cerrados de confinamiento. Cada extremo del gancho suplementario debe enlazar una barra perimetral del refuerzo longitudinal. Los extremos de los ganchos suplementarios consecutivos deben alternarse a lo largo del refuerzo longitudinal. El espaciamiento de los ganchos suplementarios  o  ramas  con  estribos  de  confinamiento  rectilíneos, </a:t>
            </a:r>
            <a:r>
              <a:rPr lang="es-CO" sz="2000" dirty="0" err="1"/>
              <a:t>hx</a:t>
            </a:r>
            <a:r>
              <a:rPr lang="es-CO" sz="2000" dirty="0"/>
              <a:t> , dentro de una sección del elemento no debe exceder de 350 mm centro a centro.</a:t>
            </a:r>
          </a:p>
          <a:p>
            <a:endParaRPr lang="es-CO" sz="2000" u="sng" dirty="0"/>
          </a:p>
          <a:p>
            <a:endParaRPr lang="es-CO" sz="2000" u="sng" dirty="0"/>
          </a:p>
        </p:txBody>
      </p:sp>
    </p:spTree>
    <p:extLst>
      <p:ext uri="{BB962C8B-B14F-4D97-AF65-F5344CB8AC3E}">
        <p14:creationId xmlns:p14="http://schemas.microsoft.com/office/powerpoint/2010/main" val="23107212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8A46D-E79C-E283-5C9F-F89B3AC08DC3}"/>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FC082CB3-FB0C-5BBC-2F94-892DDA11A295}"/>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F831426C-0621-6FD2-B86C-60FD2B80FCC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08117C4C-07F2-B06D-C008-12E54B2DA19F}"/>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46909381-4E02-CC3E-0D58-0BDCB7BC0720}"/>
              </a:ext>
            </a:extLst>
          </p:cNvPr>
          <p:cNvSpPr txBox="1"/>
          <p:nvPr/>
        </p:nvSpPr>
        <p:spPr>
          <a:xfrm>
            <a:off x="295635" y="1171288"/>
            <a:ext cx="11282181" cy="400110"/>
          </a:xfrm>
          <a:prstGeom prst="rect">
            <a:avLst/>
          </a:prstGeom>
          <a:noFill/>
        </p:spPr>
        <p:txBody>
          <a:bodyPr wrap="square">
            <a:spAutoFit/>
          </a:bodyPr>
          <a:lstStyle/>
          <a:p>
            <a:r>
              <a:rPr lang="es-CO" sz="2000" b="1" dirty="0"/>
              <a:t>C.21.3.5- COLUMNAS CON CAPACIDAD MODERADA DE DISIPACIÓN DE ENERGÍA (DES)</a:t>
            </a:r>
          </a:p>
        </p:txBody>
      </p:sp>
      <p:sp>
        <p:nvSpPr>
          <p:cNvPr id="9" name="CuadroTexto 8">
            <a:extLst>
              <a:ext uri="{FF2B5EF4-FFF2-40B4-BE49-F238E27FC236}">
                <a16:creationId xmlns:a16="http://schemas.microsoft.com/office/drawing/2014/main" id="{366A67A9-8EE7-34F1-77D7-366FD58002D0}"/>
              </a:ext>
            </a:extLst>
          </p:cNvPr>
          <p:cNvSpPr txBox="1"/>
          <p:nvPr/>
        </p:nvSpPr>
        <p:spPr>
          <a:xfrm>
            <a:off x="295635" y="1855394"/>
            <a:ext cx="11683004" cy="1631216"/>
          </a:xfrm>
          <a:prstGeom prst="rect">
            <a:avLst/>
          </a:prstGeom>
          <a:noFill/>
        </p:spPr>
        <p:txBody>
          <a:bodyPr wrap="square" rtlCol="0">
            <a:spAutoFit/>
          </a:bodyPr>
          <a:lstStyle/>
          <a:p>
            <a:r>
              <a:rPr lang="es-CO" sz="2000" b="1" dirty="0">
                <a:solidFill>
                  <a:schemeClr val="accent1"/>
                </a:solidFill>
              </a:rPr>
              <a:t>C.21.6.4- Refuerzo transversal</a:t>
            </a:r>
          </a:p>
          <a:p>
            <a:endParaRPr lang="es-CO" sz="2000" dirty="0"/>
          </a:p>
          <a:p>
            <a:endParaRPr lang="es-CO" sz="2000" dirty="0"/>
          </a:p>
          <a:p>
            <a:endParaRPr lang="es-CO" sz="2000" u="sng" dirty="0"/>
          </a:p>
          <a:p>
            <a:endParaRPr lang="es-CO" sz="2000" u="sng" dirty="0"/>
          </a:p>
        </p:txBody>
      </p:sp>
      <p:pic>
        <p:nvPicPr>
          <p:cNvPr id="6" name="Imagen 5">
            <a:extLst>
              <a:ext uri="{FF2B5EF4-FFF2-40B4-BE49-F238E27FC236}">
                <a16:creationId xmlns:a16="http://schemas.microsoft.com/office/drawing/2014/main" id="{D519C9A1-1015-247D-31F5-F3C59FE47F16}"/>
              </a:ext>
            </a:extLst>
          </p:cNvPr>
          <p:cNvPicPr>
            <a:picLocks noChangeAspect="1"/>
          </p:cNvPicPr>
          <p:nvPr/>
        </p:nvPicPr>
        <p:blipFill>
          <a:blip r:embed="rId4"/>
          <a:stretch>
            <a:fillRect/>
          </a:stretch>
        </p:blipFill>
        <p:spPr>
          <a:xfrm>
            <a:off x="4244163" y="2283772"/>
            <a:ext cx="4322439" cy="4462659"/>
          </a:xfrm>
          <a:prstGeom prst="rect">
            <a:avLst/>
          </a:prstGeom>
        </p:spPr>
      </p:pic>
    </p:spTree>
    <p:extLst>
      <p:ext uri="{BB962C8B-B14F-4D97-AF65-F5344CB8AC3E}">
        <p14:creationId xmlns:p14="http://schemas.microsoft.com/office/powerpoint/2010/main" val="3539895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F32C6-F853-E84F-0670-C73409988EB6}"/>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45918CC9-05D7-320D-5484-18E6B641BB8E}"/>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F9622E04-EBED-EF3B-1FF7-F63E6C619BF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15785841-4D3D-DCC1-D57E-11B1D246F359}"/>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16DA0B02-F9FC-7125-D74A-59CA40A13C02}"/>
              </a:ext>
            </a:extLst>
          </p:cNvPr>
          <p:cNvSpPr txBox="1"/>
          <p:nvPr/>
        </p:nvSpPr>
        <p:spPr>
          <a:xfrm>
            <a:off x="295635" y="1171288"/>
            <a:ext cx="11282181" cy="400110"/>
          </a:xfrm>
          <a:prstGeom prst="rect">
            <a:avLst/>
          </a:prstGeom>
          <a:noFill/>
        </p:spPr>
        <p:txBody>
          <a:bodyPr wrap="square">
            <a:spAutoFit/>
          </a:bodyPr>
          <a:lstStyle/>
          <a:p>
            <a:r>
              <a:rPr lang="es-CO" sz="2000" b="1" dirty="0"/>
              <a:t>C.21.3.5- COLUMNAS CON CAPACIDAD MODERADA DE DISIPACIÓN DE ENERGÍA (DES)</a:t>
            </a:r>
          </a:p>
        </p:txBody>
      </p:sp>
      <p:sp>
        <p:nvSpPr>
          <p:cNvPr id="9" name="CuadroTexto 8">
            <a:extLst>
              <a:ext uri="{FF2B5EF4-FFF2-40B4-BE49-F238E27FC236}">
                <a16:creationId xmlns:a16="http://schemas.microsoft.com/office/drawing/2014/main" id="{9A781628-AEA7-2A59-6DCC-71534F85A8EA}"/>
              </a:ext>
            </a:extLst>
          </p:cNvPr>
          <p:cNvSpPr txBox="1"/>
          <p:nvPr/>
        </p:nvSpPr>
        <p:spPr>
          <a:xfrm>
            <a:off x="295636" y="2163170"/>
            <a:ext cx="11683004" cy="4401205"/>
          </a:xfrm>
          <a:prstGeom prst="rect">
            <a:avLst/>
          </a:prstGeom>
          <a:noFill/>
        </p:spPr>
        <p:txBody>
          <a:bodyPr wrap="square" rtlCol="0">
            <a:spAutoFit/>
          </a:bodyPr>
          <a:lstStyle/>
          <a:p>
            <a:r>
              <a:rPr lang="es-CO" sz="2000" b="1" dirty="0">
                <a:solidFill>
                  <a:schemeClr val="accent1"/>
                </a:solidFill>
              </a:rPr>
              <a:t>C.21.6.4- Refuerzo transversal</a:t>
            </a:r>
          </a:p>
          <a:p>
            <a:endParaRPr lang="es-CO" sz="2000" dirty="0"/>
          </a:p>
          <a:p>
            <a:endParaRPr lang="es-CO" sz="2000" dirty="0"/>
          </a:p>
          <a:p>
            <a:r>
              <a:rPr lang="es-CO" sz="2000" b="1" dirty="0">
                <a:solidFill>
                  <a:schemeClr val="accent1"/>
                </a:solidFill>
              </a:rPr>
              <a:t>C.21.6.4.3-</a:t>
            </a:r>
            <a:r>
              <a:rPr lang="es-CO" sz="2000" dirty="0"/>
              <a:t> La separación del refuerzo transversal a lo largo del eje longitudinal del elemento no debe exceder la menor de (a), (b), y (c):</a:t>
            </a:r>
          </a:p>
          <a:p>
            <a:pPr marL="914400" lvl="1" indent="-457200">
              <a:buFont typeface="+mj-lt"/>
              <a:buAutoNum type="alphaLcParenR"/>
            </a:pPr>
            <a:r>
              <a:rPr lang="es-CO" sz="2000" dirty="0"/>
              <a:t>La cuarta parte de la dimensión mínima del elemento.</a:t>
            </a:r>
          </a:p>
          <a:p>
            <a:pPr marL="914400" lvl="1" indent="-457200">
              <a:buFont typeface="+mj-lt"/>
              <a:buAutoNum type="alphaLcParenR"/>
            </a:pPr>
            <a:r>
              <a:rPr lang="es-CO" sz="2000" dirty="0"/>
              <a:t>Seis veces el diámetro de la barra de refuerzo longitudinal menor, y</a:t>
            </a:r>
          </a:p>
          <a:p>
            <a:pPr marL="914400" lvl="1" indent="-457200">
              <a:buFont typeface="+mj-lt"/>
              <a:buAutoNum type="alphaLcParenR"/>
            </a:pPr>
            <a:r>
              <a:rPr lang="es-CO" sz="2000" dirty="0"/>
              <a:t>s</a:t>
            </a:r>
            <a:r>
              <a:rPr lang="es-CO" sz="2000" baseline="-25000" dirty="0"/>
              <a:t>0</a:t>
            </a:r>
            <a:r>
              <a:rPr lang="es-CO" sz="2000" dirty="0"/>
              <a:t> , según lo definido en la ecuación (C.21-5)</a:t>
            </a:r>
          </a:p>
          <a:p>
            <a:endParaRPr lang="es-CO" sz="2000" dirty="0"/>
          </a:p>
          <a:p>
            <a:endParaRPr lang="es-CO" sz="2000" dirty="0"/>
          </a:p>
          <a:p>
            <a:endParaRPr lang="es-CO" sz="2000" dirty="0"/>
          </a:p>
          <a:p>
            <a:r>
              <a:rPr lang="es-CO" sz="2000" dirty="0"/>
              <a:t>El  valor  de  s</a:t>
            </a:r>
            <a:r>
              <a:rPr lang="es-CO" sz="2000" baseline="-25000" dirty="0"/>
              <a:t>0</a:t>
            </a:r>
            <a:r>
              <a:rPr lang="es-CO" sz="2000" dirty="0"/>
              <a:t> no debe ser mayor a 150 mm y no es necesario tomarlo menor a 100 </a:t>
            </a:r>
            <a:r>
              <a:rPr lang="es-CO" sz="2000" dirty="0" err="1"/>
              <a:t>mm.</a:t>
            </a:r>
            <a:endParaRPr lang="es-CO" sz="2000" dirty="0"/>
          </a:p>
          <a:p>
            <a:endParaRPr lang="es-CO" sz="2000" u="sng" dirty="0"/>
          </a:p>
          <a:p>
            <a:endParaRPr lang="es-CO" sz="2000" u="sng" dirty="0"/>
          </a:p>
        </p:txBody>
      </p:sp>
      <p:pic>
        <p:nvPicPr>
          <p:cNvPr id="4" name="Picture 2">
            <a:extLst>
              <a:ext uri="{FF2B5EF4-FFF2-40B4-BE49-F238E27FC236}">
                <a16:creationId xmlns:a16="http://schemas.microsoft.com/office/drawing/2014/main" id="{CE4DAE3A-39DE-1BCD-715F-991898DA74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5600" y="4737005"/>
            <a:ext cx="5028024" cy="808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53760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8F0AB-D439-10A5-15CB-8D94FA452810}"/>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17A0B1B4-42DF-186B-27D5-DA8EAD23EBC3}"/>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B2B34E15-9074-60D3-9B17-7B78F666664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69F99133-605C-50FE-08E5-2FE94AEBCF40}"/>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A695BB3A-7460-75D7-8D48-5C17397D7917}"/>
              </a:ext>
            </a:extLst>
          </p:cNvPr>
          <p:cNvSpPr txBox="1"/>
          <p:nvPr/>
        </p:nvSpPr>
        <p:spPr>
          <a:xfrm>
            <a:off x="295635" y="1171288"/>
            <a:ext cx="11282181" cy="400110"/>
          </a:xfrm>
          <a:prstGeom prst="rect">
            <a:avLst/>
          </a:prstGeom>
          <a:noFill/>
        </p:spPr>
        <p:txBody>
          <a:bodyPr wrap="square">
            <a:spAutoFit/>
          </a:bodyPr>
          <a:lstStyle/>
          <a:p>
            <a:r>
              <a:rPr lang="es-CO" sz="2000" b="1" dirty="0"/>
              <a:t>C.21.3.5- COLUMNAS CON CAPACIDAD MODERADA DE DISIPACIÓN DE ENERGÍA (DES)</a:t>
            </a:r>
          </a:p>
        </p:txBody>
      </p:sp>
      <p:sp>
        <p:nvSpPr>
          <p:cNvPr id="9" name="CuadroTexto 8">
            <a:extLst>
              <a:ext uri="{FF2B5EF4-FFF2-40B4-BE49-F238E27FC236}">
                <a16:creationId xmlns:a16="http://schemas.microsoft.com/office/drawing/2014/main" id="{F6B85CAA-E3D9-A7F4-5F8A-6AB16D1BD370}"/>
              </a:ext>
            </a:extLst>
          </p:cNvPr>
          <p:cNvSpPr txBox="1"/>
          <p:nvPr/>
        </p:nvSpPr>
        <p:spPr>
          <a:xfrm>
            <a:off x="295635" y="1695657"/>
            <a:ext cx="11683004" cy="4401205"/>
          </a:xfrm>
          <a:prstGeom prst="rect">
            <a:avLst/>
          </a:prstGeom>
          <a:noFill/>
        </p:spPr>
        <p:txBody>
          <a:bodyPr wrap="square" rtlCol="0">
            <a:spAutoFit/>
          </a:bodyPr>
          <a:lstStyle/>
          <a:p>
            <a:r>
              <a:rPr lang="es-CO" sz="2000" b="1" dirty="0">
                <a:solidFill>
                  <a:schemeClr val="accent1"/>
                </a:solidFill>
              </a:rPr>
              <a:t>C.21.6.4- Refuerzo transversal</a:t>
            </a:r>
          </a:p>
          <a:p>
            <a:endParaRPr lang="es-CO" sz="2000" dirty="0"/>
          </a:p>
          <a:p>
            <a:endParaRPr lang="es-CO" sz="2000" dirty="0"/>
          </a:p>
          <a:p>
            <a:r>
              <a:rPr lang="es-CO" sz="2000" b="1" dirty="0">
                <a:solidFill>
                  <a:schemeClr val="accent1"/>
                </a:solidFill>
              </a:rPr>
              <a:t>C.21.6.4.4- </a:t>
            </a:r>
            <a:r>
              <a:rPr lang="es-CO" sz="2000" dirty="0"/>
              <a:t>Debe proporcionarse refuerzo transversal en las cantidades que se especifican de (a) o (b), a menos que en 21.6.5 se exija mayor cantidad.</a:t>
            </a:r>
          </a:p>
          <a:p>
            <a:endParaRPr lang="es-CO" sz="2000" dirty="0"/>
          </a:p>
          <a:p>
            <a:r>
              <a:rPr lang="es-CO" sz="2000" dirty="0"/>
              <a:t>(a) La cuantía volumétrica de refuerzo en espiral o de estribos cerrados de confinamiento  circulares, </a:t>
            </a:r>
            <a:r>
              <a:rPr lang="es-CO" sz="2000" dirty="0" err="1"/>
              <a:t>ρs</a:t>
            </a:r>
            <a:r>
              <a:rPr lang="es-CO" sz="2000" dirty="0"/>
              <a:t> , no debe ser menor que la requerida por la ecuación (C.21-6):</a:t>
            </a:r>
          </a:p>
          <a:p>
            <a:endParaRPr lang="es-CO" sz="2000" dirty="0"/>
          </a:p>
          <a:p>
            <a:endParaRPr lang="es-CO" sz="2000" dirty="0"/>
          </a:p>
          <a:p>
            <a:endParaRPr lang="es-CO" sz="2000" dirty="0"/>
          </a:p>
          <a:p>
            <a:r>
              <a:rPr lang="es-CO" sz="2000" dirty="0"/>
              <a:t>y no debe ser menor que la requerida por la ecuación (C.10-5).</a:t>
            </a:r>
          </a:p>
          <a:p>
            <a:endParaRPr lang="es-CO" sz="2000" u="sng" dirty="0"/>
          </a:p>
          <a:p>
            <a:endParaRPr lang="es-CO" sz="2000" u="sng" dirty="0"/>
          </a:p>
        </p:txBody>
      </p:sp>
      <p:pic>
        <p:nvPicPr>
          <p:cNvPr id="6" name="Picture 2">
            <a:extLst>
              <a:ext uri="{FF2B5EF4-FFF2-40B4-BE49-F238E27FC236}">
                <a16:creationId xmlns:a16="http://schemas.microsoft.com/office/drawing/2014/main" id="{77499E3A-98F2-FC38-489A-4EBA15F126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0231" y="4251854"/>
            <a:ext cx="5951537"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5">
            <a:extLst>
              <a:ext uri="{FF2B5EF4-FFF2-40B4-BE49-F238E27FC236}">
                <a16:creationId xmlns:a16="http://schemas.microsoft.com/office/drawing/2014/main" id="{462E6817-F951-9AAE-CE38-C9859240C7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0048" y="5497866"/>
            <a:ext cx="3097212" cy="12779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09163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29D54-5F98-9668-EEC4-A3CDF4B135F9}"/>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40C0885B-808C-AF97-F1CB-C3B6BD61765D}"/>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07CAC2A8-877E-79A5-2292-4FEE220CFA79}"/>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C95C921E-B447-1E0E-88B8-354C04F5746E}"/>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9B737CCB-CF8A-CEE3-3D98-4AD8D3B21D5F}"/>
              </a:ext>
            </a:extLst>
          </p:cNvPr>
          <p:cNvSpPr txBox="1"/>
          <p:nvPr/>
        </p:nvSpPr>
        <p:spPr>
          <a:xfrm>
            <a:off x="295635" y="1171288"/>
            <a:ext cx="11282181" cy="400110"/>
          </a:xfrm>
          <a:prstGeom prst="rect">
            <a:avLst/>
          </a:prstGeom>
          <a:noFill/>
        </p:spPr>
        <p:txBody>
          <a:bodyPr wrap="square">
            <a:spAutoFit/>
          </a:bodyPr>
          <a:lstStyle/>
          <a:p>
            <a:r>
              <a:rPr lang="es-CO" sz="2000" b="1" dirty="0"/>
              <a:t>C.21.3.5- COLUMNAS CON CAPACIDAD MODERADA DE DISIPACIÓN DE ENERGÍA (DES)</a:t>
            </a:r>
          </a:p>
        </p:txBody>
      </p:sp>
      <p:sp>
        <p:nvSpPr>
          <p:cNvPr id="9" name="CuadroTexto 8">
            <a:extLst>
              <a:ext uri="{FF2B5EF4-FFF2-40B4-BE49-F238E27FC236}">
                <a16:creationId xmlns:a16="http://schemas.microsoft.com/office/drawing/2014/main" id="{07F5B55D-606E-2C26-73DE-878D8F3657A1}"/>
              </a:ext>
            </a:extLst>
          </p:cNvPr>
          <p:cNvSpPr txBox="1"/>
          <p:nvPr/>
        </p:nvSpPr>
        <p:spPr>
          <a:xfrm>
            <a:off x="295635" y="1695657"/>
            <a:ext cx="11683004" cy="4093428"/>
          </a:xfrm>
          <a:prstGeom prst="rect">
            <a:avLst/>
          </a:prstGeom>
          <a:noFill/>
        </p:spPr>
        <p:txBody>
          <a:bodyPr wrap="square" rtlCol="0">
            <a:spAutoFit/>
          </a:bodyPr>
          <a:lstStyle/>
          <a:p>
            <a:r>
              <a:rPr lang="es-CO" sz="2000" b="1" dirty="0">
                <a:solidFill>
                  <a:schemeClr val="accent1"/>
                </a:solidFill>
              </a:rPr>
              <a:t>C.21.6.4- Refuerzo transversal</a:t>
            </a:r>
          </a:p>
          <a:p>
            <a:endParaRPr lang="es-CO" sz="2000" dirty="0"/>
          </a:p>
          <a:p>
            <a:r>
              <a:rPr lang="es-CO" sz="2000" b="1" dirty="0">
                <a:solidFill>
                  <a:schemeClr val="accent1"/>
                </a:solidFill>
              </a:rPr>
              <a:t>C.21.6.4.4- </a:t>
            </a:r>
            <a:r>
              <a:rPr lang="es-CO" sz="2000" dirty="0"/>
              <a:t>Debe proporcionarse refuerzo transversal en las cantidades que se especifican de (a) o (b), a menos que en 21.6.5 se exija mayor cantidad.</a:t>
            </a:r>
          </a:p>
          <a:p>
            <a:endParaRPr lang="es-CO" sz="2000" dirty="0"/>
          </a:p>
          <a:p>
            <a:r>
              <a:rPr lang="es-CO" sz="2000" dirty="0"/>
              <a:t>(b) El área total de la sección transversal del refuerzo de estribos cerrados de confinamiento rectangulares, Ash , no debe ser menor que la requerida por las ecuaciones (C.21-7) y (C.21-8).</a:t>
            </a:r>
          </a:p>
          <a:p>
            <a:endParaRPr lang="es-CO" sz="2000" dirty="0"/>
          </a:p>
          <a:p>
            <a:endParaRPr lang="es-CO" sz="2000" dirty="0"/>
          </a:p>
          <a:p>
            <a:endParaRPr lang="es-CO" sz="2000" dirty="0"/>
          </a:p>
          <a:p>
            <a:endParaRPr lang="es-CO" sz="2000" dirty="0"/>
          </a:p>
          <a:p>
            <a:endParaRPr lang="es-CO" sz="2000" dirty="0"/>
          </a:p>
          <a:p>
            <a:endParaRPr lang="es-CO" sz="2000" u="sng" dirty="0"/>
          </a:p>
        </p:txBody>
      </p:sp>
      <p:pic>
        <p:nvPicPr>
          <p:cNvPr id="4" name="Picture 2">
            <a:extLst>
              <a:ext uri="{FF2B5EF4-FFF2-40B4-BE49-F238E27FC236}">
                <a16:creationId xmlns:a16="http://schemas.microsoft.com/office/drawing/2014/main" id="{50BEEAB5-54D5-611F-74A4-8E38A16C66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6255" y="4124846"/>
            <a:ext cx="6481763" cy="220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65568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F6593-F855-3B9F-3B83-E39C4DF2CAE0}"/>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88A5CAFB-B799-2CA4-7CE4-14F246E44CE0}"/>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57ABA02A-C93E-DFA2-EBFD-0EA834A8C7C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725E4745-CDDD-AF52-CF4F-977BFF617948}"/>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8214428C-767A-1DF0-CCF6-9293DBCC50CD}"/>
              </a:ext>
            </a:extLst>
          </p:cNvPr>
          <p:cNvSpPr txBox="1"/>
          <p:nvPr/>
        </p:nvSpPr>
        <p:spPr>
          <a:xfrm>
            <a:off x="295635" y="1171288"/>
            <a:ext cx="11282181" cy="400110"/>
          </a:xfrm>
          <a:prstGeom prst="rect">
            <a:avLst/>
          </a:prstGeom>
          <a:noFill/>
        </p:spPr>
        <p:txBody>
          <a:bodyPr wrap="square">
            <a:spAutoFit/>
          </a:bodyPr>
          <a:lstStyle/>
          <a:p>
            <a:r>
              <a:rPr lang="es-CO" sz="2000" b="1" dirty="0"/>
              <a:t>C.21.3.5- COLUMNAS CON CAPACIDAD MODERADA DE DISIPACIÓN DE ENERGÍA (DES)</a:t>
            </a:r>
          </a:p>
        </p:txBody>
      </p:sp>
      <p:sp>
        <p:nvSpPr>
          <p:cNvPr id="9" name="CuadroTexto 8">
            <a:extLst>
              <a:ext uri="{FF2B5EF4-FFF2-40B4-BE49-F238E27FC236}">
                <a16:creationId xmlns:a16="http://schemas.microsoft.com/office/drawing/2014/main" id="{CF7C075C-FE19-3DF4-6BA7-3608691C3468}"/>
              </a:ext>
            </a:extLst>
          </p:cNvPr>
          <p:cNvSpPr txBox="1"/>
          <p:nvPr/>
        </p:nvSpPr>
        <p:spPr>
          <a:xfrm>
            <a:off x="295635" y="1695657"/>
            <a:ext cx="11683004" cy="4708981"/>
          </a:xfrm>
          <a:prstGeom prst="rect">
            <a:avLst/>
          </a:prstGeom>
          <a:noFill/>
        </p:spPr>
        <p:txBody>
          <a:bodyPr wrap="square" rtlCol="0">
            <a:spAutoFit/>
          </a:bodyPr>
          <a:lstStyle/>
          <a:p>
            <a:r>
              <a:rPr lang="es-CO" sz="2000" b="1" dirty="0">
                <a:solidFill>
                  <a:schemeClr val="accent1"/>
                </a:solidFill>
              </a:rPr>
              <a:t>C.21.6.4- Refuerzo transversal</a:t>
            </a:r>
          </a:p>
          <a:p>
            <a:endParaRPr lang="es-CO" sz="2000" dirty="0"/>
          </a:p>
          <a:p>
            <a:r>
              <a:rPr lang="es-CO" sz="2000" b="1" dirty="0">
                <a:solidFill>
                  <a:schemeClr val="accent1"/>
                </a:solidFill>
              </a:rPr>
              <a:t>C.21.6.4.6- </a:t>
            </a:r>
            <a:r>
              <a:rPr lang="es-CO" sz="2000" dirty="0"/>
              <a:t>Las columnas que soportan reacciones de elementos rígidos discontinuos, como muros, deben satisfacer (a) y (b):</a:t>
            </a:r>
          </a:p>
          <a:p>
            <a:endParaRPr lang="es-CO" sz="2000" dirty="0"/>
          </a:p>
          <a:p>
            <a:r>
              <a:rPr lang="es-CO" sz="2000" dirty="0"/>
              <a:t>(a) El  refuerzo  transversal  como  se  especifica   en C.21.6.4.2 a C.21.6.4.4, debe proporcionarse en su altura total, en todos los niveles, debajo del nivel en el cual ocurre la discontinuidad, cuando la fuerza mayorada  de  compresión  axial  en  estos elementos, relacionada  con  el  efecto  sísmico, excede </a:t>
            </a:r>
            <a:r>
              <a:rPr lang="es-CO" sz="2000" dirty="0" err="1"/>
              <a:t>Agfc</a:t>
            </a:r>
            <a:r>
              <a:rPr lang="es-CO" sz="2000" dirty="0"/>
              <a:t>’/10. Donde se hayan magnificado las fuerzas de diseño para calcular la </a:t>
            </a:r>
            <a:r>
              <a:rPr lang="es-CO" sz="2000" dirty="0" err="1"/>
              <a:t>sobreresistencia</a:t>
            </a:r>
            <a:r>
              <a:rPr lang="es-CO" sz="2000" dirty="0"/>
              <a:t> de los elementos verticales  del  sistema  de  resistencia  ante fuerzas sísmicas  el  límite  de </a:t>
            </a:r>
            <a:r>
              <a:rPr lang="es-CO" sz="2000" dirty="0" err="1"/>
              <a:t>Agfc</a:t>
            </a:r>
            <a:r>
              <a:rPr lang="es-CO" sz="2000" dirty="0"/>
              <a:t>’/10 debe  aumentarse  a </a:t>
            </a:r>
            <a:r>
              <a:rPr lang="es-CO" sz="2000" dirty="0" err="1"/>
              <a:t>Agfc</a:t>
            </a:r>
            <a:r>
              <a:rPr lang="es-CO" sz="2000" dirty="0"/>
              <a:t>’/4 </a:t>
            </a:r>
          </a:p>
          <a:p>
            <a:endParaRPr lang="es-CO" sz="2000" dirty="0"/>
          </a:p>
          <a:p>
            <a:endParaRPr lang="es-CO" sz="2000" dirty="0"/>
          </a:p>
          <a:p>
            <a:endParaRPr lang="es-CO" sz="2000" dirty="0"/>
          </a:p>
          <a:p>
            <a:endParaRPr lang="es-CO" sz="2000" u="sng" dirty="0"/>
          </a:p>
        </p:txBody>
      </p:sp>
    </p:spTree>
    <p:extLst>
      <p:ext uri="{BB962C8B-B14F-4D97-AF65-F5344CB8AC3E}">
        <p14:creationId xmlns:p14="http://schemas.microsoft.com/office/powerpoint/2010/main" val="24905138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A65BE-5EFD-DDAD-1811-6EBEE0B5EB1D}"/>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D012B601-1A42-DA7F-5418-F27B70CB75FF}"/>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C.21 Requisitos de diseño sismo resistente</a:t>
            </a:r>
          </a:p>
        </p:txBody>
      </p:sp>
      <p:pic>
        <p:nvPicPr>
          <p:cNvPr id="3" name="Picture 12" descr="Se conmemoran 150 años de la Universidad Nacional de Colombia">
            <a:extLst>
              <a:ext uri="{FF2B5EF4-FFF2-40B4-BE49-F238E27FC236}">
                <a16:creationId xmlns:a16="http://schemas.microsoft.com/office/drawing/2014/main" id="{D29DD317-38C1-E229-3A66-B7AE8184635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7CF7B8D5-FE53-35DB-8A72-923712976E08}"/>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3DB150D6-5E5A-A83B-8016-7049C3108AB4}"/>
              </a:ext>
            </a:extLst>
          </p:cNvPr>
          <p:cNvSpPr txBox="1"/>
          <p:nvPr/>
        </p:nvSpPr>
        <p:spPr>
          <a:xfrm>
            <a:off x="295635" y="1088622"/>
            <a:ext cx="12014351" cy="400110"/>
          </a:xfrm>
          <a:prstGeom prst="rect">
            <a:avLst/>
          </a:prstGeom>
          <a:noFill/>
        </p:spPr>
        <p:txBody>
          <a:bodyPr wrap="square">
            <a:spAutoFit/>
          </a:bodyPr>
          <a:lstStyle/>
          <a:p>
            <a:r>
              <a:rPr lang="es-CO" sz="2000" b="1" dirty="0"/>
              <a:t>C.21.5.2- Requisitos de resistencia a cortante (DES)</a:t>
            </a:r>
          </a:p>
        </p:txBody>
      </p:sp>
      <p:sp>
        <p:nvSpPr>
          <p:cNvPr id="6" name="CuadroTexto 5">
            <a:extLst>
              <a:ext uri="{FF2B5EF4-FFF2-40B4-BE49-F238E27FC236}">
                <a16:creationId xmlns:a16="http://schemas.microsoft.com/office/drawing/2014/main" id="{CFB987E0-6E0C-678E-92AB-DD5A3A84EB38}"/>
              </a:ext>
            </a:extLst>
          </p:cNvPr>
          <p:cNvSpPr txBox="1"/>
          <p:nvPr/>
        </p:nvSpPr>
        <p:spPr>
          <a:xfrm>
            <a:off x="295635" y="1877281"/>
            <a:ext cx="4449910" cy="4093428"/>
          </a:xfrm>
          <a:prstGeom prst="rect">
            <a:avLst/>
          </a:prstGeom>
          <a:noFill/>
        </p:spPr>
        <p:txBody>
          <a:bodyPr wrap="square">
            <a:spAutoFit/>
          </a:bodyPr>
          <a:lstStyle/>
          <a:p>
            <a:r>
              <a:rPr lang="es-CO" sz="2000" dirty="0"/>
              <a:t>Notas de la figura CR21.5.4: </a:t>
            </a:r>
          </a:p>
          <a:p>
            <a:endParaRPr lang="es-CO" sz="2000" dirty="0"/>
          </a:p>
          <a:p>
            <a:pPr marL="457200" indent="-457200">
              <a:buFont typeface="+mj-lt"/>
              <a:buAutoNum type="arabicPeriod"/>
            </a:pPr>
            <a:r>
              <a:rPr lang="es-CO" sz="2000" dirty="0"/>
              <a:t>La dirección de la fuerza de cortante Ve, depende de las magnitudes relativas de las cargas gravitacionales y los cortantes generados por los momentos en los extremos.</a:t>
            </a:r>
          </a:p>
          <a:p>
            <a:pPr marL="457200" indent="-457200">
              <a:buFont typeface="+mj-lt"/>
              <a:buAutoNum type="arabicPeriod"/>
            </a:pPr>
            <a:endParaRPr lang="es-CO" sz="2000" dirty="0"/>
          </a:p>
          <a:p>
            <a:pPr marL="457200" indent="-457200">
              <a:buFont typeface="+mj-lt"/>
              <a:buAutoNum type="arabicPeriod"/>
            </a:pPr>
            <a:r>
              <a:rPr lang="es-CO" sz="2000" dirty="0"/>
              <a:t>Los momentos en los extremos </a:t>
            </a:r>
            <a:r>
              <a:rPr lang="es-CO" sz="2000" dirty="0" err="1"/>
              <a:t>Mpr</a:t>
            </a:r>
            <a:r>
              <a:rPr lang="es-CO" sz="2000" dirty="0"/>
              <a:t> basados en el esfuerzo de tracción en el refuerzo de 1.25fy, donde </a:t>
            </a:r>
            <a:r>
              <a:rPr lang="es-CO" sz="2000" dirty="0" err="1"/>
              <a:t>fy</a:t>
            </a:r>
            <a:r>
              <a:rPr lang="es-CO" sz="2000" dirty="0"/>
              <a:t> es la resistencia</a:t>
            </a:r>
          </a:p>
        </p:txBody>
      </p:sp>
      <p:pic>
        <p:nvPicPr>
          <p:cNvPr id="9" name="Imagen 8">
            <a:extLst>
              <a:ext uri="{FF2B5EF4-FFF2-40B4-BE49-F238E27FC236}">
                <a16:creationId xmlns:a16="http://schemas.microsoft.com/office/drawing/2014/main" id="{63F0D870-2DA5-011C-C548-7D39BA7F9900}"/>
              </a:ext>
            </a:extLst>
          </p:cNvPr>
          <p:cNvPicPr>
            <a:picLocks noChangeAspect="1"/>
          </p:cNvPicPr>
          <p:nvPr/>
        </p:nvPicPr>
        <p:blipFill>
          <a:blip r:embed="rId4"/>
          <a:stretch>
            <a:fillRect/>
          </a:stretch>
        </p:blipFill>
        <p:spPr>
          <a:xfrm>
            <a:off x="8373035" y="906264"/>
            <a:ext cx="2682472" cy="5951736"/>
          </a:xfrm>
          <a:prstGeom prst="rect">
            <a:avLst/>
          </a:prstGeom>
        </p:spPr>
      </p:pic>
    </p:spTree>
    <p:extLst>
      <p:ext uri="{BB962C8B-B14F-4D97-AF65-F5344CB8AC3E}">
        <p14:creationId xmlns:p14="http://schemas.microsoft.com/office/powerpoint/2010/main" val="351613140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 Id="rId4" Type="http://schemas.microsoft.com/office/2011/relationships/webextension" Target="webextension4.xml"/></Relationships>
</file>

<file path=ppt/webextensions/taskpanes.xml><?xml version="1.0" encoding="utf-8"?>
<wetp:taskpanes xmlns:wetp="http://schemas.microsoft.com/office/webextensions/taskpanes/2010/11">
  <wetp:taskpane dockstate="right" visibility="0" width="438" row="3">
    <wetp:webextensionref xmlns:r="http://schemas.openxmlformats.org/officeDocument/2006/relationships" r:id="rId1"/>
  </wetp:taskpane>
  <wetp:taskpane dockstate="right" visibility="0" width="438" row="2">
    <wetp:webextensionref xmlns:r="http://schemas.openxmlformats.org/officeDocument/2006/relationships" r:id="rId2"/>
  </wetp:taskpane>
  <wetp:taskpane dockstate="right" visibility="0" width="438" row="4">
    <wetp:webextensionref xmlns:r="http://schemas.openxmlformats.org/officeDocument/2006/relationships" r:id="rId3"/>
  </wetp:taskpane>
  <wetp:taskpane dockstate="right" visibility="0" width="438" row="5">
    <wetp:webextensionref xmlns:r="http://schemas.openxmlformats.org/officeDocument/2006/relationships" r:id="rId4"/>
  </wetp:taskpane>
</wetp:taskpanes>
</file>

<file path=ppt/webextensions/webextension1.xml><?xml version="1.0" encoding="utf-8"?>
<we:webextension xmlns:we="http://schemas.microsoft.com/office/webextensions/webextension/2010/11" id="{136C85E0-5ABF-4979-86C4-4C77F8FCF8FD}">
  <we:reference id="wa200005566" version="3.0.0.3" store="es-ES" storeType="OMEX"/>
  <we:alternateReferences>
    <we:reference id="WA200005566" version="3.0.0.3"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A92D2F8-2D6B-43F4-9107-D5B423428A53}">
  <we:reference id="wa104178141" version="4.3.3.0" store="es-ES" storeType="OMEX"/>
  <we:alternateReferences>
    <we:reference id="WA104178141" version="4.3.3.0" store=""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0F836553-87E4-4F91-A9BD-E4A233CDCFF0}">
  <we:reference id="wa104379997" version="3.0.0.0" store="es-ES" storeType="OMEX"/>
  <we:alternateReferences>
    <we:reference id="WA104379997" version="3.0.0.0" store="" storeType="OMEX"/>
  </we:alternateReferences>
  <we:properties/>
  <we:bindings/>
  <we:snapshot xmlns:r="http://schemas.openxmlformats.org/officeDocument/2006/relationships"/>
</we:webextension>
</file>

<file path=ppt/webextensions/webextension4.xml><?xml version="1.0" encoding="utf-8"?>
<we:webextension xmlns:we="http://schemas.microsoft.com/office/webextensions/webextension/2010/11" id="{AA8FACC3-1067-4A67-BC48-BE0C4692552B}">
  <we:reference id="wa200005669" version="2.0.0.0" store="es-E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2996</TotalTime>
  <Words>2542</Words>
  <Application>Microsoft Office PowerPoint</Application>
  <PresentationFormat>Panorámica</PresentationFormat>
  <Paragraphs>210</Paragraphs>
  <Slides>24</Slides>
  <Notes>24</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24</vt:i4>
      </vt:variant>
    </vt:vector>
  </HeadingPairs>
  <TitlesOfParts>
    <vt:vector size="32" baseType="lpstr">
      <vt:lpstr>Aptos</vt:lpstr>
      <vt:lpstr>Aptos Display</vt:lpstr>
      <vt:lpstr>Arial</vt:lpstr>
      <vt:lpstr>Arial Narrow</vt:lpstr>
      <vt:lpstr>Calibri</vt:lpstr>
      <vt:lpstr>Cambria Math</vt:lpstr>
      <vt:lpstr>Symbol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Sergio Daniel Ladino Delgado</dc:creator>
  <cp:lastModifiedBy>Sergio Daniel Ladino Delgado</cp:lastModifiedBy>
  <cp:revision>19</cp:revision>
  <cp:lastPrinted>2026-02-17T02:38:43Z</cp:lastPrinted>
  <dcterms:created xsi:type="dcterms:W3CDTF">2026-01-31T17:27:28Z</dcterms:created>
  <dcterms:modified xsi:type="dcterms:W3CDTF">2026-06-08T21:20:19Z</dcterms:modified>
</cp:coreProperties>
</file>